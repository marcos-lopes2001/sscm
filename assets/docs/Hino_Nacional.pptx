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98" r:id="rId2"/>
    <p:sldId id="267" r:id="rId3"/>
    <p:sldId id="257" r:id="rId4"/>
    <p:sldId id="395" r:id="rId5"/>
    <p:sldId id="259" r:id="rId6"/>
    <p:sldId id="397" r:id="rId7"/>
    <p:sldId id="262" r:id="rId8"/>
    <p:sldId id="263" r:id="rId9"/>
    <p:sldId id="261" r:id="rId10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M" lastIdx="0" clrIdx="0"/>
  <p:cmAuthor id="2" name="Maria da Luz Velho VAZ" initials="MdLV" lastIdx="0" clrIdx="1"/>
  <p:cmAuthor id="3" name="Nelita Nassone" initials="NN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BFB11-33C9-40FA-B488-D3D8038E58BD}" v="3" dt="2026-06-24T09:54:17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64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Timbana" userId="7ed9e01f-347d-41e7-8ac4-53e49369b88d" providerId="ADAL" clId="{C333D178-E2ED-4FA8-9CC0-19F94F3C9C94}"/>
    <pc:docChg chg="custSel addSld modSld modMainMaster">
      <pc:chgData name="Cristovao Timbana" userId="7ed9e01f-347d-41e7-8ac4-53e49369b88d" providerId="ADAL" clId="{C333D178-E2ED-4FA8-9CC0-19F94F3C9C94}" dt="2026-06-24T10:00:03.138" v="59" actId="22"/>
      <pc:docMkLst>
        <pc:docMk/>
      </pc:docMkLst>
      <pc:sldChg chg="delSp modSp mod">
        <pc:chgData name="Cristovao Timbana" userId="7ed9e01f-347d-41e7-8ac4-53e49369b88d" providerId="ADAL" clId="{C333D178-E2ED-4FA8-9CC0-19F94F3C9C94}" dt="2026-06-24T09:59:42.662" v="58" actId="21"/>
        <pc:sldMkLst>
          <pc:docMk/>
          <pc:sldMk cId="0" sldId="256"/>
        </pc:sldMkLst>
        <pc:spChg chg="del mod">
          <ac:chgData name="Cristovao Timbana" userId="7ed9e01f-347d-41e7-8ac4-53e49369b88d" providerId="ADAL" clId="{C333D178-E2ED-4FA8-9CC0-19F94F3C9C94}" dt="2026-06-24T09:59:42.662" v="58" actId="21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Cristovao Timbana" userId="7ed9e01f-347d-41e7-8ac4-53e49369b88d" providerId="ADAL" clId="{C333D178-E2ED-4FA8-9CC0-19F94F3C9C94}" dt="2026-06-24T09:54:44.357" v="55" actId="20577"/>
        <pc:sldMkLst>
          <pc:docMk/>
          <pc:sldMk cId="1593549140" sldId="258"/>
        </pc:sldMkLst>
        <pc:spChg chg="mod">
          <ac:chgData name="Cristovao Timbana" userId="7ed9e01f-347d-41e7-8ac4-53e49369b88d" providerId="ADAL" clId="{C333D178-E2ED-4FA8-9CC0-19F94F3C9C94}" dt="2026-06-24T09:54:44.357" v="55" actId="20577"/>
          <ac:spMkLst>
            <pc:docMk/>
            <pc:sldMk cId="1593549140" sldId="258"/>
            <ac:spMk id="8" creationId="{00000000-0000-0000-0000-000000000000}"/>
          </ac:spMkLst>
        </pc:spChg>
      </pc:sldChg>
      <pc:sldChg chg="add">
        <pc:chgData name="Cristovao Timbana" userId="7ed9e01f-347d-41e7-8ac4-53e49369b88d" providerId="ADAL" clId="{C333D178-E2ED-4FA8-9CC0-19F94F3C9C94}" dt="2026-06-24T09:54:53.266" v="56" actId="2890"/>
        <pc:sldMkLst>
          <pc:docMk/>
          <pc:sldMk cId="4195122623" sldId="393"/>
        </pc:sldMkLst>
      </pc:sldChg>
      <pc:sldChg chg="add">
        <pc:chgData name="Cristovao Timbana" userId="7ed9e01f-347d-41e7-8ac4-53e49369b88d" providerId="ADAL" clId="{C333D178-E2ED-4FA8-9CC0-19F94F3C9C94}" dt="2026-06-24T09:54:56.105" v="57" actId="2890"/>
        <pc:sldMkLst>
          <pc:docMk/>
          <pc:sldMk cId="2130286630" sldId="394"/>
        </pc:sldMkLst>
      </pc:sldChg>
      <pc:sldMasterChg chg="modSldLayout">
        <pc:chgData name="Cristovao Timbana" userId="7ed9e01f-347d-41e7-8ac4-53e49369b88d" providerId="ADAL" clId="{C333D178-E2ED-4FA8-9CC0-19F94F3C9C94}" dt="2026-06-24T10:00:03.138" v="59" actId="22"/>
        <pc:sldMasterMkLst>
          <pc:docMk/>
          <pc:sldMasterMk cId="0" sldId="2147483648"/>
        </pc:sldMasterMkLst>
        <pc:sldLayoutChg chg="addSp modSp mod">
          <pc:chgData name="Cristovao Timbana" userId="7ed9e01f-347d-41e7-8ac4-53e49369b88d" providerId="ADAL" clId="{C333D178-E2ED-4FA8-9CC0-19F94F3C9C94}" dt="2026-06-24T10:00:03.138" v="59" actId="22"/>
          <pc:sldLayoutMkLst>
            <pc:docMk/>
            <pc:sldMasterMk cId="0" sldId="2147483648"/>
            <pc:sldLayoutMk cId="0" sldId="2147483655"/>
          </pc:sldLayoutMkLst>
          <pc:spChg chg="mod">
            <ac:chgData name="Cristovao Timbana" userId="7ed9e01f-347d-41e7-8ac4-53e49369b88d" providerId="ADAL" clId="{C333D178-E2ED-4FA8-9CC0-19F94F3C9C94}" dt="2026-06-24T09:54:17.207" v="47"/>
            <ac:spMkLst>
              <pc:docMk/>
              <pc:sldMasterMk cId="0" sldId="2147483648"/>
              <pc:sldLayoutMk cId="0" sldId="2147483655"/>
              <ac:spMk id="6" creationId="{00000000-0000-0000-0000-000000000000}"/>
            </ac:spMkLst>
          </pc:spChg>
          <pc:spChg chg="add">
            <ac:chgData name="Cristovao Timbana" userId="7ed9e01f-347d-41e7-8ac4-53e49369b88d" providerId="ADAL" clId="{C333D178-E2ED-4FA8-9CC0-19F94F3C9C94}" dt="2026-06-24T10:00:03.138" v="59" actId="22"/>
            <ac:spMkLst>
              <pc:docMk/>
              <pc:sldMasterMk cId="0" sldId="2147483648"/>
              <pc:sldLayoutMk cId="0" sldId="2147483655"/>
              <ac:spMk id="8" creationId="{4E896824-9F5F-ECDD-06B3-0298E710BE3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207DB-BE02-4709-8EFD-924FD65357E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BEE9-CA43-474A-A7EB-3C589B4B80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8CA9D-DD5A-43AB-8151-0F1378B4959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CB122-D5E8-4AC5-A36E-8A3F504BF3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4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1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1653691" y="4293521"/>
            <a:ext cx="8884618" cy="861774"/>
          </a:xfrm>
          <a:prstGeom prst="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t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Lema: </a:t>
            </a:r>
            <a:r>
              <a:rPr lang="pt-BR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Único Plano, Único Orçamento, Única Monitoria e Avaliação</a:t>
            </a:r>
            <a:endParaRPr lang="en-US" sz="2800" b="1" i="1" dirty="0" err="1">
              <a:solidFill>
                <a:schemeClr val="bg1"/>
              </a:solidFill>
              <a:latin typeface="Garet Bold Italics"/>
              <a:ea typeface="Garet Bold Italics"/>
              <a:cs typeface="Garet Bold Italics"/>
              <a:sym typeface="Garet Bold Italics"/>
            </a:endParaRPr>
          </a:p>
        </p:txBody>
      </p:sp>
      <p:sp>
        <p:nvSpPr>
          <p:cNvPr id="7" name="TextBox 11"/>
          <p:cNvSpPr txBox="1"/>
          <p:nvPr userDrawn="1"/>
        </p:nvSpPr>
        <p:spPr>
          <a:xfrm>
            <a:off x="4369248" y="6416554"/>
            <a:ext cx="3453504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2025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4351868" y="1473198"/>
            <a:ext cx="3184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411744" y="1794928"/>
            <a:ext cx="2648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pic>
        <p:nvPicPr>
          <p:cNvPr id="12" name="Picture 11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35361"/>
            <a:ext cx="1266825" cy="79057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123629" y="1593209"/>
            <a:ext cx="7944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 DA CIDADE</a:t>
            </a:r>
            <a:endParaRPr lang="pt-PT" alt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7" y="5539444"/>
            <a:ext cx="1249638" cy="12800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7" descr="C:\Users\DACUNHA\Pictures\image_preview.png">
            <a:extLst>
              <a:ext uri="{FF2B5EF4-FFF2-40B4-BE49-F238E27FC236}">
                <a16:creationId xmlns:a16="http://schemas.microsoft.com/office/drawing/2014/main" id="{7966F097-C494-9405-7026-9A44F68DBA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026" y="522190"/>
            <a:ext cx="1283948" cy="101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896824-9F5F-ECDD-06B3-0298E710BE34}"/>
              </a:ext>
            </a:extLst>
          </p:cNvPr>
          <p:cNvSpPr>
            <a:spLocks noGrp="1"/>
          </p:cNvSpPr>
          <p:nvPr userDrawn="1"/>
        </p:nvSpPr>
        <p:spPr>
          <a:xfrm>
            <a:off x="276225" y="3140425"/>
            <a:ext cx="11639550" cy="79362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Reunião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Planificação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Integrada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PESOE 2027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20000"/>
                <a:lumOff val="80000"/>
                <a:alpha val="16000"/>
              </a:schemeClr>
            </a:gs>
            <a:gs pos="9700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0740269" y="4067175"/>
            <a:ext cx="1296987" cy="2790825"/>
            <a:chOff x="9206969" y="2963333"/>
            <a:chExt cx="2981858" cy="3208867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2B0E3-AF00-D410-BF4B-54F5433C4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5FF7A3-1F79-2064-EA47-512025BF2662}"/>
              </a:ext>
            </a:extLst>
          </p:cNvPr>
          <p:cNvSpPr/>
          <p:nvPr/>
        </p:nvSpPr>
        <p:spPr>
          <a:xfrm>
            <a:off x="4332158" y="6175947"/>
            <a:ext cx="3792511" cy="554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Maputo, Julho de 2026</a:t>
            </a:r>
            <a:endParaRPr lang="pt-MZ" dirty="0"/>
          </a:p>
        </p:txBody>
      </p:sp>
    </p:spTree>
    <p:extLst>
      <p:ext uri="{BB962C8B-B14F-4D97-AF65-F5344CB8AC3E}">
        <p14:creationId xmlns:p14="http://schemas.microsoft.com/office/powerpoint/2010/main" val="42299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1530" y="2091690"/>
            <a:ext cx="9605473" cy="2526029"/>
          </a:xfrm>
        </p:spPr>
        <p:txBody>
          <a:bodyPr>
            <a:normAutofit/>
          </a:bodyPr>
          <a:lstStyle/>
          <a:p>
            <a:pPr algn="ctr"/>
            <a:endParaRPr lang="pt-PT" dirty="0"/>
          </a:p>
          <a:p>
            <a:pPr algn="ctr"/>
            <a:r>
              <a:rPr lang="pt-PT" sz="3600" b="1" dirty="0">
                <a:solidFill>
                  <a:schemeClr val="bg2">
                    <a:lumMod val="10000"/>
                  </a:schemeClr>
                </a:solidFill>
              </a:rPr>
              <a:t>HINO NACIONAL DA REPÚBLICA DE MOÇAMBIQUE</a:t>
            </a:r>
          </a:p>
        </p:txBody>
      </p:sp>
    </p:spTree>
    <p:extLst>
      <p:ext uri="{BB962C8B-B14F-4D97-AF65-F5344CB8AC3E}">
        <p14:creationId xmlns:p14="http://schemas.microsoft.com/office/powerpoint/2010/main" val="101596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091" y="977359"/>
            <a:ext cx="11599817" cy="5212080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pt-PT" b="1" dirty="0">
                <a:solidFill>
                  <a:schemeClr val="bg1"/>
                </a:solidFill>
              </a:rPr>
              <a:t>Na memória da África e do Mundo</a:t>
            </a:r>
            <a:br>
              <a:rPr lang="pt-PT" b="1" dirty="0">
                <a:solidFill>
                  <a:schemeClr val="bg1"/>
                </a:solidFill>
              </a:rPr>
            </a:br>
            <a:r>
              <a:rPr lang="pt-PT" b="1" dirty="0">
                <a:solidFill>
                  <a:schemeClr val="bg1"/>
                </a:solidFill>
              </a:rPr>
              <a:t>Pátria bela dos que ousaram lutar</a:t>
            </a:r>
            <a:br>
              <a:rPr lang="pt-PT" b="1" dirty="0">
                <a:solidFill>
                  <a:schemeClr val="bg1"/>
                </a:solidFill>
              </a:rPr>
            </a:br>
            <a:r>
              <a:rPr lang="pt-PT" b="1" dirty="0">
                <a:solidFill>
                  <a:schemeClr val="bg1"/>
                </a:solidFill>
              </a:rPr>
              <a:t>Moçambique o teu nome é liberdade</a:t>
            </a:r>
            <a:br>
              <a:rPr lang="pt-PT" b="1" dirty="0">
                <a:solidFill>
                  <a:schemeClr val="bg1"/>
                </a:solidFill>
              </a:rPr>
            </a:br>
            <a:r>
              <a:rPr lang="pt-PT" b="1" dirty="0">
                <a:solidFill>
                  <a:schemeClr val="bg1"/>
                </a:solidFill>
              </a:rPr>
              <a:t>O sol de Junho para sempre brilhará </a:t>
            </a:r>
          </a:p>
        </p:txBody>
      </p:sp>
    </p:spTree>
    <p:extLst>
      <p:ext uri="{BB962C8B-B14F-4D97-AF65-F5344CB8AC3E}">
        <p14:creationId xmlns:p14="http://schemas.microsoft.com/office/powerpoint/2010/main" val="14362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21" y="803910"/>
            <a:ext cx="11218639" cy="5806752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pt-PT" b="1" dirty="0">
                <a:solidFill>
                  <a:schemeClr val="bg1"/>
                </a:solidFill>
              </a:rPr>
              <a:t>Moçambique nossa terra gloriosa</a:t>
            </a:r>
            <a:br>
              <a:rPr lang="pt-PT" b="1" dirty="0">
                <a:solidFill>
                  <a:schemeClr val="bg1"/>
                </a:solidFill>
              </a:rPr>
            </a:br>
            <a:r>
              <a:rPr lang="pt-PT" b="1" dirty="0">
                <a:solidFill>
                  <a:schemeClr val="bg1"/>
                </a:solidFill>
              </a:rPr>
              <a:t>pedra a pedra construindo o novo dia</a:t>
            </a:r>
            <a:br>
              <a:rPr lang="pt-PT" b="1" dirty="0">
                <a:solidFill>
                  <a:schemeClr val="bg1"/>
                </a:solidFill>
              </a:rPr>
            </a:br>
            <a:r>
              <a:rPr lang="pt-PT" b="1" dirty="0">
                <a:solidFill>
                  <a:schemeClr val="bg1"/>
                </a:solidFill>
              </a:rPr>
              <a:t>milhões de braços, uma só força</a:t>
            </a:r>
            <a:br>
              <a:rPr lang="pt-PT" b="1" dirty="0">
                <a:solidFill>
                  <a:schemeClr val="bg1"/>
                </a:solidFill>
              </a:rPr>
            </a:br>
            <a:r>
              <a:rPr lang="pt-PT" b="1" dirty="0">
                <a:solidFill>
                  <a:schemeClr val="bg1"/>
                </a:solidFill>
              </a:rPr>
              <a:t>ó pátria amada vamos vencer</a:t>
            </a:r>
          </a:p>
        </p:txBody>
      </p:sp>
    </p:spTree>
    <p:extLst>
      <p:ext uri="{BB962C8B-B14F-4D97-AF65-F5344CB8AC3E}">
        <p14:creationId xmlns:p14="http://schemas.microsoft.com/office/powerpoint/2010/main" val="387451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911" y="929390"/>
            <a:ext cx="11317574" cy="5456420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br>
              <a:rPr lang="pt-PT" dirty="0">
                <a:solidFill>
                  <a:schemeClr val="bg1"/>
                </a:solidFill>
              </a:rPr>
            </a:br>
            <a:r>
              <a:rPr lang="pt-PT" sz="4400" b="1" dirty="0">
                <a:solidFill>
                  <a:schemeClr val="bg1"/>
                </a:solidFill>
              </a:rPr>
              <a:t>Povo unido do rovuma ao Maputo</a:t>
            </a:r>
            <a:br>
              <a:rPr lang="pt-PT" sz="4400" b="1" dirty="0">
                <a:solidFill>
                  <a:schemeClr val="bg1"/>
                </a:solidFill>
              </a:rPr>
            </a:br>
            <a:r>
              <a:rPr lang="pt-PT" sz="4400" b="1" dirty="0">
                <a:solidFill>
                  <a:schemeClr val="bg1"/>
                </a:solidFill>
              </a:rPr>
              <a:t>colhe os frutos do combate pela Paz</a:t>
            </a:r>
            <a:br>
              <a:rPr lang="pt-PT" sz="4400" b="1" dirty="0">
                <a:solidFill>
                  <a:schemeClr val="bg1"/>
                </a:solidFill>
              </a:rPr>
            </a:br>
            <a:r>
              <a:rPr lang="pt-PT" sz="4400" b="1" dirty="0">
                <a:solidFill>
                  <a:schemeClr val="bg1"/>
                </a:solidFill>
              </a:rPr>
              <a:t>cresce o sonho ondolado na bandeira</a:t>
            </a:r>
            <a:br>
              <a:rPr lang="pt-PT" sz="4400" b="1" dirty="0">
                <a:solidFill>
                  <a:schemeClr val="bg1"/>
                </a:solidFill>
              </a:rPr>
            </a:br>
            <a:r>
              <a:rPr lang="pt-PT" sz="4400" b="1" dirty="0">
                <a:solidFill>
                  <a:schemeClr val="bg1"/>
                </a:solidFill>
              </a:rPr>
              <a:t>e vai lavrando na certeza do amanhã</a:t>
            </a:r>
            <a:br>
              <a:rPr lang="pt-PT" sz="4400" b="1" dirty="0">
                <a:solidFill>
                  <a:schemeClr val="bg1"/>
                </a:solidFill>
              </a:rPr>
            </a:br>
            <a:br>
              <a:rPr lang="pt-PT" sz="4400" b="1" dirty="0">
                <a:solidFill>
                  <a:schemeClr val="bg1"/>
                </a:solidFill>
              </a:rPr>
            </a:br>
            <a:endParaRPr lang="pt-PT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36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852" y="803910"/>
            <a:ext cx="10792918" cy="5791762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pt-PT" sz="4000" b="1" dirty="0">
                <a:solidFill>
                  <a:schemeClr val="bg1"/>
                </a:solidFill>
              </a:rPr>
              <a:t>Moçambique nossa terra gloriosa</a:t>
            </a:r>
            <a:br>
              <a:rPr lang="pt-PT" sz="4000" b="1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pedra a pedra construindo o novo dia</a:t>
            </a:r>
            <a:br>
              <a:rPr lang="pt-PT" sz="4000" b="1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milhões de braços, uma só força</a:t>
            </a:r>
            <a:br>
              <a:rPr lang="pt-PT" sz="4000" b="1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ó pátria amada vamos vencer</a:t>
            </a:r>
          </a:p>
        </p:txBody>
      </p:sp>
    </p:spTree>
    <p:extLst>
      <p:ext uri="{BB962C8B-B14F-4D97-AF65-F5344CB8AC3E}">
        <p14:creationId xmlns:p14="http://schemas.microsoft.com/office/powerpoint/2010/main" val="572115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862" y="1015271"/>
            <a:ext cx="10942820" cy="4920834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pt-PT" sz="4000" b="1" dirty="0">
                <a:solidFill>
                  <a:schemeClr val="bg1"/>
                </a:solidFill>
              </a:rPr>
              <a:t>Flores brotando do chão do teu suor</a:t>
            </a:r>
            <a:br>
              <a:rPr lang="pt-PT" sz="4000" b="1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pelos montes, pelos rios, pelo mar</a:t>
            </a:r>
            <a:br>
              <a:rPr lang="pt-PT" sz="4000" b="1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nós juramos por ti, ó Moçambique:</a:t>
            </a:r>
            <a:br>
              <a:rPr lang="pt-PT" sz="4000" b="1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nenhum tirano nos irá escravizar</a:t>
            </a:r>
          </a:p>
        </p:txBody>
      </p:sp>
    </p:spTree>
    <p:extLst>
      <p:ext uri="{BB962C8B-B14F-4D97-AF65-F5344CB8AC3E}">
        <p14:creationId xmlns:p14="http://schemas.microsoft.com/office/powerpoint/2010/main" val="1741014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872" y="803909"/>
            <a:ext cx="10792918" cy="5641861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br>
              <a:rPr lang="pt-PT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Moçambique nossa terra gloriosa</a:t>
            </a:r>
            <a:br>
              <a:rPr lang="pt-PT" sz="4000" b="1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pedra a pedra construindo o novo dia</a:t>
            </a:r>
            <a:br>
              <a:rPr lang="pt-PT" sz="4000" b="1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milhões de braços, uma só força</a:t>
            </a:r>
            <a:br>
              <a:rPr lang="pt-PT" sz="4000" b="1" dirty="0">
                <a:solidFill>
                  <a:schemeClr val="bg1"/>
                </a:solidFill>
              </a:rPr>
            </a:br>
            <a:r>
              <a:rPr lang="pt-PT" sz="4000" b="1" dirty="0">
                <a:solidFill>
                  <a:schemeClr val="bg1"/>
                </a:solidFill>
              </a:rPr>
              <a:t>ó pátria amada vamos vencer</a:t>
            </a:r>
            <a:br>
              <a:rPr lang="pt-PT" sz="4000" b="1" dirty="0">
                <a:solidFill>
                  <a:schemeClr val="bg1"/>
                </a:solidFill>
              </a:rPr>
            </a:br>
            <a:endParaRPr lang="pt-PT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47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5024" y="2766377"/>
            <a:ext cx="9441951" cy="132524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pt-PT" sz="4800" b="1" dirty="0">
                <a:solidFill>
                  <a:srgbClr val="DBEFF9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Muito obrigado!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1635</TotalTime>
  <Words>186</Words>
  <Application>Microsoft Office PowerPoint</Application>
  <PresentationFormat>Ecrã Panorâmico</PresentationFormat>
  <Paragraphs>10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7" baseType="lpstr">
      <vt:lpstr>Aptos</vt:lpstr>
      <vt:lpstr>Arial</vt:lpstr>
      <vt:lpstr>Century Gothic</vt:lpstr>
      <vt:lpstr>Garet Bold</vt:lpstr>
      <vt:lpstr>Garet Bold Italics</vt:lpstr>
      <vt:lpstr>Times New Roman</vt:lpstr>
      <vt:lpstr>Wingdings 3</vt:lpstr>
      <vt:lpstr>Slice</vt:lpstr>
      <vt:lpstr>Apresentação do PowerPoint</vt:lpstr>
      <vt:lpstr>Apresentação do PowerPoint</vt:lpstr>
      <vt:lpstr>Na memória da África e do Mundo Pátria bela dos que ousaram lutar Moçambique o teu nome é liberdade O sol de Junho para sempre brilhará </vt:lpstr>
      <vt:lpstr>Moçambique nossa terra gloriosa pedra a pedra construindo o novo dia milhões de braços, uma só força ó pátria amada vamos vencer</vt:lpstr>
      <vt:lpstr> Povo unido do rovuma ao Maputo colhe os frutos do combate pela Paz cresce o sonho ondolado na bandeira e vai lavrando na certeza do amanhã  </vt:lpstr>
      <vt:lpstr>Moçambique nossa terra gloriosa pedra a pedra construindo o novo dia milhões de braços, uma só força ó pátria amada vamos vencer</vt:lpstr>
      <vt:lpstr>Flores brotando do chão do teu suor pelos montes, pelos rios, pelo mar nós juramos por ti, ó Moçambique: nenhum tirano nos irá escravizar</vt:lpstr>
      <vt:lpstr> Moçambique nossa terra gloriosa pedra a pedra construindo o novo dia milhões de braços, uma só força ó pátria amada vamos vencer </vt:lpstr>
      <vt:lpstr>Muito 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Maulana José Afonso</cp:lastModifiedBy>
  <cp:revision>129</cp:revision>
  <dcterms:created xsi:type="dcterms:W3CDTF">2025-07-14T08:03:00Z</dcterms:created>
  <dcterms:modified xsi:type="dcterms:W3CDTF">2026-07-01T07:00:53Z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