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1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1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1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1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17.xml" ContentType="application/vnd.openxmlformats-officedocument.presentationml.notesSlid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notesSlides/notesSlide20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notesSlides/notesSlide21.xml" ContentType="application/vnd.openxmlformats-officedocument.presentationml.notesSlid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notesSlides/notesSlide22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notesSlides/notesSlide23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notesSlides/notesSlide24.xml" ContentType="application/vnd.openxmlformats-officedocument.presentationml.notesSlid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notesSlides/notesSlide31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charts/chart22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notesSlides/notesSlide3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8" r:id="rId4"/>
    <p:sldMasterId id="2147483660" r:id="rId5"/>
  </p:sldMasterIdLst>
  <p:notesMasterIdLst>
    <p:notesMasterId r:id="rId39"/>
  </p:notesMasterIdLst>
  <p:sldIdLst>
    <p:sldId id="256" r:id="rId6"/>
    <p:sldId id="258" r:id="rId7"/>
    <p:sldId id="1996" r:id="rId8"/>
    <p:sldId id="1927" r:id="rId9"/>
    <p:sldId id="1947" r:id="rId10"/>
    <p:sldId id="1948" r:id="rId11"/>
    <p:sldId id="1949" r:id="rId12"/>
    <p:sldId id="1993" r:id="rId13"/>
    <p:sldId id="1994" r:id="rId14"/>
    <p:sldId id="1992" r:id="rId15"/>
    <p:sldId id="1991" r:id="rId16"/>
    <p:sldId id="1950" r:id="rId17"/>
    <p:sldId id="1987" r:id="rId18"/>
    <p:sldId id="1990" r:id="rId19"/>
    <p:sldId id="1989" r:id="rId20"/>
    <p:sldId id="1943" r:id="rId21"/>
    <p:sldId id="1982" r:id="rId22"/>
    <p:sldId id="1995" r:id="rId23"/>
    <p:sldId id="1951" r:id="rId24"/>
    <p:sldId id="1981" r:id="rId25"/>
    <p:sldId id="1983" r:id="rId26"/>
    <p:sldId id="1960" r:id="rId27"/>
    <p:sldId id="1984" r:id="rId28"/>
    <p:sldId id="1985" r:id="rId29"/>
    <p:sldId id="1988" r:id="rId30"/>
    <p:sldId id="1963" r:id="rId31"/>
    <p:sldId id="1966" r:id="rId32"/>
    <p:sldId id="1967" r:id="rId33"/>
    <p:sldId id="1969" r:id="rId34"/>
    <p:sldId id="1953" r:id="rId35"/>
    <p:sldId id="1979" r:id="rId36"/>
    <p:sldId id="1980" r:id="rId37"/>
    <p:sldId id="1925" r:id="rId38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40"/>
      <p:bold r:id="rId41"/>
      <p:italic r:id="rId42"/>
      <p:boldItalic r:id="rId43"/>
    </p:embeddedFont>
    <p:embeddedFont>
      <p:font typeface="Dosis" pitchFamily="2" charset="0"/>
      <p:regular r:id="rId44"/>
      <p:bold r:id="rId45"/>
    </p:embeddedFont>
    <p:embeddedFont>
      <p:font typeface="Gill Sans" panose="020B0302020104020203" charset="0"/>
      <p:regular r:id="rId46"/>
      <p:bold r:id="rId47"/>
      <p:italic r:id="rId48"/>
      <p:boldItalic r:id="rId49"/>
    </p:embeddedFont>
    <p:embeddedFont>
      <p:font typeface="MS PGothic" panose="020B0600070205080204" pitchFamily="34" charset="-128"/>
      <p:regular r:id="rId50"/>
    </p:embeddedFont>
    <p:embeddedFont>
      <p:font typeface="Source Sans Pro" panose="020B0503030403020204" pitchFamily="34" charset="0"/>
      <p:regular r:id="rId51"/>
      <p:bold r:id="rId52"/>
      <p:italic r:id="rId53"/>
      <p:boldItalic r:id="rId5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575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2FBD81B-BC9C-C079-0E3B-FD56FDC0C6F4}" name="Marluz Dombo" initials="MD" userId="S::marluzdombo@ccsaude.org.mz::c3d3f553-a57b-468b-b895-d9947475bf22" providerId="AD"/>
  <p188:author id="{843A717F-A8F3-0A5F-8427-DF8ACC5F888B}" name="Juma, Ainadine" initials="JA" userId="S::AINADINE.JUMA@tetratech.com::b465e688-5bba-4163-9304-308205cfcb1d" providerId="AD"/>
  <p188:author id="{6A6C099B-2CA2-A9DE-8949-976E63EF1BD9}" name="Cristovao Timbana" initials="CT" userId="S::cristovaotimbana@ccsaude.org.mz::7ed9e01f-347d-41e7-8ac4-53e49369b88d" providerId="AD"/>
  <p188:author id="{267D04E6-9F29-5CB2-BA59-5157C5BA866E}" name="Guest User" initials="GU" userId="S::urn:spo:anon#6fdf60a0137a7da6e0d3d93e32b6b4bac080490136923d9e4de58497c8beb4d4::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Juma, Ainadine" initials="JA [2]" lastIdx="7" clrIdx="6">
    <p:extLst>
      <p:ext uri="{19B8F6BF-5375-455C-9EA6-DF929625EA0E}">
        <p15:presenceInfo xmlns:p15="http://schemas.microsoft.com/office/powerpoint/2012/main" userId="S::AINADINE.JUMA@tetratech.com::b465e688-5bba-4163-9304-308205cfcb1d" providerId="AD"/>
      </p:ext>
    </p:extLst>
  </p:cmAuthor>
  <p:cmAuthor id="1" name="Morais Da Cunha" initials="MDC" lastIdx="17" clrIdx="0"/>
  <p:cmAuthor id="2" name="user" initials="u" lastIdx="7" clrIdx="1"/>
  <p:cmAuthor id="3" name="Ainadine Juma" initials="AJ" lastIdx="10" clrIdx="2"/>
  <p:cmAuthor id="4" name="Isabel Sathane" initials="IS" lastIdx="7" clrIdx="3"/>
  <p:cmAuthor id="5" name="Juma, Ainadine" initials="JA" lastIdx="16" clrIdx="4">
    <p:extLst>
      <p:ext uri="{19B8F6BF-5375-455C-9EA6-DF929625EA0E}">
        <p15:presenceInfo xmlns:p15="http://schemas.microsoft.com/office/powerpoint/2012/main" userId="Juma, Ainadine" providerId="None"/>
      </p:ext>
    </p:extLst>
  </p:cmAuthor>
  <p:cmAuthor id="6" name="Mondlane, Jose" initials="MJ" lastIdx="4" clrIdx="5">
    <p:extLst>
      <p:ext uri="{19B8F6BF-5375-455C-9EA6-DF929625EA0E}">
        <p15:presenceInfo xmlns:p15="http://schemas.microsoft.com/office/powerpoint/2012/main" userId="S::JOSE.MONDLANE@tetratech.com::23a13ba7-aa6a-443b-96d9-1f729c33236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F9E7"/>
    <a:srgbClr val="B00000"/>
    <a:srgbClr val="FFFEFB"/>
    <a:srgbClr val="FFF7E1"/>
    <a:srgbClr val="FFFFFF"/>
    <a:srgbClr val="E6F9FA"/>
    <a:srgbClr val="E7F1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5E704D-5D73-407A-BCA6-346EC9560732}" v="373" dt="2026-07-02T08:16:12.997"/>
  </p1510:revLst>
</p1510:revInfo>
</file>

<file path=ppt/tableStyles.xml><?xml version="1.0" encoding="utf-8"?>
<a:tblStyleLst xmlns:a="http://schemas.openxmlformats.org/drawingml/2006/main" def="{4FBB2E02-6BA7-4141-92AA-B280307BC773}">
  <a:tblStyle styleId="{4FBB2E02-6BA7-4141-92AA-B280307BC77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25E5076-3810-47DD-B79F-674D7AD40C01}" styleName="Estilo Escuro 1 - Destaqu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Estilo Escuro 1 - Destaque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Estilo E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6D9F66E-5EB9-4882-86FB-DCBF35E3C3E4}" styleName="Estilo Médio 4 - Destaqu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226" autoAdjust="0"/>
    <p:restoredTop sz="93792" autoAdjust="0"/>
  </p:normalViewPr>
  <p:slideViewPr>
    <p:cSldViewPr snapToGrid="0">
      <p:cViewPr varScale="1">
        <p:scale>
          <a:sx n="88" d="100"/>
          <a:sy n="88" d="100"/>
        </p:scale>
        <p:origin x="720" y="44"/>
      </p:cViewPr>
      <p:guideLst>
        <p:guide orient="horz" pos="1575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50" Type="http://schemas.openxmlformats.org/officeDocument/2006/relationships/font" Target="fonts/font11.fntdata"/><Relationship Id="rId55" Type="http://schemas.openxmlformats.org/officeDocument/2006/relationships/commentAuthors" Target="commentAuthor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3" Type="http://schemas.openxmlformats.org/officeDocument/2006/relationships/font" Target="fonts/font14.fntdata"/><Relationship Id="rId58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61" Type="http://schemas.microsoft.com/office/2018/10/relationships/authors" Target="authors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font" Target="fonts/font4.fntdata"/><Relationship Id="rId48" Type="http://schemas.openxmlformats.org/officeDocument/2006/relationships/font" Target="fonts/font9.fntdata"/><Relationship Id="rId56" Type="http://schemas.openxmlformats.org/officeDocument/2006/relationships/presProps" Target="presProps.xml"/><Relationship Id="rId8" Type="http://schemas.openxmlformats.org/officeDocument/2006/relationships/slide" Target="slides/slide3.xml"/><Relationship Id="rId51" Type="http://schemas.openxmlformats.org/officeDocument/2006/relationships/font" Target="fonts/font12.fntdata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font" Target="fonts/font7.fntdata"/><Relationship Id="rId59" Type="http://schemas.openxmlformats.org/officeDocument/2006/relationships/tableStyles" Target="tableStyles.xml"/><Relationship Id="rId20" Type="http://schemas.openxmlformats.org/officeDocument/2006/relationships/slide" Target="slides/slide15.xml"/><Relationship Id="rId41" Type="http://schemas.openxmlformats.org/officeDocument/2006/relationships/font" Target="fonts/font2.fntdata"/><Relationship Id="rId54" Type="http://schemas.openxmlformats.org/officeDocument/2006/relationships/font" Target="fonts/font15.fntdata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font" Target="fonts/font10.fntdata"/><Relationship Id="rId57" Type="http://schemas.openxmlformats.org/officeDocument/2006/relationships/viewProps" Target="viewProps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font" Target="fonts/font5.fntdata"/><Relationship Id="rId52" Type="http://schemas.openxmlformats.org/officeDocument/2006/relationships/font" Target="fonts/font13.fntdata"/><Relationship Id="rId60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8.xlsx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9.xlsx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0.xlsx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1.xlsx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4.0578254253139802E-2"/>
          <c:y val="6.6170898067449788E-2"/>
          <c:w val="0.90328525923011049"/>
          <c:h val="0.6986131110269041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VE!$E$3</c:f>
              <c:strCache>
                <c:ptCount val="1"/>
                <c:pt idx="0">
                  <c:v>Casos de PFA</c:v>
                </c:pt>
              </c:strCache>
            </c:strRef>
          </c:tx>
          <c:spPr>
            <a:solidFill>
              <a:srgbClr val="0DB7C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VE!$D$4:$D$7</c:f>
              <c:numCache>
                <c:formatCode>General</c:formatCod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numCache>
            </c:numRef>
          </c:cat>
          <c:val>
            <c:numRef>
              <c:f>VE!$E$4:$E$7</c:f>
              <c:numCache>
                <c:formatCode>General</c:formatCode>
                <c:ptCount val="4"/>
                <c:pt idx="0">
                  <c:v>17</c:v>
                </c:pt>
                <c:pt idx="1">
                  <c:v>17</c:v>
                </c:pt>
                <c:pt idx="2">
                  <c:v>14</c:v>
                </c:pt>
                <c:pt idx="3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4A5-4362-9328-63A9B44857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451259615"/>
        <c:axId val="451266271"/>
      </c:barChart>
      <c:lineChart>
        <c:grouping val="standard"/>
        <c:varyColors val="0"/>
        <c:ser>
          <c:idx val="1"/>
          <c:order val="1"/>
          <c:tx>
            <c:strRef>
              <c:f>VE!$F$3</c:f>
              <c:strCache>
                <c:ptCount val="1"/>
                <c:pt idx="0">
                  <c:v>Evolução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3.3858757260970505E-3"/>
                  <c:y val="7.820197044334975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9ABC-4A7E-ADF2-3C8400701478}"/>
                </c:ext>
              </c:extLst>
            </c:dLbl>
            <c:dLbl>
              <c:idx val="1"/>
              <c:layout>
                <c:manualLayout>
                  <c:x val="1.6929378630485253E-2"/>
                  <c:y val="4.210875331564986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ABC-4A7E-ADF2-3C8400701478}"/>
                </c:ext>
              </c:extLst>
            </c:dLbl>
            <c:spPr>
              <a:solidFill>
                <a:srgbClr val="0DB7C4">
                  <a:lumMod val="75000"/>
                </a:srgbClr>
              </a:solidFill>
              <a:ln>
                <a:solidFill>
                  <a:schemeClr val="dk1">
                    <a:lumMod val="25000"/>
                    <a:lumOff val="75000"/>
                  </a:schemeClr>
                </a:solidFill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ellipse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numRef>
              <c:f>VE!$D$4:$D$7</c:f>
              <c:numCache>
                <c:formatCode>General</c:formatCod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numCache>
            </c:numRef>
          </c:cat>
          <c:val>
            <c:numRef>
              <c:f>VE!$F$4:$F$7</c:f>
              <c:numCache>
                <c:formatCode>0%</c:formatCode>
                <c:ptCount val="4"/>
                <c:pt idx="0">
                  <c:v>0</c:v>
                </c:pt>
                <c:pt idx="1">
                  <c:v>0</c:v>
                </c:pt>
                <c:pt idx="2">
                  <c:v>-0.17647058823529413</c:v>
                </c:pt>
                <c:pt idx="3">
                  <c:v>-0.14285714285714285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4A5-4362-9328-63A9B44857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96281663"/>
        <c:axId val="1896287903"/>
      </c:lineChart>
      <c:catAx>
        <c:axId val="4512596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rgbClr val="415665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451266271"/>
        <c:crosses val="autoZero"/>
        <c:auto val="1"/>
        <c:lblAlgn val="ctr"/>
        <c:lblOffset val="100"/>
        <c:noMultiLvlLbl val="0"/>
      </c:catAx>
      <c:valAx>
        <c:axId val="45126627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451259615"/>
        <c:crosses val="autoZero"/>
        <c:crossBetween val="between"/>
      </c:valAx>
      <c:valAx>
        <c:axId val="1896287903"/>
        <c:scaling>
          <c:orientation val="minMax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896281663"/>
        <c:crosses val="max"/>
        <c:crossBetween val="between"/>
      </c:valAx>
      <c:catAx>
        <c:axId val="189628166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89628790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1257208195264172"/>
          <c:y val="0.8913385961876954"/>
          <c:w val="0.81116315191338728"/>
          <c:h val="8.323841416595292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rgbClr val="000000"/>
              </a:solidFill>
              <a:latin typeface="+mn-lt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2700">
      <a:solidFill>
        <a:srgbClr val="415665"/>
      </a:solidFill>
    </a:ln>
    <a:effectLst/>
  </c:spPr>
  <c:txPr>
    <a:bodyPr/>
    <a:lstStyle/>
    <a:p>
      <a:pPr>
        <a:defRPr/>
      </a:pPr>
      <a:endParaRPr lang="pt-PT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VE!$H$3</c:f>
              <c:strCache>
                <c:ptCount val="1"/>
                <c:pt idx="0">
                  <c:v>Casos de Sarampo</c:v>
                </c:pt>
              </c:strCache>
            </c:strRef>
          </c:tx>
          <c:spPr>
            <a:solidFill>
              <a:srgbClr val="0DB7C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VE!$G$4:$G$7</c:f>
              <c:numCache>
                <c:formatCode>General</c:formatCod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numCache>
            </c:numRef>
          </c:cat>
          <c:val>
            <c:numRef>
              <c:f>VE!$H$4:$H$7</c:f>
              <c:numCache>
                <c:formatCode>General</c:formatCode>
                <c:ptCount val="4"/>
                <c:pt idx="0">
                  <c:v>246</c:v>
                </c:pt>
                <c:pt idx="1">
                  <c:v>403</c:v>
                </c:pt>
                <c:pt idx="2">
                  <c:v>410</c:v>
                </c:pt>
                <c:pt idx="3">
                  <c:v>232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38-40A4-A6C5-B57E37DBD7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893014191"/>
        <c:axId val="1893017103"/>
      </c:barChart>
      <c:lineChart>
        <c:grouping val="standard"/>
        <c:varyColors val="0"/>
        <c:ser>
          <c:idx val="1"/>
          <c:order val="1"/>
          <c:tx>
            <c:strRef>
              <c:f>VE!$I$3</c:f>
              <c:strCache>
                <c:ptCount val="1"/>
                <c:pt idx="0">
                  <c:v>Evolução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solidFill>
                <a:srgbClr val="0DB7C4">
                  <a:lumMod val="75000"/>
                </a:srgbClr>
              </a:solidFill>
              <a:ln>
                <a:solidFill>
                  <a:schemeClr val="dk1">
                    <a:lumMod val="25000"/>
                    <a:lumOff val="75000"/>
                  </a:schemeClr>
                </a:solidFill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flowChartConnector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VE!$G$4:$G$7</c:f>
              <c:numCache>
                <c:formatCode>General</c:formatCod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numCache>
            </c:numRef>
          </c:cat>
          <c:val>
            <c:numRef>
              <c:f>VE!$I$4:$I$7</c:f>
              <c:numCache>
                <c:formatCode>0%</c:formatCode>
                <c:ptCount val="4"/>
                <c:pt idx="0">
                  <c:v>0</c:v>
                </c:pt>
                <c:pt idx="1">
                  <c:v>0.63821138211382111</c:v>
                </c:pt>
                <c:pt idx="2">
                  <c:v>1.7369727047146403E-2</c:v>
                </c:pt>
                <c:pt idx="3">
                  <c:v>-0.43414634146341463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138-40A4-A6C5-B57E37DBD7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39637919"/>
        <c:axId val="1739625023"/>
      </c:lineChart>
      <c:catAx>
        <c:axId val="18930141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rgbClr val="415665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893017103"/>
        <c:crosses val="autoZero"/>
        <c:auto val="1"/>
        <c:lblAlgn val="ctr"/>
        <c:lblOffset val="100"/>
        <c:noMultiLvlLbl val="0"/>
      </c:catAx>
      <c:valAx>
        <c:axId val="189301710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893014191"/>
        <c:crosses val="autoZero"/>
        <c:crossBetween val="between"/>
      </c:valAx>
      <c:valAx>
        <c:axId val="1739625023"/>
        <c:scaling>
          <c:orientation val="minMax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739637919"/>
        <c:crosses val="max"/>
        <c:crossBetween val="between"/>
      </c:valAx>
      <c:catAx>
        <c:axId val="1739637919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73962502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5.8373487382540369E-2"/>
          <c:y val="0.89299752922300801"/>
          <c:w val="0.88947219962081892"/>
          <c:h val="8.651349408844623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rgbClr val="000000"/>
              </a:solidFill>
              <a:latin typeface="+mn-lt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2700">
      <a:solidFill>
        <a:srgbClr val="415665"/>
      </a:solidFill>
    </a:ln>
    <a:effectLst/>
  </c:spPr>
  <c:txPr>
    <a:bodyPr/>
    <a:lstStyle/>
    <a:p>
      <a:pPr>
        <a:defRPr/>
      </a:pPr>
      <a:endParaRPr lang="pt-PT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VE!$H$3</c:f>
              <c:strCache>
                <c:ptCount val="1"/>
                <c:pt idx="0">
                  <c:v>Casos de Malaria</c:v>
                </c:pt>
              </c:strCache>
            </c:strRef>
          </c:tx>
          <c:spPr>
            <a:solidFill>
              <a:srgbClr val="0DB7C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VE!$G$4:$G$7</c:f>
              <c:numCache>
                <c:formatCode>General</c:formatCod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numCache>
            </c:numRef>
          </c:cat>
          <c:val>
            <c:numRef>
              <c:f>VE!$H$4:$H$7</c:f>
              <c:numCache>
                <c:formatCode>General</c:formatCode>
                <c:ptCount val="4"/>
                <c:pt idx="0">
                  <c:v>13120</c:v>
                </c:pt>
                <c:pt idx="1">
                  <c:v>11565</c:v>
                </c:pt>
                <c:pt idx="2">
                  <c:v>12234</c:v>
                </c:pt>
                <c:pt idx="3">
                  <c:v>27307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38-40A4-A6C5-B57E37DBD7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893014191"/>
        <c:axId val="1893017103"/>
      </c:barChart>
      <c:lineChart>
        <c:grouping val="standard"/>
        <c:varyColors val="0"/>
        <c:ser>
          <c:idx val="1"/>
          <c:order val="1"/>
          <c:tx>
            <c:strRef>
              <c:f>VE!$I$3</c:f>
              <c:strCache>
                <c:ptCount val="1"/>
                <c:pt idx="0">
                  <c:v>Evolução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solidFill>
                <a:srgbClr val="0DB7C4">
                  <a:lumMod val="75000"/>
                </a:srgbClr>
              </a:solidFill>
              <a:ln>
                <a:solidFill>
                  <a:schemeClr val="dk1">
                    <a:lumMod val="25000"/>
                    <a:lumOff val="75000"/>
                  </a:schemeClr>
                </a:solidFill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flowChartConnector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VE!$G$4:$G$7</c:f>
              <c:numCache>
                <c:formatCode>General</c:formatCod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numCache>
            </c:numRef>
          </c:cat>
          <c:val>
            <c:numRef>
              <c:f>VE!$I$4:$I$7</c:f>
              <c:numCache>
                <c:formatCode>0%</c:formatCode>
                <c:ptCount val="4"/>
                <c:pt idx="0">
                  <c:v>0</c:v>
                </c:pt>
                <c:pt idx="1">
                  <c:v>-0.11852134146341463</c:v>
                </c:pt>
                <c:pt idx="2">
                  <c:v>5.7846952010376138E-2</c:v>
                </c:pt>
                <c:pt idx="3">
                  <c:v>1.232058198463299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138-40A4-A6C5-B57E37DBD7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39637919"/>
        <c:axId val="1739625023"/>
      </c:lineChart>
      <c:catAx>
        <c:axId val="18930141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rgbClr val="415665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893017103"/>
        <c:crosses val="autoZero"/>
        <c:auto val="1"/>
        <c:lblAlgn val="ctr"/>
        <c:lblOffset val="100"/>
        <c:noMultiLvlLbl val="0"/>
      </c:catAx>
      <c:valAx>
        <c:axId val="189301710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893014191"/>
        <c:crosses val="autoZero"/>
        <c:crossBetween val="between"/>
      </c:valAx>
      <c:valAx>
        <c:axId val="1739625023"/>
        <c:scaling>
          <c:orientation val="minMax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739637919"/>
        <c:crosses val="max"/>
        <c:crossBetween val="between"/>
      </c:valAx>
      <c:catAx>
        <c:axId val="1739637919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73962502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5.8373487382540369E-2"/>
          <c:y val="0.89299752922300801"/>
          <c:w val="0.88947219962081892"/>
          <c:h val="8.651349408844623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rgbClr val="000000"/>
              </a:solidFill>
              <a:latin typeface="+mn-lt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2700">
      <a:solidFill>
        <a:srgbClr val="415665"/>
      </a:solidFill>
    </a:ln>
    <a:effectLst/>
  </c:spPr>
  <c:txPr>
    <a:bodyPr/>
    <a:lstStyle/>
    <a:p>
      <a:pPr>
        <a:defRPr/>
      </a:pPr>
      <a:endParaRPr lang="pt-PT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5.9638041253353785E-2"/>
          <c:y val="3.2614103253402714E-2"/>
          <c:w val="0.9001205248612616"/>
          <c:h val="0.8040146863851642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VE!$H$3</c:f>
              <c:strCache>
                <c:ptCount val="1"/>
                <c:pt idx="0">
                  <c:v>Casos de Diarreias</c:v>
                </c:pt>
              </c:strCache>
            </c:strRef>
          </c:tx>
          <c:spPr>
            <a:solidFill>
              <a:srgbClr val="0DB7C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VE!$G$4:$G$7</c:f>
              <c:numCache>
                <c:formatCode>General</c:formatCod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numCache>
            </c:numRef>
          </c:cat>
          <c:val>
            <c:numRef>
              <c:f>VE!$H$4:$H$7</c:f>
              <c:numCache>
                <c:formatCode>General</c:formatCode>
                <c:ptCount val="4"/>
                <c:pt idx="0">
                  <c:v>26505</c:v>
                </c:pt>
                <c:pt idx="1">
                  <c:v>27111</c:v>
                </c:pt>
                <c:pt idx="2">
                  <c:v>28330</c:v>
                </c:pt>
                <c:pt idx="3">
                  <c:v>31449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38-40A4-A6C5-B57E37DBD7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893014191"/>
        <c:axId val="1893017103"/>
      </c:barChart>
      <c:lineChart>
        <c:grouping val="standard"/>
        <c:varyColors val="0"/>
        <c:ser>
          <c:idx val="1"/>
          <c:order val="1"/>
          <c:tx>
            <c:strRef>
              <c:f>VE!$I$3</c:f>
              <c:strCache>
                <c:ptCount val="1"/>
                <c:pt idx="0">
                  <c:v>Evolução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solidFill>
                <a:srgbClr val="0DB7C4">
                  <a:lumMod val="75000"/>
                </a:srgbClr>
              </a:solidFill>
              <a:ln>
                <a:solidFill>
                  <a:schemeClr val="dk1">
                    <a:lumMod val="25000"/>
                    <a:lumOff val="75000"/>
                  </a:schemeClr>
                </a:solidFill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flowChartConnector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VE!$G$4:$G$7</c:f>
              <c:numCache>
                <c:formatCode>General</c:formatCod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numCache>
            </c:numRef>
          </c:cat>
          <c:val>
            <c:numRef>
              <c:f>VE!$I$4:$I$7</c:f>
              <c:numCache>
                <c:formatCode>0%</c:formatCode>
                <c:ptCount val="4"/>
                <c:pt idx="0">
                  <c:v>0</c:v>
                </c:pt>
                <c:pt idx="1">
                  <c:v>2.2863610639501982E-2</c:v>
                </c:pt>
                <c:pt idx="2">
                  <c:v>4.4963299029914056E-2</c:v>
                </c:pt>
                <c:pt idx="3">
                  <c:v>0.11009530533003883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138-40A4-A6C5-B57E37DBD7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39637919"/>
        <c:axId val="1739625023"/>
      </c:lineChart>
      <c:catAx>
        <c:axId val="18930141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rgbClr val="415665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893017103"/>
        <c:crosses val="autoZero"/>
        <c:auto val="1"/>
        <c:lblAlgn val="ctr"/>
        <c:lblOffset val="100"/>
        <c:noMultiLvlLbl val="0"/>
      </c:catAx>
      <c:valAx>
        <c:axId val="189301710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893014191"/>
        <c:crosses val="autoZero"/>
        <c:crossBetween val="between"/>
      </c:valAx>
      <c:valAx>
        <c:axId val="1739625023"/>
        <c:scaling>
          <c:orientation val="minMax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739637919"/>
        <c:crosses val="max"/>
        <c:crossBetween val="between"/>
      </c:valAx>
      <c:catAx>
        <c:axId val="1739637919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73962502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5.8373487382540369E-2"/>
          <c:y val="0.89299752922300801"/>
          <c:w val="0.88947219962081892"/>
          <c:h val="8.651349408844623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rgbClr val="000000"/>
              </a:solidFill>
              <a:latin typeface="+mn-lt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2700">
      <a:solidFill>
        <a:srgbClr val="415665"/>
      </a:solidFill>
    </a:ln>
    <a:effectLst/>
  </c:spPr>
  <c:txPr>
    <a:bodyPr/>
    <a:lstStyle/>
    <a:p>
      <a:pPr>
        <a:defRPr/>
      </a:pPr>
      <a:endParaRPr lang="pt-PT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5543931539581698E-2"/>
          <c:y val="4.637673162114065E-2"/>
          <c:w val="0.96253556707528021"/>
          <c:h val="0.67165436310505811"/>
        </c:manualLayout>
      </c:layout>
      <c:lineChart>
        <c:grouping val="standard"/>
        <c:varyColors val="0"/>
        <c:ser>
          <c:idx val="0"/>
          <c:order val="0"/>
          <c:tx>
            <c:strRef>
              <c:f>SMI!$F$35</c:f>
              <c:strCache>
                <c:ptCount val="1"/>
                <c:pt idx="0">
                  <c:v>Rede Mosquiteira Incluindo Clinica Privada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SMI!$B$36:$B$39</c:f>
              <c:numCache>
                <c:formatCode>General</c:formatCod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numCache>
            </c:numRef>
          </c:cat>
          <c:val>
            <c:numRef>
              <c:f>SMI!$F$36:$F$39</c:f>
              <c:numCache>
                <c:formatCode>0%</c:formatCode>
                <c:ptCount val="4"/>
                <c:pt idx="0">
                  <c:v>0.97027832279630843</c:v>
                </c:pt>
                <c:pt idx="1">
                  <c:v>0.92314136125654456</c:v>
                </c:pt>
                <c:pt idx="2">
                  <c:v>0.86817746568783916</c:v>
                </c:pt>
                <c:pt idx="3">
                  <c:v>0.84215809284818066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1A1-4111-8893-7AE928F16798}"/>
            </c:ext>
          </c:extLst>
        </c:ser>
        <c:ser>
          <c:idx val="1"/>
          <c:order val="1"/>
          <c:tx>
            <c:strRef>
              <c:f>SMI!$G$35</c:f>
              <c:strCache>
                <c:ptCount val="1"/>
                <c:pt idx="0">
                  <c:v>Rede Mosquiteira Rede Publica</c:v>
                </c:pt>
              </c:strCache>
            </c:strRef>
          </c:tx>
          <c:spPr>
            <a:ln w="34925" cap="rnd">
              <a:solidFill>
                <a:schemeClr val="accent3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SMI!$B$36:$B$39</c:f>
              <c:numCache>
                <c:formatCode>General</c:formatCod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numCache>
            </c:numRef>
          </c:cat>
          <c:val>
            <c:numRef>
              <c:f>SMI!$G$36:$G$39</c:f>
              <c:numCache>
                <c:formatCode>0%</c:formatCode>
                <c:ptCount val="4"/>
                <c:pt idx="0">
                  <c:v>0.99521554946424118</c:v>
                </c:pt>
                <c:pt idx="1">
                  <c:v>0.98665338645418321</c:v>
                </c:pt>
                <c:pt idx="2">
                  <c:v>0.99995080555897187</c:v>
                </c:pt>
                <c:pt idx="3">
                  <c:v>0.99673629242819839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F10-4EF6-AFC9-A5954F41A4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76609343"/>
        <c:axId val="2076606431"/>
      </c:lineChart>
      <c:catAx>
        <c:axId val="20766093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2076606431"/>
        <c:crosses val="autoZero"/>
        <c:auto val="1"/>
        <c:lblAlgn val="ctr"/>
        <c:lblOffset val="100"/>
        <c:noMultiLvlLbl val="0"/>
      </c:catAx>
      <c:valAx>
        <c:axId val="20766064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766093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5543931539581698E-2"/>
          <c:y val="4.637673162114065E-2"/>
          <c:w val="0.96253556707528021"/>
          <c:h val="0.67165436310505811"/>
        </c:manualLayout>
      </c:layout>
      <c:lineChart>
        <c:grouping val="standard"/>
        <c:varyColors val="0"/>
        <c:ser>
          <c:idx val="0"/>
          <c:order val="0"/>
          <c:tx>
            <c:strRef>
              <c:f>SMI!$D$35</c:f>
              <c:strCache>
                <c:ptCount val="1"/>
                <c:pt idx="0">
                  <c:v>Partos na Maternidade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SMI!$B$36:$B$39</c:f>
              <c:numCache>
                <c:formatCode>General</c:formatCod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numCache>
            </c:numRef>
          </c:cat>
          <c:val>
            <c:numRef>
              <c:f>SMI!$D$36:$D$39</c:f>
              <c:numCache>
                <c:formatCode>General</c:formatCode>
                <c:ptCount val="4"/>
                <c:pt idx="0">
                  <c:v>14309</c:v>
                </c:pt>
                <c:pt idx="1">
                  <c:v>14403</c:v>
                </c:pt>
                <c:pt idx="2">
                  <c:v>23677</c:v>
                </c:pt>
                <c:pt idx="3">
                  <c:v>40534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1A1-4111-8893-7AE928F16798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2076609343"/>
        <c:axId val="2076606431"/>
      </c:lineChart>
      <c:catAx>
        <c:axId val="20766093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2076606431"/>
        <c:crosses val="autoZero"/>
        <c:auto val="1"/>
        <c:lblAlgn val="ctr"/>
        <c:lblOffset val="100"/>
        <c:noMultiLvlLbl val="0"/>
      </c:catAx>
      <c:valAx>
        <c:axId val="20766064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766093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5543931539581698E-2"/>
          <c:y val="4.637673162114065E-2"/>
          <c:w val="0.96253556707528021"/>
          <c:h val="0.67165436310505811"/>
        </c:manualLayout>
      </c:layout>
      <c:lineChart>
        <c:grouping val="standard"/>
        <c:varyColors val="0"/>
        <c:ser>
          <c:idx val="0"/>
          <c:order val="0"/>
          <c:tx>
            <c:strRef>
              <c:f>SMI!$F$35</c:f>
              <c:strCache>
                <c:ptCount val="1"/>
                <c:pt idx="0">
                  <c:v>Partos Fora da Maternidade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SMI!$B$36:$B$39</c:f>
              <c:numCache>
                <c:formatCode>General</c:formatCod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numCache>
            </c:numRef>
          </c:cat>
          <c:val>
            <c:numRef>
              <c:f>SMI!$F$36:$F$39</c:f>
              <c:numCache>
                <c:formatCode>General</c:formatCode>
                <c:ptCount val="4"/>
                <c:pt idx="0">
                  <c:v>469</c:v>
                </c:pt>
                <c:pt idx="1">
                  <c:v>519</c:v>
                </c:pt>
                <c:pt idx="2">
                  <c:v>433</c:v>
                </c:pt>
                <c:pt idx="3">
                  <c:v>513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1A1-4111-8893-7AE928F16798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2076609343"/>
        <c:axId val="2076606431"/>
      </c:lineChart>
      <c:catAx>
        <c:axId val="20766093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2076606431"/>
        <c:crosses val="autoZero"/>
        <c:auto val="1"/>
        <c:lblAlgn val="ctr"/>
        <c:lblOffset val="100"/>
        <c:noMultiLvlLbl val="0"/>
      </c:catAx>
      <c:valAx>
        <c:axId val="20766064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766093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5543931539581698E-2"/>
          <c:y val="4.637673162114065E-2"/>
          <c:w val="0.96253556707528021"/>
          <c:h val="0.67165436310505811"/>
        </c:manualLayout>
      </c:layout>
      <c:lineChart>
        <c:grouping val="standard"/>
        <c:varyColors val="0"/>
        <c:ser>
          <c:idx val="0"/>
          <c:order val="0"/>
          <c:tx>
            <c:strRef>
              <c:f>SMI!$F$35</c:f>
              <c:strCache>
                <c:ptCount val="1"/>
                <c:pt idx="0">
                  <c:v>Nados Mortos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SMI!$B$36:$B$39</c:f>
              <c:numCache>
                <c:formatCode>General</c:formatCod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numCache>
            </c:numRef>
          </c:cat>
          <c:val>
            <c:numRef>
              <c:f>SMI!$F$36:$F$39</c:f>
              <c:numCache>
                <c:formatCode>General</c:formatCode>
                <c:ptCount val="4"/>
                <c:pt idx="0">
                  <c:v>617</c:v>
                </c:pt>
                <c:pt idx="1">
                  <c:v>858</c:v>
                </c:pt>
                <c:pt idx="2">
                  <c:v>746</c:v>
                </c:pt>
                <c:pt idx="3">
                  <c:v>862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1A1-4111-8893-7AE928F16798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2076609343"/>
        <c:axId val="2076606431"/>
      </c:lineChart>
      <c:catAx>
        <c:axId val="20766093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2076606431"/>
        <c:crosses val="autoZero"/>
        <c:auto val="1"/>
        <c:lblAlgn val="ctr"/>
        <c:lblOffset val="100"/>
        <c:noMultiLvlLbl val="0"/>
      </c:catAx>
      <c:valAx>
        <c:axId val="20766064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766093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1799874691496189E-2"/>
          <c:y val="4.6376648920688657E-2"/>
          <c:w val="0.96253556707528021"/>
          <c:h val="0.67165436310505811"/>
        </c:manualLayout>
      </c:layout>
      <c:lineChart>
        <c:grouping val="standard"/>
        <c:varyColors val="0"/>
        <c:ser>
          <c:idx val="0"/>
          <c:order val="0"/>
          <c:tx>
            <c:strRef>
              <c:f>SMI!$F$35</c:f>
              <c:strCache>
                <c:ptCount val="1"/>
                <c:pt idx="0">
                  <c:v>NM Foco Positivo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SMI!$B$36:$B$39</c:f>
              <c:numCache>
                <c:formatCode>General</c:formatCod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numCache>
            </c:numRef>
          </c:cat>
          <c:val>
            <c:numRef>
              <c:f>SMI!$F$36:$F$39</c:f>
              <c:numCache>
                <c:formatCode>General</c:formatCode>
                <c:ptCount val="4"/>
                <c:pt idx="0">
                  <c:v>62</c:v>
                </c:pt>
                <c:pt idx="1">
                  <c:v>109</c:v>
                </c:pt>
                <c:pt idx="2">
                  <c:v>96</c:v>
                </c:pt>
                <c:pt idx="3">
                  <c:v>105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1A1-4111-8893-7AE928F167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76609343"/>
        <c:axId val="2076606431"/>
      </c:lineChart>
      <c:lineChart>
        <c:grouping val="standard"/>
        <c:varyColors val="0"/>
        <c:ser>
          <c:idx val="1"/>
          <c:order val="1"/>
          <c:tx>
            <c:strRef>
              <c:f>SMI!$G$35</c:f>
              <c:strCache>
                <c:ptCount val="1"/>
                <c:pt idx="0">
                  <c:v>Peso NM FP Entrada</c:v>
                </c:pt>
              </c:strCache>
            </c:strRef>
          </c:tx>
          <c:spPr>
            <a:ln w="34925" cap="rnd">
              <a:solidFill>
                <a:schemeClr val="accent3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SMI!$B$36:$B$39</c:f>
              <c:numCache>
                <c:formatCode>General</c:formatCod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numCache>
            </c:numRef>
          </c:cat>
          <c:val>
            <c:numRef>
              <c:f>SMI!$G$36:$G$39</c:f>
              <c:numCache>
                <c:formatCode>0%</c:formatCode>
                <c:ptCount val="4"/>
                <c:pt idx="0">
                  <c:v>0.10048622366288493</c:v>
                </c:pt>
                <c:pt idx="1">
                  <c:v>0.12703962703962704</c:v>
                </c:pt>
                <c:pt idx="2">
                  <c:v>0.12868632707774799</c:v>
                </c:pt>
                <c:pt idx="3">
                  <c:v>0.12180974477958237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503-4046-9928-4AFFF2BB25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37985472"/>
        <c:axId val="2137984992"/>
      </c:lineChart>
      <c:catAx>
        <c:axId val="20766093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2076606431"/>
        <c:crosses val="autoZero"/>
        <c:auto val="1"/>
        <c:lblAlgn val="ctr"/>
        <c:lblOffset val="100"/>
        <c:noMultiLvlLbl val="0"/>
      </c:catAx>
      <c:valAx>
        <c:axId val="20766064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76609343"/>
        <c:crosses val="autoZero"/>
        <c:crossBetween val="between"/>
      </c:valAx>
      <c:valAx>
        <c:axId val="2137984992"/>
        <c:scaling>
          <c:orientation val="maxMin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37985472"/>
        <c:crosses val="max"/>
        <c:crossBetween val="between"/>
      </c:valAx>
      <c:catAx>
        <c:axId val="213798547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137984992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5543931539581698E-2"/>
          <c:y val="4.637673162114065E-2"/>
          <c:w val="0.96253556707528021"/>
          <c:h val="0.67165436310505811"/>
        </c:manualLayout>
      </c:layout>
      <c:lineChart>
        <c:grouping val="stacked"/>
        <c:varyColors val="0"/>
        <c:ser>
          <c:idx val="0"/>
          <c:order val="0"/>
          <c:tx>
            <c:strRef>
              <c:f>SMI!$E$35</c:f>
              <c:strCache>
                <c:ptCount val="1"/>
                <c:pt idx="0">
                  <c:v>BCG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1">
                      <a:tint val="100000"/>
                      <a:shade val="100000"/>
                      <a:satMod val="130000"/>
                    </a:schemeClr>
                  </a:gs>
                  <a:gs pos="100000">
                    <a:schemeClr val="accent1">
                      <a:tint val="50000"/>
                      <a:shade val="100000"/>
                      <a:satMod val="350000"/>
                    </a:schemeClr>
                  </a:gs>
                </a:gsLst>
                <a:lin ang="16200000" scaled="0"/>
              </a:gradFill>
              <a:ln w="9525">
                <a:solidFill>
                  <a:schemeClr val="accent1"/>
                </a:solidFill>
                <a:round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SMI!$B$36:$B$39</c:f>
              <c:numCache>
                <c:formatCode>General</c:formatCod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numCache>
            </c:numRef>
          </c:cat>
          <c:val>
            <c:numRef>
              <c:f>SMI!$E$36:$E$39</c:f>
              <c:numCache>
                <c:formatCode>General</c:formatCode>
                <c:ptCount val="4"/>
                <c:pt idx="0">
                  <c:v>129</c:v>
                </c:pt>
                <c:pt idx="1">
                  <c:v>154</c:v>
                </c:pt>
                <c:pt idx="2">
                  <c:v>87</c:v>
                </c:pt>
                <c:pt idx="3">
                  <c:v>155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1A1-4111-8893-7AE928F16798}"/>
            </c:ext>
          </c:extLst>
        </c:ser>
        <c:ser>
          <c:idx val="1"/>
          <c:order val="1"/>
          <c:tx>
            <c:strRef>
              <c:f>SMI!$F$35</c:f>
              <c:strCache>
                <c:ptCount val="1"/>
                <c:pt idx="0">
                  <c:v>Penta 1ª</c:v>
                </c:pt>
              </c:strCache>
            </c:strRef>
          </c:tx>
          <c:spPr>
            <a:ln w="34925" cap="rnd">
              <a:solidFill>
                <a:schemeClr val="accent3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3">
                      <a:tint val="100000"/>
                      <a:shade val="100000"/>
                      <a:satMod val="130000"/>
                    </a:schemeClr>
                  </a:gs>
                  <a:gs pos="100000">
                    <a:schemeClr val="accent3">
                      <a:tint val="50000"/>
                      <a:shade val="100000"/>
                      <a:satMod val="350000"/>
                    </a:schemeClr>
                  </a:gs>
                </a:gsLst>
                <a:lin ang="16200000" scaled="0"/>
              </a:gradFill>
              <a:ln w="9525">
                <a:solidFill>
                  <a:schemeClr val="accent3"/>
                </a:solidFill>
                <a:round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SMI!$B$36:$B$39</c:f>
              <c:numCache>
                <c:formatCode>General</c:formatCod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numCache>
            </c:numRef>
          </c:cat>
          <c:val>
            <c:numRef>
              <c:f>SMI!$F$36:$F$39</c:f>
              <c:numCache>
                <c:formatCode>General</c:formatCode>
                <c:ptCount val="4"/>
                <c:pt idx="0">
                  <c:v>99</c:v>
                </c:pt>
                <c:pt idx="1">
                  <c:v>104</c:v>
                </c:pt>
                <c:pt idx="2">
                  <c:v>65</c:v>
                </c:pt>
                <c:pt idx="3">
                  <c:v>106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268-4436-9412-35CA22087B2A}"/>
            </c:ext>
          </c:extLst>
        </c:ser>
        <c:ser>
          <c:idx val="2"/>
          <c:order val="2"/>
          <c:tx>
            <c:strRef>
              <c:f>SMI!$G$35</c:f>
              <c:strCache>
                <c:ptCount val="1"/>
                <c:pt idx="0">
                  <c:v>Penta 3ª</c:v>
                </c:pt>
              </c:strCache>
            </c:strRef>
          </c:tx>
          <c:spPr>
            <a:ln w="34925" cap="rnd">
              <a:solidFill>
                <a:schemeClr val="accent5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5">
                      <a:tint val="100000"/>
                      <a:shade val="100000"/>
                      <a:satMod val="130000"/>
                    </a:schemeClr>
                  </a:gs>
                  <a:gs pos="100000">
                    <a:schemeClr val="accent5">
                      <a:tint val="50000"/>
                      <a:shade val="100000"/>
                      <a:satMod val="350000"/>
                    </a:schemeClr>
                  </a:gs>
                </a:gsLst>
                <a:lin ang="16200000" scaled="0"/>
              </a:gradFill>
              <a:ln w="9525">
                <a:solidFill>
                  <a:schemeClr val="accent5"/>
                </a:solidFill>
                <a:round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SMI!$B$36:$B$39</c:f>
              <c:numCache>
                <c:formatCode>General</c:formatCod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numCache>
            </c:numRef>
          </c:cat>
          <c:val>
            <c:numRef>
              <c:f>SMI!$G$36:$G$39</c:f>
              <c:numCache>
                <c:formatCode>General</c:formatCode>
                <c:ptCount val="4"/>
                <c:pt idx="0">
                  <c:v>96</c:v>
                </c:pt>
                <c:pt idx="1">
                  <c:v>103</c:v>
                </c:pt>
                <c:pt idx="2">
                  <c:v>65</c:v>
                </c:pt>
                <c:pt idx="3">
                  <c:v>103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268-4436-9412-35CA22087B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76609343"/>
        <c:axId val="2076606431"/>
      </c:lineChart>
      <c:catAx>
        <c:axId val="20766093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2076606431"/>
        <c:crosses val="autoZero"/>
        <c:auto val="1"/>
        <c:lblAlgn val="ctr"/>
        <c:lblOffset val="100"/>
        <c:noMultiLvlLbl val="0"/>
      </c:catAx>
      <c:valAx>
        <c:axId val="20766064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766093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2552223421207904"/>
          <c:y val="0.9209952417493541"/>
          <c:w val="0.56002392493129494"/>
          <c:h val="6.022121687274742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5543931539581698E-2"/>
          <c:y val="4.637673162114065E-2"/>
          <c:w val="0.96253556707528021"/>
          <c:h val="0.67165436310505811"/>
        </c:manualLayout>
      </c:layout>
      <c:lineChart>
        <c:grouping val="stacked"/>
        <c:varyColors val="0"/>
        <c:ser>
          <c:idx val="0"/>
          <c:order val="0"/>
          <c:tx>
            <c:strRef>
              <c:f>SMI!$E$35</c:f>
              <c:strCache>
                <c:ptCount val="1"/>
                <c:pt idx="0">
                  <c:v>MR 1ª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1">
                      <a:tint val="100000"/>
                      <a:shade val="100000"/>
                      <a:satMod val="130000"/>
                    </a:schemeClr>
                  </a:gs>
                  <a:gs pos="100000">
                    <a:schemeClr val="accent1">
                      <a:tint val="50000"/>
                      <a:shade val="100000"/>
                      <a:satMod val="350000"/>
                    </a:schemeClr>
                  </a:gs>
                </a:gsLst>
                <a:lin ang="16200000" scaled="0"/>
              </a:gradFill>
              <a:ln w="9525">
                <a:solidFill>
                  <a:schemeClr val="accent1"/>
                </a:solidFill>
                <a:round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SMI!$B$36:$B$39</c:f>
              <c:numCache>
                <c:formatCode>General</c:formatCod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numCache>
            </c:numRef>
          </c:cat>
          <c:val>
            <c:numRef>
              <c:f>SMI!$E$36:$E$39</c:f>
              <c:numCache>
                <c:formatCode>General</c:formatCode>
                <c:ptCount val="4"/>
                <c:pt idx="0">
                  <c:v>99</c:v>
                </c:pt>
                <c:pt idx="1">
                  <c:v>101</c:v>
                </c:pt>
                <c:pt idx="2">
                  <c:v>61</c:v>
                </c:pt>
                <c:pt idx="3">
                  <c:v>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1A1-4111-8893-7AE928F16798}"/>
            </c:ext>
          </c:extLst>
        </c:ser>
        <c:ser>
          <c:idx val="1"/>
          <c:order val="1"/>
          <c:tx>
            <c:strRef>
              <c:f>SMI!$F$35</c:f>
              <c:strCache>
                <c:ptCount val="1"/>
                <c:pt idx="0">
                  <c:v>CCV</c:v>
                </c:pt>
              </c:strCache>
            </c:strRef>
          </c:tx>
          <c:spPr>
            <a:ln w="34925" cap="rnd">
              <a:solidFill>
                <a:schemeClr val="accent3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3">
                      <a:tint val="100000"/>
                      <a:shade val="100000"/>
                      <a:satMod val="130000"/>
                    </a:schemeClr>
                  </a:gs>
                  <a:gs pos="100000">
                    <a:schemeClr val="accent3">
                      <a:tint val="50000"/>
                      <a:shade val="100000"/>
                      <a:satMod val="350000"/>
                    </a:schemeClr>
                  </a:gs>
                </a:gsLst>
                <a:lin ang="16200000" scaled="0"/>
              </a:gradFill>
              <a:ln w="9525">
                <a:solidFill>
                  <a:schemeClr val="accent3"/>
                </a:solidFill>
                <a:round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SMI!$B$36:$B$39</c:f>
              <c:numCache>
                <c:formatCode>General</c:formatCod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numCache>
            </c:numRef>
          </c:cat>
          <c:val>
            <c:numRef>
              <c:f>SMI!$F$36:$F$39</c:f>
              <c:numCache>
                <c:formatCode>General</c:formatCode>
                <c:ptCount val="4"/>
                <c:pt idx="0">
                  <c:v>92</c:v>
                </c:pt>
                <c:pt idx="1">
                  <c:v>97</c:v>
                </c:pt>
                <c:pt idx="2">
                  <c:v>59</c:v>
                </c:pt>
                <c:pt idx="3">
                  <c:v>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268-4436-9412-35CA22087B2A}"/>
            </c:ext>
          </c:extLst>
        </c:ser>
        <c:ser>
          <c:idx val="2"/>
          <c:order val="2"/>
          <c:tx>
            <c:strRef>
              <c:f>SMI!$G$35</c:f>
              <c:strCache>
                <c:ptCount val="1"/>
                <c:pt idx="0">
                  <c:v>MR 2ª</c:v>
                </c:pt>
              </c:strCache>
            </c:strRef>
          </c:tx>
          <c:spPr>
            <a:ln w="34925" cap="rnd">
              <a:solidFill>
                <a:schemeClr val="accent5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5">
                      <a:tint val="100000"/>
                      <a:shade val="100000"/>
                      <a:satMod val="130000"/>
                    </a:schemeClr>
                  </a:gs>
                  <a:gs pos="100000">
                    <a:schemeClr val="accent5">
                      <a:tint val="50000"/>
                      <a:shade val="100000"/>
                      <a:satMod val="350000"/>
                    </a:schemeClr>
                  </a:gs>
                </a:gsLst>
                <a:lin ang="16200000" scaled="0"/>
              </a:gradFill>
              <a:ln w="9525">
                <a:solidFill>
                  <a:schemeClr val="accent5"/>
                </a:solidFill>
                <a:round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SMI!$B$36:$B$39</c:f>
              <c:numCache>
                <c:formatCode>General</c:formatCod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numCache>
            </c:numRef>
          </c:cat>
          <c:val>
            <c:numRef>
              <c:f>SMI!$G$36:$G$39</c:f>
              <c:numCache>
                <c:formatCode>General</c:formatCode>
                <c:ptCount val="4"/>
                <c:pt idx="0">
                  <c:v>79</c:v>
                </c:pt>
                <c:pt idx="1">
                  <c:v>82</c:v>
                </c:pt>
                <c:pt idx="2">
                  <c:v>80</c:v>
                </c:pt>
                <c:pt idx="3">
                  <c:v>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268-4436-9412-35CA22087B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76609343"/>
        <c:axId val="2076606431"/>
      </c:lineChart>
      <c:catAx>
        <c:axId val="20766093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2076606431"/>
        <c:crosses val="autoZero"/>
        <c:auto val="1"/>
        <c:lblAlgn val="ctr"/>
        <c:lblOffset val="100"/>
        <c:noMultiLvlLbl val="0"/>
      </c:catAx>
      <c:valAx>
        <c:axId val="20766064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766093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2552223421207904"/>
          <c:y val="0.9209952417493541"/>
          <c:w val="0.56002392493129494"/>
          <c:h val="6.022121687274742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5543931539581698E-2"/>
          <c:y val="4.637673162114065E-2"/>
          <c:w val="0.96253556707528021"/>
          <c:h val="0.67165436310505811"/>
        </c:manualLayout>
      </c:layout>
      <c:lineChart>
        <c:grouping val="standard"/>
        <c:varyColors val="0"/>
        <c:ser>
          <c:idx val="0"/>
          <c:order val="0"/>
          <c:tx>
            <c:strRef>
              <c:f>SMI!$F$35</c:f>
              <c:strCache>
                <c:ptCount val="1"/>
                <c:pt idx="0">
                  <c:v>VIT A - Criancas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SMI!$B$36:$B$39</c:f>
              <c:numCache>
                <c:formatCode>General</c:formatCod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numCache>
            </c:numRef>
          </c:cat>
          <c:val>
            <c:numRef>
              <c:f>SMI!$F$36:$F$39</c:f>
              <c:numCache>
                <c:formatCode>@</c:formatCode>
                <c:ptCount val="4"/>
                <c:pt idx="0">
                  <c:v>307032</c:v>
                </c:pt>
                <c:pt idx="1">
                  <c:v>177918</c:v>
                </c:pt>
                <c:pt idx="2">
                  <c:v>183413</c:v>
                </c:pt>
                <c:pt idx="3">
                  <c:v>189947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1A1-4111-8893-7AE928F16798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2076609343"/>
        <c:axId val="2076606431"/>
      </c:lineChart>
      <c:catAx>
        <c:axId val="20766093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2076606431"/>
        <c:crosses val="autoZero"/>
        <c:auto val="1"/>
        <c:lblAlgn val="ctr"/>
        <c:lblOffset val="100"/>
        <c:noMultiLvlLbl val="0"/>
      </c:catAx>
      <c:valAx>
        <c:axId val="20766064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@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766093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5543931539581698E-2"/>
          <c:y val="4.637673162114065E-2"/>
          <c:w val="0.96253556707528021"/>
          <c:h val="0.67165436310505811"/>
        </c:manualLayout>
      </c:layout>
      <c:lineChart>
        <c:grouping val="standard"/>
        <c:varyColors val="0"/>
        <c:ser>
          <c:idx val="0"/>
          <c:order val="0"/>
          <c:tx>
            <c:strRef>
              <c:f>SMI!$F$35</c:f>
              <c:strCache>
                <c:ptCount val="1"/>
                <c:pt idx="0">
                  <c:v>Desparasitação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SMI!$B$36:$B$39</c:f>
              <c:numCache>
                <c:formatCode>General</c:formatCod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numCache>
            </c:numRef>
          </c:cat>
          <c:val>
            <c:numRef>
              <c:f>SMI!$F$36:$F$39</c:f>
              <c:numCache>
                <c:formatCode>@</c:formatCode>
                <c:ptCount val="4"/>
                <c:pt idx="0">
                  <c:v>230174</c:v>
                </c:pt>
                <c:pt idx="1">
                  <c:v>142292</c:v>
                </c:pt>
                <c:pt idx="2">
                  <c:v>149266</c:v>
                </c:pt>
                <c:pt idx="3">
                  <c:v>145769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1A1-4111-8893-7AE928F16798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2076609343"/>
        <c:axId val="2076606431"/>
      </c:lineChart>
      <c:catAx>
        <c:axId val="20766093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2076606431"/>
        <c:crosses val="autoZero"/>
        <c:auto val="1"/>
        <c:lblAlgn val="ctr"/>
        <c:lblOffset val="100"/>
        <c:noMultiLvlLbl val="0"/>
      </c:catAx>
      <c:valAx>
        <c:axId val="20766064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@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766093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0055356360665048"/>
          <c:y val="0.86056333800149576"/>
          <c:w val="0.38747654639079276"/>
          <c:h val="0.1062853130387909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6756790089947229E-2"/>
          <c:y val="4.0153550801845961E-2"/>
          <c:w val="0.96495382346385417"/>
          <c:h val="0.8725346344064745"/>
        </c:manualLayout>
      </c:layout>
      <c:barChart>
        <c:barDir val="col"/>
        <c:grouping val="clustered"/>
        <c:varyColors val="0"/>
        <c:ser>
          <c:idx val="0"/>
          <c:order val="0"/>
          <c:spPr>
            <a:gradFill>
              <a:gsLst>
                <a:gs pos="0">
                  <a:schemeClr val="accent1"/>
                </a:gs>
                <a:gs pos="100000">
                  <a:schemeClr val="accent1">
                    <a:lumMod val="84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c:spPr>
          <c:invertIfNegative val="0"/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PT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9C7F-40E4-B687-6741E5C01E9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Nutricao!$I$27:$I$30</c:f>
              <c:strCache>
                <c:ptCount val="4"/>
                <c:pt idx="0">
                  <c:v>Ano 2022</c:v>
                </c:pt>
                <c:pt idx="1">
                  <c:v>Ano 2023</c:v>
                </c:pt>
                <c:pt idx="2">
                  <c:v>Ano 2024</c:v>
                </c:pt>
                <c:pt idx="3">
                  <c:v>Ano 2025</c:v>
                </c:pt>
              </c:strCache>
            </c:strRef>
          </c:cat>
          <c:val>
            <c:numRef>
              <c:f>Nutricao!$J$27:$J$30</c:f>
              <c:numCache>
                <c:formatCode>@</c:formatCode>
                <c:ptCount val="4"/>
                <c:pt idx="0">
                  <c:v>937</c:v>
                </c:pt>
                <c:pt idx="1">
                  <c:v>993</c:v>
                </c:pt>
                <c:pt idx="2">
                  <c:v>1038</c:v>
                </c:pt>
                <c:pt idx="3">
                  <c:v>1210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C7F-40E4-B687-6741E5C01E9B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axId val="1993521632"/>
        <c:axId val="1993483776"/>
      </c:barChart>
      <c:catAx>
        <c:axId val="19935216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defRPr>
            </a:pPr>
            <a:endParaRPr lang="pt-PT"/>
          </a:p>
        </c:txPr>
        <c:crossAx val="1993483776"/>
        <c:crosses val="autoZero"/>
        <c:auto val="1"/>
        <c:lblAlgn val="ctr"/>
        <c:lblOffset val="100"/>
        <c:noMultiLvlLbl val="0"/>
      </c:catAx>
      <c:valAx>
        <c:axId val="1993483776"/>
        <c:scaling>
          <c:orientation val="minMax"/>
        </c:scaling>
        <c:delete val="1"/>
        <c:axPos val="l"/>
        <c:numFmt formatCode="@" sourceLinked="1"/>
        <c:majorTickMark val="none"/>
        <c:minorTickMark val="none"/>
        <c:tickLblPos val="nextTo"/>
        <c:crossAx val="19935216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68000">
          <a:schemeClr val="lt1">
            <a:lumMod val="85000"/>
          </a:schemeClr>
        </a:gs>
        <a:gs pos="100000">
          <a:schemeClr val="lt1"/>
        </a:gs>
      </a:gsLst>
      <a:lin ang="5400000" scaled="1"/>
      <a:tileRect/>
    </a:gra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5543931539581698E-2"/>
          <c:y val="4.637673162114065E-2"/>
          <c:w val="0.96253556707528021"/>
          <c:h val="0.67165436310505811"/>
        </c:manualLayout>
      </c:layout>
      <c:lineChart>
        <c:grouping val="standard"/>
        <c:varyColors val="0"/>
        <c:ser>
          <c:idx val="0"/>
          <c:order val="0"/>
          <c:tx>
            <c:strRef>
              <c:f>SMI!$E$35</c:f>
              <c:strCache>
                <c:ptCount val="1"/>
                <c:pt idx="0">
                  <c:v>Tx Abandono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SMI!$B$36:$B$39</c:f>
              <c:numCache>
                <c:formatCode>General</c:formatCod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numCache>
            </c:numRef>
          </c:cat>
          <c:val>
            <c:numRef>
              <c:f>SMI!$E$36:$E$39</c:f>
              <c:numCache>
                <c:formatCode>0%</c:formatCode>
                <c:ptCount val="4"/>
                <c:pt idx="0">
                  <c:v>0.18552497451580022</c:v>
                </c:pt>
                <c:pt idx="1">
                  <c:v>0.15023923444976076</c:v>
                </c:pt>
                <c:pt idx="2">
                  <c:v>9.825528007346189E-2</c:v>
                </c:pt>
                <c:pt idx="3">
                  <c:v>5.2549019607843139E-2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1A1-4111-8893-7AE928F16798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2076609343"/>
        <c:axId val="2076606431"/>
      </c:lineChart>
      <c:catAx>
        <c:axId val="20766093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2076606431"/>
        <c:crosses val="autoZero"/>
        <c:auto val="1"/>
        <c:lblAlgn val="ctr"/>
        <c:lblOffset val="100"/>
        <c:noMultiLvlLbl val="0"/>
      </c:catAx>
      <c:valAx>
        <c:axId val="20766064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766093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5543931539581698E-2"/>
          <c:y val="4.637673162114065E-2"/>
          <c:w val="0.96253556707528021"/>
          <c:h val="0.67165436310505811"/>
        </c:manualLayout>
      </c:layout>
      <c:lineChart>
        <c:grouping val="standard"/>
        <c:varyColors val="0"/>
        <c:ser>
          <c:idx val="0"/>
          <c:order val="0"/>
          <c:tx>
            <c:strRef>
              <c:f>SMI!$E$35</c:f>
              <c:strCache>
                <c:ptCount val="1"/>
                <c:pt idx="0">
                  <c:v>Tx Cura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SMI!$B$36:$B$39</c:f>
              <c:numCache>
                <c:formatCode>General</c:formatCod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numCache>
            </c:numRef>
          </c:cat>
          <c:val>
            <c:numRef>
              <c:f>SMI!$E$36:$E$39</c:f>
              <c:numCache>
                <c:formatCode>0%</c:formatCode>
                <c:ptCount val="4"/>
                <c:pt idx="0">
                  <c:v>0.86850152905198774</c:v>
                </c:pt>
                <c:pt idx="1">
                  <c:v>0.93588516746411488</c:v>
                </c:pt>
                <c:pt idx="2">
                  <c:v>0.80073461891643705</c:v>
                </c:pt>
                <c:pt idx="3">
                  <c:v>0.77803921568627454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1A1-4111-8893-7AE928F16798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2076609343"/>
        <c:axId val="2076606431"/>
      </c:lineChart>
      <c:catAx>
        <c:axId val="20766093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2076606431"/>
        <c:crosses val="autoZero"/>
        <c:auto val="1"/>
        <c:lblAlgn val="ctr"/>
        <c:lblOffset val="100"/>
        <c:noMultiLvlLbl val="0"/>
      </c:catAx>
      <c:valAx>
        <c:axId val="20766064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766093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5543931539581698E-2"/>
          <c:y val="4.637673162114065E-2"/>
          <c:w val="0.96253556707528021"/>
          <c:h val="0.72368088653855867"/>
        </c:manualLayout>
      </c:layout>
      <c:lineChart>
        <c:grouping val="standard"/>
        <c:varyColors val="0"/>
        <c:ser>
          <c:idx val="0"/>
          <c:order val="0"/>
          <c:tx>
            <c:strRef>
              <c:f>SMI!$E$35</c:f>
              <c:strCache>
                <c:ptCount val="1"/>
                <c:pt idx="0">
                  <c:v>BPN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SMI!$B$36:$B$39</c:f>
              <c:numCache>
                <c:formatCode>General</c:formatCod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numCache>
            </c:numRef>
          </c:cat>
          <c:val>
            <c:numRef>
              <c:f>SMI!$E$36:$E$39</c:f>
              <c:numCache>
                <c:formatCode>0%</c:formatCode>
                <c:ptCount val="4"/>
                <c:pt idx="0">
                  <c:v>5.1381008611503125E-2</c:v>
                </c:pt>
                <c:pt idx="1">
                  <c:v>6.2920869819807837E-2</c:v>
                </c:pt>
                <c:pt idx="2">
                  <c:v>5.4126074498567336E-2</c:v>
                </c:pt>
                <c:pt idx="3">
                  <c:v>4.1072864137981439E-2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1A1-4111-8893-7AE928F16798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2076609343"/>
        <c:axId val="2076606431"/>
      </c:lineChart>
      <c:catAx>
        <c:axId val="20766093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2076606431"/>
        <c:crosses val="autoZero"/>
        <c:auto val="1"/>
        <c:lblAlgn val="ctr"/>
        <c:lblOffset val="100"/>
        <c:noMultiLvlLbl val="0"/>
      </c:catAx>
      <c:valAx>
        <c:axId val="20766064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766093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3217329757628822E-2"/>
          <c:y val="3.5884534510544713E-2"/>
          <c:w val="0.92988624484625759"/>
          <c:h val="0.77582055369554193"/>
        </c:manualLayout>
      </c:layout>
      <c:lineChart>
        <c:grouping val="stacked"/>
        <c:varyColors val="0"/>
        <c:ser>
          <c:idx val="0"/>
          <c:order val="0"/>
          <c:tx>
            <c:strRef>
              <c:f>HIV!$B$65</c:f>
              <c:strCache>
                <c:ptCount val="1"/>
                <c:pt idx="0">
                  <c:v>IC Inscritos</c:v>
                </c:pt>
              </c:strCache>
            </c:strRef>
          </c:tx>
          <c:spPr>
            <a:ln w="22225" cap="rnd" cmpd="sng" algn="ctr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solidFill>
                <a:schemeClr val="bg2">
                  <a:lumMod val="75000"/>
                </a:schemeClr>
              </a:solidFill>
              <a:ln>
                <a:solidFill>
                  <a:schemeClr val="dk1">
                    <a:lumMod val="25000"/>
                    <a:lumOff val="75000"/>
                  </a:schemeClr>
                </a:solidFill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dLblPos val="l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heptagon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HIV!$A$66:$A$69</c:f>
              <c:strCache>
                <c:ptCount val="4"/>
                <c:pt idx="0">
                  <c:v>Ano 2022</c:v>
                </c:pt>
                <c:pt idx="1">
                  <c:v>Ano 2023</c:v>
                </c:pt>
                <c:pt idx="2">
                  <c:v>Ano 2024</c:v>
                </c:pt>
                <c:pt idx="3">
                  <c:v>Ano 2025</c:v>
                </c:pt>
              </c:strCache>
            </c:strRef>
          </c:cat>
          <c:val>
            <c:numRef>
              <c:f>HIV!$B$66:$B$69</c:f>
              <c:numCache>
                <c:formatCode>0%</c:formatCode>
                <c:ptCount val="4"/>
                <c:pt idx="0">
                  <c:v>1.05093592512599</c:v>
                </c:pt>
                <c:pt idx="1">
                  <c:v>0.84490007487185392</c:v>
                </c:pt>
                <c:pt idx="2">
                  <c:v>0.74855268236202244</c:v>
                </c:pt>
                <c:pt idx="3">
                  <c:v>1.078980643906235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876-439A-8426-07DB663E65DF}"/>
            </c:ext>
          </c:extLst>
        </c:ser>
        <c:ser>
          <c:idx val="1"/>
          <c:order val="1"/>
          <c:tx>
            <c:strRef>
              <c:f>HIV!$C$65</c:f>
              <c:strCache>
                <c:ptCount val="1"/>
                <c:pt idx="0">
                  <c:v>IC Inicio TARV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solidFill>
                <a:schemeClr val="accent2"/>
              </a:solidFill>
              <a:ln>
                <a:solidFill>
                  <a:schemeClr val="dk1">
                    <a:lumMod val="25000"/>
                    <a:lumOff val="75000"/>
                  </a:schemeClr>
                </a:solidFill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flowChartConnector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HIV!$A$66:$A$69</c:f>
              <c:strCache>
                <c:ptCount val="4"/>
                <c:pt idx="0">
                  <c:v>Ano 2022</c:v>
                </c:pt>
                <c:pt idx="1">
                  <c:v>Ano 2023</c:v>
                </c:pt>
                <c:pt idx="2">
                  <c:v>Ano 2024</c:v>
                </c:pt>
                <c:pt idx="3">
                  <c:v>Ano 2025</c:v>
                </c:pt>
              </c:strCache>
            </c:strRef>
          </c:cat>
          <c:val>
            <c:numRef>
              <c:f>HIV!$C$66:$C$69</c:f>
              <c:numCache>
                <c:formatCode>0%</c:formatCode>
                <c:ptCount val="4"/>
                <c:pt idx="0">
                  <c:v>1.0382169426445884</c:v>
                </c:pt>
                <c:pt idx="1">
                  <c:v>0.82641248632148823</c:v>
                </c:pt>
                <c:pt idx="2">
                  <c:v>0.74134825678631155</c:v>
                </c:pt>
                <c:pt idx="3">
                  <c:v>1.0604026845637586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876-439A-8426-07DB663E65DF}"/>
            </c:ext>
          </c:extLst>
        </c:ser>
        <c:ser>
          <c:idx val="2"/>
          <c:order val="2"/>
          <c:tx>
            <c:strRef>
              <c:f>HIV!$D$65</c:f>
              <c:strCache>
                <c:ptCount val="1"/>
                <c:pt idx="0">
                  <c:v>IC Activos</c:v>
                </c:pt>
              </c:strCache>
            </c:strRef>
          </c:tx>
          <c:spPr>
            <a:ln w="22225" cap="rnd" cmpd="sng" algn="ctr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spPr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dk1">
                    <a:lumMod val="25000"/>
                    <a:lumOff val="75000"/>
                  </a:schemeClr>
                </a:solidFill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dodecagon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HIV!$A$66:$A$69</c:f>
              <c:strCache>
                <c:ptCount val="4"/>
                <c:pt idx="0">
                  <c:v>Ano 2022</c:v>
                </c:pt>
                <c:pt idx="1">
                  <c:v>Ano 2023</c:v>
                </c:pt>
                <c:pt idx="2">
                  <c:v>Ano 2024</c:v>
                </c:pt>
                <c:pt idx="3">
                  <c:v>Ano 2025</c:v>
                </c:pt>
              </c:strCache>
            </c:strRef>
          </c:cat>
          <c:val>
            <c:numRef>
              <c:f>HIV!$D$66:$D$69</c:f>
              <c:numCache>
                <c:formatCode>0%</c:formatCode>
                <c:ptCount val="4"/>
                <c:pt idx="0">
                  <c:v>1.0223049867958267</c:v>
                </c:pt>
                <c:pt idx="1">
                  <c:v>1.0195566089545336</c:v>
                </c:pt>
                <c:pt idx="2">
                  <c:v>0.92451791822684548</c:v>
                </c:pt>
                <c:pt idx="3">
                  <c:v>0.92914283197436609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876-439A-8426-07DB663E65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564364304"/>
        <c:axId val="564365136"/>
      </c:lineChart>
      <c:catAx>
        <c:axId val="564364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spc="2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564365136"/>
        <c:crosses val="autoZero"/>
        <c:auto val="1"/>
        <c:lblAlgn val="ctr"/>
        <c:lblOffset val="100"/>
        <c:noMultiLvlLbl val="0"/>
      </c:catAx>
      <c:valAx>
        <c:axId val="564365136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spc="2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564364304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1" i="0" u="none" strike="noStrike" kern="1200" baseline="0">
              <a:solidFill>
                <a:srgbClr val="000000"/>
              </a:solidFill>
              <a:latin typeface="+mn-lt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gradFill>
              <a:gsLst>
                <a:gs pos="0">
                  <a:schemeClr val="accent1"/>
                </a:gs>
                <a:gs pos="100000">
                  <a:schemeClr val="accent1">
                    <a:lumMod val="84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APSS_2!$H$24:$H$27</c:f>
              <c:strCache>
                <c:ptCount val="4"/>
                <c:pt idx="0">
                  <c:v>Seg Adesão Jan a Mar 2022</c:v>
                </c:pt>
                <c:pt idx="1">
                  <c:v>Seg Adesão Abr a Jun 2022</c:v>
                </c:pt>
                <c:pt idx="2">
                  <c:v>Seg Adesão Jul a Set 2022</c:v>
                </c:pt>
                <c:pt idx="3">
                  <c:v>Seg Adesão Out a Dez 2022</c:v>
                </c:pt>
              </c:strCache>
            </c:strRef>
          </c:cat>
          <c:val>
            <c:numRef>
              <c:f>APSS_2!$I$24:$I$27</c:f>
              <c:numCache>
                <c:formatCode>0%</c:formatCode>
                <c:ptCount val="4"/>
                <c:pt idx="0">
                  <c:v>0.81635655144670405</c:v>
                </c:pt>
                <c:pt idx="1">
                  <c:v>0.8423993445830853</c:v>
                </c:pt>
                <c:pt idx="2">
                  <c:v>0.83682284127152251</c:v>
                </c:pt>
                <c:pt idx="3">
                  <c:v>0.78420878872652078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BC-451C-901D-0DF169295DFF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870617808"/>
        <c:axId val="870628624"/>
      </c:barChart>
      <c:catAx>
        <c:axId val="870617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defRPr>
            </a:pPr>
            <a:endParaRPr lang="pt-PT"/>
          </a:p>
        </c:txPr>
        <c:crossAx val="870628624"/>
        <c:crosses val="autoZero"/>
        <c:auto val="1"/>
        <c:lblAlgn val="ctr"/>
        <c:lblOffset val="100"/>
        <c:noMultiLvlLbl val="0"/>
      </c:catAx>
      <c:valAx>
        <c:axId val="870628624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870617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68000">
          <a:schemeClr val="lt1">
            <a:lumMod val="85000"/>
          </a:schemeClr>
        </a:gs>
        <a:gs pos="100000">
          <a:schemeClr val="lt1"/>
        </a:gs>
      </a:gsLst>
      <a:lin ang="5400000" scaled="1"/>
      <a:tileRect/>
    </a:gra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7234041135486333E-2"/>
          <c:y val="1.6519530116924454E-2"/>
          <c:w val="0.92553191772902732"/>
          <c:h val="0.80866251793693633"/>
        </c:manualLayout>
      </c:layout>
      <c:barChart>
        <c:barDir val="col"/>
        <c:grouping val="clustered"/>
        <c:varyColors val="0"/>
        <c:ser>
          <c:idx val="0"/>
          <c:order val="0"/>
          <c:spPr>
            <a:gradFill>
              <a:gsLst>
                <a:gs pos="0">
                  <a:schemeClr val="accent1"/>
                </a:gs>
                <a:gs pos="100000">
                  <a:schemeClr val="accent1">
                    <a:lumMod val="84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3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APSS_2!$B$24:$B$27</c:f>
              <c:strCache>
                <c:ptCount val="4"/>
                <c:pt idx="0">
                  <c:v>Seg Adesão Jan a Mar 2025</c:v>
                </c:pt>
                <c:pt idx="1">
                  <c:v>Seg Adesão Abr a Jun 2025</c:v>
                </c:pt>
                <c:pt idx="2">
                  <c:v>Seg Adesão Jul a Set 2025</c:v>
                </c:pt>
                <c:pt idx="3">
                  <c:v>Seg Adesão Out a Dez 2025</c:v>
                </c:pt>
              </c:strCache>
            </c:strRef>
          </c:cat>
          <c:val>
            <c:numRef>
              <c:f>APSS_2!$C$24:$C$27</c:f>
              <c:numCache>
                <c:formatCode>0%</c:formatCode>
                <c:ptCount val="4"/>
                <c:pt idx="0">
                  <c:v>0.52493722728093628</c:v>
                </c:pt>
                <c:pt idx="1">
                  <c:v>0.59727841335278453</c:v>
                </c:pt>
                <c:pt idx="2">
                  <c:v>0.5989780128827954</c:v>
                </c:pt>
                <c:pt idx="3">
                  <c:v>0.59034859536746798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BA8-42C0-9710-18C97C2B42CF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818660848"/>
        <c:axId val="818662928"/>
      </c:barChart>
      <c:catAx>
        <c:axId val="8186608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rgbClr val="000000"/>
                </a:solidFill>
                <a:effectLst/>
                <a:latin typeface="+mn-lt"/>
                <a:ea typeface="+mn-ea"/>
                <a:cs typeface="+mn-cs"/>
              </a:defRPr>
            </a:pPr>
            <a:endParaRPr lang="pt-PT"/>
          </a:p>
        </c:txPr>
        <c:crossAx val="818662928"/>
        <c:crosses val="autoZero"/>
        <c:auto val="1"/>
        <c:lblAlgn val="ctr"/>
        <c:lblOffset val="100"/>
        <c:noMultiLvlLbl val="0"/>
      </c:catAx>
      <c:valAx>
        <c:axId val="818662928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8186608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68000">
          <a:schemeClr val="lt1">
            <a:lumMod val="85000"/>
          </a:schemeClr>
        </a:gs>
        <a:gs pos="100000">
          <a:schemeClr val="lt1"/>
        </a:gs>
      </a:gsLst>
      <a:lin ang="5400000" scaled="1"/>
      <a:tileRect/>
    </a:gra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 b="1">
          <a:solidFill>
            <a:srgbClr val="000000"/>
          </a:solidFill>
        </a:defRPr>
      </a:pPr>
      <a:endParaRPr lang="pt-PT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5543931539581698E-2"/>
          <c:y val="4.637673162114065E-2"/>
          <c:w val="0.96253556707528021"/>
          <c:h val="0.67165436310505811"/>
        </c:manualLayout>
      </c:layout>
      <c:lineChart>
        <c:grouping val="standard"/>
        <c:varyColors val="0"/>
        <c:ser>
          <c:idx val="0"/>
          <c:order val="0"/>
          <c:tx>
            <c:strRef>
              <c:f>SMI!$F$35</c:f>
              <c:strCache>
                <c:ptCount val="1"/>
                <c:pt idx="0">
                  <c:v>TB TF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SMI!$B$36:$B$39</c:f>
              <c:numCache>
                <c:formatCode>General</c:formatCod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numCache>
            </c:numRef>
          </c:cat>
          <c:val>
            <c:numRef>
              <c:f>SMI!$F$36:$F$39</c:f>
              <c:numCache>
                <c:formatCode>General</c:formatCode>
                <c:ptCount val="4"/>
                <c:pt idx="0">
                  <c:v>6544</c:v>
                </c:pt>
                <c:pt idx="1">
                  <c:v>6066</c:v>
                </c:pt>
                <c:pt idx="2">
                  <c:v>5645</c:v>
                </c:pt>
                <c:pt idx="3">
                  <c:v>5235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1A1-4111-8893-7AE928F16798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2076609343"/>
        <c:axId val="2076606431"/>
      </c:lineChart>
      <c:catAx>
        <c:axId val="20766093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2076606431"/>
        <c:crosses val="autoZero"/>
        <c:auto val="1"/>
        <c:lblAlgn val="ctr"/>
        <c:lblOffset val="100"/>
        <c:noMultiLvlLbl val="0"/>
      </c:catAx>
      <c:valAx>
        <c:axId val="20766064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766093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5543931539581698E-2"/>
          <c:y val="4.637673162114065E-2"/>
          <c:w val="0.96253556707528021"/>
          <c:h val="0.67165436310505811"/>
        </c:manualLayout>
      </c:layout>
      <c:lineChart>
        <c:grouping val="standard"/>
        <c:varyColors val="0"/>
        <c:ser>
          <c:idx val="0"/>
          <c:order val="0"/>
          <c:tx>
            <c:strRef>
              <c:f>SMI!$E$35</c:f>
              <c:strCache>
                <c:ptCount val="1"/>
                <c:pt idx="0">
                  <c:v>Taxa de Sucesso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SMI!$B$36:$B$39</c:f>
              <c:numCache>
                <c:formatCode>General</c:formatCod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numCache>
            </c:numRef>
          </c:cat>
          <c:val>
            <c:numRef>
              <c:f>SMI!$E$36:$E$39</c:f>
              <c:numCache>
                <c:formatCode>0%</c:formatCode>
                <c:ptCount val="4"/>
                <c:pt idx="0">
                  <c:v>0.85</c:v>
                </c:pt>
                <c:pt idx="1">
                  <c:v>0.88</c:v>
                </c:pt>
                <c:pt idx="2">
                  <c:v>0.9</c:v>
                </c:pt>
                <c:pt idx="3">
                  <c:v>0.89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1A1-4111-8893-7AE928F16798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2076609343"/>
        <c:axId val="2076606431"/>
      </c:lineChart>
      <c:catAx>
        <c:axId val="20766093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2076606431"/>
        <c:crosses val="autoZero"/>
        <c:auto val="1"/>
        <c:lblAlgn val="ctr"/>
        <c:lblOffset val="100"/>
        <c:noMultiLvlLbl val="0"/>
      </c:catAx>
      <c:valAx>
        <c:axId val="20766064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766093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4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34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34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34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34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10.xml><?xml version="1.0" encoding="utf-8"?>
<cs:chartStyle xmlns:cs="http://schemas.microsoft.com/office/drawing/2012/chartStyle" xmlns:a="http://schemas.openxmlformats.org/drawingml/2006/main" id="34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11.xml><?xml version="1.0" encoding="utf-8"?>
<cs:chartStyle xmlns:cs="http://schemas.microsoft.com/office/drawing/2012/chartStyle" xmlns:a="http://schemas.openxmlformats.org/drawingml/2006/main" id="34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12.xml><?xml version="1.0" encoding="utf-8"?>
<cs:chartStyle xmlns:cs="http://schemas.microsoft.com/office/drawing/2012/chartStyle" xmlns:a="http://schemas.openxmlformats.org/drawingml/2006/main" id="34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13.xml><?xml version="1.0" encoding="utf-8"?>
<cs:chartStyle xmlns:cs="http://schemas.microsoft.com/office/drawing/2012/chartStyle" xmlns:a="http://schemas.openxmlformats.org/drawingml/2006/main" id="34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14.xml><?xml version="1.0" encoding="utf-8"?>
<cs:chartStyle xmlns:cs="http://schemas.microsoft.com/office/drawing/2012/chartStyle" xmlns:a="http://schemas.openxmlformats.org/drawingml/2006/main" id="20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>
      <a:effectLst/>
    </cs:defRPr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68000">
            <a:schemeClr val="lt1">
              <a:lumMod val="85000"/>
            </a:schemeClr>
          </a:gs>
          <a:gs pos="100000">
            <a:schemeClr val="lt1"/>
          </a:gs>
        </a:gsLst>
        <a:lin ang="5400000" scaled="1"/>
        <a:tileRect/>
      </a:gra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lt1"/>
    </cs:fontRef>
    <cs:spPr/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gradFill>
          <a:gsLst>
            <a:gs pos="0">
              <a:schemeClr val="phClr"/>
            </a:gs>
            <a:gs pos="100000">
              <a:schemeClr val="phClr">
                <a:lumMod val="84000"/>
              </a:schemeClr>
            </a:gs>
          </a:gsLst>
          <a:lin ang="5400000" scaled="1"/>
        </a:gra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kern="1200">
      <a:effectLst/>
    </cs:defRPr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dk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15.xml><?xml version="1.0" encoding="utf-8"?>
<cs:chartStyle xmlns:cs="http://schemas.microsoft.com/office/drawing/2012/chartStyle" xmlns:a="http://schemas.openxmlformats.org/drawingml/2006/main" id="34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16.xml><?xml version="1.0" encoding="utf-8"?>
<cs:chartStyle xmlns:cs="http://schemas.microsoft.com/office/drawing/2012/chartStyle" xmlns:a="http://schemas.openxmlformats.org/drawingml/2006/main" id="34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17.xml><?xml version="1.0" encoding="utf-8"?>
<cs:chartStyle xmlns:cs="http://schemas.microsoft.com/office/drawing/2012/chartStyle" xmlns:a="http://schemas.openxmlformats.org/drawingml/2006/main" id="34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18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19.xml><?xml version="1.0" encoding="utf-8"?>
<cs:chartStyle xmlns:cs="http://schemas.microsoft.com/office/drawing/2012/chartStyle" xmlns:a="http://schemas.openxmlformats.org/drawingml/2006/main" id="20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>
      <a:effectLst/>
    </cs:defRPr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68000">
            <a:schemeClr val="lt1">
              <a:lumMod val="85000"/>
            </a:schemeClr>
          </a:gs>
          <a:gs pos="100000">
            <a:schemeClr val="lt1"/>
          </a:gs>
        </a:gsLst>
        <a:lin ang="5400000" scaled="1"/>
        <a:tileRect/>
      </a:gra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lt1"/>
    </cs:fontRef>
    <cs:spPr/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gradFill>
          <a:gsLst>
            <a:gs pos="0">
              <a:schemeClr val="phClr"/>
            </a:gs>
            <a:gs pos="100000">
              <a:schemeClr val="phClr">
                <a:lumMod val="84000"/>
              </a:schemeClr>
            </a:gs>
          </a:gsLst>
          <a:lin ang="5400000" scaled="1"/>
        </a:gra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kern="1200">
      <a:effectLst/>
    </cs:defRPr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dk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0.xml><?xml version="1.0" encoding="utf-8"?>
<cs:chartStyle xmlns:cs="http://schemas.microsoft.com/office/drawing/2012/chartStyle" xmlns:a="http://schemas.openxmlformats.org/drawingml/2006/main" id="20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>
      <a:effectLst/>
    </cs:defRPr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68000">
            <a:schemeClr val="lt1">
              <a:lumMod val="85000"/>
            </a:schemeClr>
          </a:gs>
          <a:gs pos="100000">
            <a:schemeClr val="lt1"/>
          </a:gs>
        </a:gsLst>
        <a:lin ang="5400000" scaled="1"/>
        <a:tileRect/>
      </a:gra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lt1"/>
    </cs:fontRef>
    <cs:spPr/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gradFill>
          <a:gsLst>
            <a:gs pos="0">
              <a:schemeClr val="phClr"/>
            </a:gs>
            <a:gs pos="100000">
              <a:schemeClr val="phClr">
                <a:lumMod val="84000"/>
              </a:schemeClr>
            </a:gs>
          </a:gsLst>
          <a:lin ang="5400000" scaled="1"/>
        </a:gra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kern="1200">
      <a:effectLst/>
    </cs:defRPr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dk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1.xml><?xml version="1.0" encoding="utf-8"?>
<cs:chartStyle xmlns:cs="http://schemas.microsoft.com/office/drawing/2012/chartStyle" xmlns:a="http://schemas.openxmlformats.org/drawingml/2006/main" id="34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22.xml><?xml version="1.0" encoding="utf-8"?>
<cs:chartStyle xmlns:cs="http://schemas.microsoft.com/office/drawing/2012/chartStyle" xmlns:a="http://schemas.openxmlformats.org/drawingml/2006/main" id="34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037A994-827C-42E7-B50A-DEED8C186439}" type="doc">
      <dgm:prSet loTypeId="urn:microsoft.com/office/officeart/2005/8/layout/hList1" loCatId="list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pt-PT"/>
        </a:p>
      </dgm:t>
    </dgm:pt>
    <dgm:pt modelId="{B64D22C4-BC7F-423A-8177-8EAE6ABC0ED9}">
      <dgm:prSet phldrT="[Texto]" custT="1"/>
      <dgm:spPr/>
      <dgm:t>
        <a:bodyPr/>
        <a:lstStyle/>
        <a:p>
          <a:r>
            <a:rPr lang="pt-PT" sz="1100" b="1" dirty="0"/>
            <a:t>2024</a:t>
          </a:r>
        </a:p>
      </dgm:t>
    </dgm:pt>
    <dgm:pt modelId="{963CD5A6-3603-419E-BC62-F7BA9EC628DE}" type="parTrans" cxnId="{4FC29137-8F29-46B3-B67F-32FE4075563A}">
      <dgm:prSet/>
      <dgm:spPr/>
      <dgm:t>
        <a:bodyPr/>
        <a:lstStyle/>
        <a:p>
          <a:endParaRPr lang="pt-PT" sz="1100"/>
        </a:p>
      </dgm:t>
    </dgm:pt>
    <dgm:pt modelId="{AEE6CF97-723F-4FD3-98A7-2286A3AFAEFC}" type="sibTrans" cxnId="{4FC29137-8F29-46B3-B67F-32FE4075563A}">
      <dgm:prSet/>
      <dgm:spPr/>
      <dgm:t>
        <a:bodyPr/>
        <a:lstStyle/>
        <a:p>
          <a:endParaRPr lang="pt-PT" sz="1100"/>
        </a:p>
      </dgm:t>
    </dgm:pt>
    <dgm:pt modelId="{2A68F0AA-B1AE-4183-8315-27F0EE5F5F86}">
      <dgm:prSet phldrT="[Texto]" custT="1"/>
      <dgm:spPr/>
      <dgm:t>
        <a:bodyPr anchor="ctr"/>
        <a:lstStyle/>
        <a:p>
          <a:pPr algn="just">
            <a:lnSpc>
              <a:spcPct val="100000"/>
            </a:lnSpc>
          </a:pPr>
          <a:r>
            <a:rPr lang="pt-PT" sz="800" b="0" dirty="0" err="1"/>
            <a:t>KaMpfumu</a:t>
          </a:r>
          <a:r>
            <a:rPr lang="pt-PT" sz="800" b="1" dirty="0"/>
            <a:t>: 		9676</a:t>
          </a:r>
          <a:endParaRPr lang="pt-PT" sz="800" dirty="0"/>
        </a:p>
      </dgm:t>
    </dgm:pt>
    <dgm:pt modelId="{BB07A91D-D3E0-4C45-8E09-284E76E11CC0}" type="parTrans" cxnId="{10E8B724-D363-4E75-BBE7-AB9DF3A9763F}">
      <dgm:prSet/>
      <dgm:spPr/>
      <dgm:t>
        <a:bodyPr/>
        <a:lstStyle/>
        <a:p>
          <a:endParaRPr lang="pt-PT" sz="1100"/>
        </a:p>
      </dgm:t>
    </dgm:pt>
    <dgm:pt modelId="{A383DC93-412F-4A85-A095-8432B6408CB2}" type="sibTrans" cxnId="{10E8B724-D363-4E75-BBE7-AB9DF3A9763F}">
      <dgm:prSet/>
      <dgm:spPr/>
      <dgm:t>
        <a:bodyPr/>
        <a:lstStyle/>
        <a:p>
          <a:endParaRPr lang="pt-PT" sz="1100"/>
        </a:p>
      </dgm:t>
    </dgm:pt>
    <dgm:pt modelId="{9CADE8BE-541D-4FD1-9169-0E440327B252}">
      <dgm:prSet phldrT="[Texto]" custT="1"/>
      <dgm:spPr/>
      <dgm:t>
        <a:bodyPr/>
        <a:lstStyle/>
        <a:p>
          <a:r>
            <a:rPr lang="pt-PT" sz="1100" b="1" dirty="0"/>
            <a:t>2025</a:t>
          </a:r>
        </a:p>
      </dgm:t>
    </dgm:pt>
    <dgm:pt modelId="{559AD12E-32B4-4ABA-B38B-2325EFB8E2C8}" type="parTrans" cxnId="{2E2CFAA7-1867-49FF-A83C-8CB9AB57786F}">
      <dgm:prSet/>
      <dgm:spPr/>
      <dgm:t>
        <a:bodyPr/>
        <a:lstStyle/>
        <a:p>
          <a:endParaRPr lang="pt-PT" sz="1100"/>
        </a:p>
      </dgm:t>
    </dgm:pt>
    <dgm:pt modelId="{FFBE46E7-AC1B-4716-92DF-87EA7DC9A7AB}" type="sibTrans" cxnId="{2E2CFAA7-1867-49FF-A83C-8CB9AB57786F}">
      <dgm:prSet/>
      <dgm:spPr/>
      <dgm:t>
        <a:bodyPr/>
        <a:lstStyle/>
        <a:p>
          <a:endParaRPr lang="pt-PT" sz="1100"/>
        </a:p>
      </dgm:t>
    </dgm:pt>
    <dgm:pt modelId="{616AF4CE-31B5-429C-B407-AE3C5A0AA55A}">
      <dgm:prSet phldrT="[Texto]" custT="1"/>
      <dgm:spPr/>
      <dgm:t>
        <a:bodyPr anchor="ctr"/>
        <a:lstStyle/>
        <a:p>
          <a:pPr algn="just">
            <a:lnSpc>
              <a:spcPct val="100000"/>
            </a:lnSpc>
          </a:pPr>
          <a:r>
            <a:rPr lang="pt-PT" sz="800" b="0" dirty="0" err="1"/>
            <a:t>KaMpfumu</a:t>
          </a:r>
          <a:r>
            <a:rPr lang="pt-PT" sz="800" b="1" dirty="0"/>
            <a:t>: 		</a:t>
          </a:r>
          <a:r>
            <a:rPr lang="pt-PT" sz="800" dirty="0"/>
            <a:t>2372</a:t>
          </a:r>
        </a:p>
      </dgm:t>
    </dgm:pt>
    <dgm:pt modelId="{F7B8866F-570F-4BE7-8F56-C1F3A13066F3}" type="parTrans" cxnId="{C2C4F693-0128-44D8-94A8-8BB9192E0B20}">
      <dgm:prSet/>
      <dgm:spPr/>
      <dgm:t>
        <a:bodyPr/>
        <a:lstStyle/>
        <a:p>
          <a:endParaRPr lang="pt-PT" sz="1100"/>
        </a:p>
      </dgm:t>
    </dgm:pt>
    <dgm:pt modelId="{09F3DA1F-4952-4CE8-BC5A-C23F7E82F30D}" type="sibTrans" cxnId="{C2C4F693-0128-44D8-94A8-8BB9192E0B20}">
      <dgm:prSet/>
      <dgm:spPr/>
      <dgm:t>
        <a:bodyPr/>
        <a:lstStyle/>
        <a:p>
          <a:endParaRPr lang="pt-PT" sz="1100"/>
        </a:p>
      </dgm:t>
    </dgm:pt>
    <dgm:pt modelId="{550A08EB-CCFF-49B8-AB7D-831F151099E6}">
      <dgm:prSet phldrT="[Texto]" custT="1"/>
      <dgm:spPr/>
      <dgm:t>
        <a:bodyPr/>
        <a:lstStyle/>
        <a:p>
          <a:r>
            <a:rPr lang="pt-PT" sz="1100" b="1" dirty="0"/>
            <a:t>2023</a:t>
          </a:r>
        </a:p>
      </dgm:t>
    </dgm:pt>
    <dgm:pt modelId="{B969B556-6865-47AE-94E1-0C1B6BAF6836}" type="parTrans" cxnId="{2D9D51E2-976C-4A14-950A-20781632F032}">
      <dgm:prSet/>
      <dgm:spPr/>
      <dgm:t>
        <a:bodyPr/>
        <a:lstStyle/>
        <a:p>
          <a:endParaRPr lang="pt-PT" sz="1100"/>
        </a:p>
      </dgm:t>
    </dgm:pt>
    <dgm:pt modelId="{B343D7D5-3738-425D-8245-9F201E14713F}" type="sibTrans" cxnId="{2D9D51E2-976C-4A14-950A-20781632F032}">
      <dgm:prSet/>
      <dgm:spPr/>
      <dgm:t>
        <a:bodyPr/>
        <a:lstStyle/>
        <a:p>
          <a:endParaRPr lang="pt-PT" sz="1100"/>
        </a:p>
      </dgm:t>
    </dgm:pt>
    <dgm:pt modelId="{D422C4EF-7F6D-4494-A451-051C8CF40385}">
      <dgm:prSet phldrT="[Texto]" custT="1"/>
      <dgm:spPr/>
      <dgm:t>
        <a:bodyPr anchor="ctr"/>
        <a:lstStyle/>
        <a:p>
          <a:pPr algn="just">
            <a:lnSpc>
              <a:spcPct val="100000"/>
            </a:lnSpc>
          </a:pPr>
          <a:r>
            <a:rPr lang="pt-PT" sz="800" b="0" dirty="0" err="1"/>
            <a:t>KaMpfumu</a:t>
          </a:r>
          <a:r>
            <a:rPr lang="pt-PT" sz="800" b="1" dirty="0"/>
            <a:t>: 		</a:t>
          </a:r>
          <a:r>
            <a:rPr lang="en-US" sz="800" dirty="0"/>
            <a:t>11449</a:t>
          </a:r>
          <a:endParaRPr lang="pt-PT" sz="800" dirty="0"/>
        </a:p>
      </dgm:t>
    </dgm:pt>
    <dgm:pt modelId="{D971FE7A-F6E1-4BF1-A469-0101F22386EC}" type="parTrans" cxnId="{06DE0B6F-158F-4B5E-954D-CF94C06D519C}">
      <dgm:prSet/>
      <dgm:spPr/>
      <dgm:t>
        <a:bodyPr/>
        <a:lstStyle/>
        <a:p>
          <a:endParaRPr lang="pt-PT" sz="1100"/>
        </a:p>
      </dgm:t>
    </dgm:pt>
    <dgm:pt modelId="{7258E857-90B3-48DD-8C6D-BEA898903C9B}" type="sibTrans" cxnId="{06DE0B6F-158F-4B5E-954D-CF94C06D519C}">
      <dgm:prSet/>
      <dgm:spPr/>
      <dgm:t>
        <a:bodyPr/>
        <a:lstStyle/>
        <a:p>
          <a:endParaRPr lang="pt-PT" sz="1100"/>
        </a:p>
      </dgm:t>
    </dgm:pt>
    <dgm:pt modelId="{0C7C878B-DB94-4A7C-A183-46C294B065B5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dirty="0" err="1"/>
            <a:t>Nhlamankulu</a:t>
          </a:r>
          <a:r>
            <a:rPr lang="pt-PT" sz="800" b="1" dirty="0"/>
            <a:t>: 	</a:t>
          </a:r>
          <a:r>
            <a:rPr lang="en-US" sz="800" b="0" dirty="0"/>
            <a:t>11472</a:t>
          </a:r>
          <a:endParaRPr lang="pt-PT" sz="800" b="0" dirty="0"/>
        </a:p>
      </dgm:t>
    </dgm:pt>
    <dgm:pt modelId="{3C12DFF9-68CD-44F9-AF63-7D894EEED0C0}" type="parTrans" cxnId="{7FB2A1BC-EC4E-4FEF-9CE0-BD13856B0F25}">
      <dgm:prSet/>
      <dgm:spPr/>
      <dgm:t>
        <a:bodyPr/>
        <a:lstStyle/>
        <a:p>
          <a:endParaRPr lang="en-US"/>
        </a:p>
      </dgm:t>
    </dgm:pt>
    <dgm:pt modelId="{F9F77B49-0763-458D-88B7-2565A42DF001}" type="sibTrans" cxnId="{7FB2A1BC-EC4E-4FEF-9CE0-BD13856B0F25}">
      <dgm:prSet/>
      <dgm:spPr/>
      <dgm:t>
        <a:bodyPr/>
        <a:lstStyle/>
        <a:p>
          <a:endParaRPr lang="en-US"/>
        </a:p>
      </dgm:t>
    </dgm:pt>
    <dgm:pt modelId="{D18ADBD5-9863-437C-88FF-F772697FB56B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dirty="0" err="1"/>
            <a:t>KaMaxakeni</a:t>
          </a:r>
          <a:r>
            <a:rPr lang="en-US" sz="800" dirty="0"/>
            <a:t>: 		1408</a:t>
          </a:r>
          <a:endParaRPr lang="pt-PT" sz="800" b="0" dirty="0"/>
        </a:p>
      </dgm:t>
    </dgm:pt>
    <dgm:pt modelId="{FF4CFF82-69DC-4CA2-970F-D52A7C506C49}" type="parTrans" cxnId="{9687E8AA-0FFC-452A-B281-58F4765CC2D8}">
      <dgm:prSet/>
      <dgm:spPr/>
      <dgm:t>
        <a:bodyPr/>
        <a:lstStyle/>
        <a:p>
          <a:endParaRPr lang="en-US"/>
        </a:p>
      </dgm:t>
    </dgm:pt>
    <dgm:pt modelId="{3954AE0F-C232-47D3-863D-FD98DA6EDB7A}" type="sibTrans" cxnId="{9687E8AA-0FFC-452A-B281-58F4765CC2D8}">
      <dgm:prSet/>
      <dgm:spPr/>
      <dgm:t>
        <a:bodyPr/>
        <a:lstStyle/>
        <a:p>
          <a:endParaRPr lang="en-US"/>
        </a:p>
      </dgm:t>
    </dgm:pt>
    <dgm:pt modelId="{7B88E41D-48C4-47CC-B07B-A8C359BFE796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dirty="0" err="1"/>
            <a:t>KaMavota</a:t>
          </a:r>
          <a:r>
            <a:rPr lang="en-US" sz="800" dirty="0"/>
            <a:t>: 		9323</a:t>
          </a:r>
          <a:endParaRPr lang="pt-PT" sz="800" b="0" dirty="0"/>
        </a:p>
      </dgm:t>
    </dgm:pt>
    <dgm:pt modelId="{52EE8020-88BC-4656-B388-025E16BAEC27}" type="parTrans" cxnId="{2D454A1A-88B5-4134-913F-5A2A49A03BC7}">
      <dgm:prSet/>
      <dgm:spPr/>
      <dgm:t>
        <a:bodyPr/>
        <a:lstStyle/>
        <a:p>
          <a:endParaRPr lang="en-US"/>
        </a:p>
      </dgm:t>
    </dgm:pt>
    <dgm:pt modelId="{ED44EC06-1983-45DD-8CBF-5DB5B1529FBD}" type="sibTrans" cxnId="{2D454A1A-88B5-4134-913F-5A2A49A03BC7}">
      <dgm:prSet/>
      <dgm:spPr/>
      <dgm:t>
        <a:bodyPr/>
        <a:lstStyle/>
        <a:p>
          <a:endParaRPr lang="en-US"/>
        </a:p>
      </dgm:t>
    </dgm:pt>
    <dgm:pt modelId="{1F704F95-A078-4835-B5D0-9AFECE5873E8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dirty="0" err="1"/>
            <a:t>KaMubukwana</a:t>
          </a:r>
          <a:r>
            <a:rPr lang="en-US" sz="800" dirty="0"/>
            <a:t>: 	2732</a:t>
          </a:r>
          <a:endParaRPr lang="pt-PT" sz="800" b="0" dirty="0"/>
        </a:p>
      </dgm:t>
    </dgm:pt>
    <dgm:pt modelId="{EF15A5F9-FAAF-4DE5-B499-32DBA269B2B9}" type="parTrans" cxnId="{CC915184-A8DC-4CEF-8AFF-DFD0DCE6783D}">
      <dgm:prSet/>
      <dgm:spPr/>
      <dgm:t>
        <a:bodyPr/>
        <a:lstStyle/>
        <a:p>
          <a:endParaRPr lang="en-US"/>
        </a:p>
      </dgm:t>
    </dgm:pt>
    <dgm:pt modelId="{3DC2F5C7-4391-424F-9DDB-E6FEDB438EBF}" type="sibTrans" cxnId="{CC915184-A8DC-4CEF-8AFF-DFD0DCE6783D}">
      <dgm:prSet/>
      <dgm:spPr/>
      <dgm:t>
        <a:bodyPr/>
        <a:lstStyle/>
        <a:p>
          <a:endParaRPr lang="en-US"/>
        </a:p>
      </dgm:t>
    </dgm:pt>
    <dgm:pt modelId="{E27A83F2-8AAA-4C5A-B474-BCE2807C5590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dirty="0" err="1"/>
            <a:t>KaTembe</a:t>
          </a:r>
          <a:r>
            <a:rPr lang="en-US" sz="800" dirty="0"/>
            <a:t>: 		458</a:t>
          </a:r>
          <a:endParaRPr lang="pt-PT" sz="800" b="0" dirty="0"/>
        </a:p>
      </dgm:t>
    </dgm:pt>
    <dgm:pt modelId="{C8CDFA23-84BC-410F-900E-1EA5BBC19AB0}" type="parTrans" cxnId="{A42AE53C-81B9-415A-860E-73C4B6E00F7D}">
      <dgm:prSet/>
      <dgm:spPr/>
      <dgm:t>
        <a:bodyPr/>
        <a:lstStyle/>
        <a:p>
          <a:endParaRPr lang="en-US"/>
        </a:p>
      </dgm:t>
    </dgm:pt>
    <dgm:pt modelId="{8C0D4749-9499-498C-BD07-441282B070C6}" type="sibTrans" cxnId="{A42AE53C-81B9-415A-860E-73C4B6E00F7D}">
      <dgm:prSet/>
      <dgm:spPr/>
      <dgm:t>
        <a:bodyPr/>
        <a:lstStyle/>
        <a:p>
          <a:endParaRPr lang="en-US"/>
        </a:p>
      </dgm:t>
    </dgm:pt>
    <dgm:pt modelId="{02A66406-BFCF-4667-86C7-9F94EB04946C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dirty="0"/>
            <a:t>KaNyaka		80</a:t>
          </a:r>
          <a:endParaRPr lang="pt-PT" sz="800" b="0" dirty="0"/>
        </a:p>
      </dgm:t>
    </dgm:pt>
    <dgm:pt modelId="{F69CB705-7298-4C17-9B92-E4BD6B6BF16A}" type="parTrans" cxnId="{C6DE177E-54D0-4C44-8CAB-D36560F1A0C0}">
      <dgm:prSet/>
      <dgm:spPr/>
      <dgm:t>
        <a:bodyPr/>
        <a:lstStyle/>
        <a:p>
          <a:endParaRPr lang="en-US"/>
        </a:p>
      </dgm:t>
    </dgm:pt>
    <dgm:pt modelId="{0ECD35F2-2240-4D91-B608-E2C7AE6FB46E}" type="sibTrans" cxnId="{C6DE177E-54D0-4C44-8CAB-D36560F1A0C0}">
      <dgm:prSet/>
      <dgm:spPr/>
      <dgm:t>
        <a:bodyPr/>
        <a:lstStyle/>
        <a:p>
          <a:endParaRPr lang="en-US"/>
        </a:p>
      </dgm:t>
    </dgm:pt>
    <dgm:pt modelId="{FC2E27C8-78A5-4023-B348-AC67D74CBC77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dirty="0" err="1"/>
            <a:t>Nhlamankulu</a:t>
          </a:r>
          <a:r>
            <a:rPr lang="pt-PT" sz="800" b="1" dirty="0"/>
            <a:t>: 	</a:t>
          </a:r>
          <a:r>
            <a:rPr lang="pt-PT" sz="800" b="0" dirty="0"/>
            <a:t>2528</a:t>
          </a:r>
        </a:p>
      </dgm:t>
    </dgm:pt>
    <dgm:pt modelId="{8A5FCF6E-8E71-422B-8BCF-9C1FD2990D0D}" type="parTrans" cxnId="{4E71C589-BEAD-41A7-A69B-C2DD88A3ED84}">
      <dgm:prSet/>
      <dgm:spPr/>
      <dgm:t>
        <a:bodyPr/>
        <a:lstStyle/>
        <a:p>
          <a:endParaRPr lang="en-US"/>
        </a:p>
      </dgm:t>
    </dgm:pt>
    <dgm:pt modelId="{4D652B0A-5947-494C-8EF9-95004F775693}" type="sibTrans" cxnId="{4E71C589-BEAD-41A7-A69B-C2DD88A3ED84}">
      <dgm:prSet/>
      <dgm:spPr/>
      <dgm:t>
        <a:bodyPr/>
        <a:lstStyle/>
        <a:p>
          <a:endParaRPr lang="en-US"/>
        </a:p>
      </dgm:t>
    </dgm:pt>
    <dgm:pt modelId="{44339999-E5B2-4422-A472-D4CA71B02CD1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dirty="0" err="1"/>
            <a:t>KaMaxakeni</a:t>
          </a:r>
          <a:r>
            <a:rPr lang="en-US" sz="800" dirty="0"/>
            <a:t>: 		328</a:t>
          </a:r>
          <a:endParaRPr lang="pt-PT" sz="800" b="0" dirty="0"/>
        </a:p>
      </dgm:t>
    </dgm:pt>
    <dgm:pt modelId="{13A6C234-237C-4CA0-B2FE-FE1DABAC8D72}" type="parTrans" cxnId="{233BFADF-3B3A-4D4F-8EC5-330D9799B8A0}">
      <dgm:prSet/>
      <dgm:spPr/>
      <dgm:t>
        <a:bodyPr/>
        <a:lstStyle/>
        <a:p>
          <a:endParaRPr lang="en-US"/>
        </a:p>
      </dgm:t>
    </dgm:pt>
    <dgm:pt modelId="{B6279867-F161-4B70-9E75-22D2B5C418A4}" type="sibTrans" cxnId="{233BFADF-3B3A-4D4F-8EC5-330D9799B8A0}">
      <dgm:prSet/>
      <dgm:spPr/>
      <dgm:t>
        <a:bodyPr/>
        <a:lstStyle/>
        <a:p>
          <a:endParaRPr lang="en-US"/>
        </a:p>
      </dgm:t>
    </dgm:pt>
    <dgm:pt modelId="{C610424B-4D53-4BE9-A1E5-30FD840018DA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dirty="0" err="1"/>
            <a:t>KaMavota</a:t>
          </a:r>
          <a:r>
            <a:rPr lang="en-US" sz="800" dirty="0"/>
            <a:t>: 		2252</a:t>
          </a:r>
          <a:endParaRPr lang="pt-PT" sz="800" b="0" dirty="0"/>
        </a:p>
      </dgm:t>
    </dgm:pt>
    <dgm:pt modelId="{FAED40C8-49A0-4AB7-8083-AB3CAFF52A25}" type="parTrans" cxnId="{C42103A1-6C2C-42A9-BC7C-4CE73B1C310D}">
      <dgm:prSet/>
      <dgm:spPr/>
      <dgm:t>
        <a:bodyPr/>
        <a:lstStyle/>
        <a:p>
          <a:endParaRPr lang="en-US"/>
        </a:p>
      </dgm:t>
    </dgm:pt>
    <dgm:pt modelId="{359C9DC0-BB08-44AF-9C76-9471EA1F749E}" type="sibTrans" cxnId="{C42103A1-6C2C-42A9-BC7C-4CE73B1C310D}">
      <dgm:prSet/>
      <dgm:spPr/>
      <dgm:t>
        <a:bodyPr/>
        <a:lstStyle/>
        <a:p>
          <a:endParaRPr lang="en-US"/>
        </a:p>
      </dgm:t>
    </dgm:pt>
    <dgm:pt modelId="{9856CF24-72AD-43F1-8051-45021A907558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dirty="0" err="1"/>
            <a:t>KaMubukwana</a:t>
          </a:r>
          <a:r>
            <a:rPr lang="en-US" sz="800" dirty="0"/>
            <a:t>: 	552</a:t>
          </a:r>
          <a:endParaRPr lang="pt-PT" sz="800" b="0" dirty="0"/>
        </a:p>
      </dgm:t>
    </dgm:pt>
    <dgm:pt modelId="{2C4AB902-A0D9-4587-916F-86A8556B07A5}" type="parTrans" cxnId="{21412521-65EE-46B6-B26F-EF698CFECCEC}">
      <dgm:prSet/>
      <dgm:spPr/>
      <dgm:t>
        <a:bodyPr/>
        <a:lstStyle/>
        <a:p>
          <a:endParaRPr lang="en-US"/>
        </a:p>
      </dgm:t>
    </dgm:pt>
    <dgm:pt modelId="{ECB84B5F-F426-4ACC-A3F5-10D372A21F74}" type="sibTrans" cxnId="{21412521-65EE-46B6-B26F-EF698CFECCEC}">
      <dgm:prSet/>
      <dgm:spPr/>
      <dgm:t>
        <a:bodyPr/>
        <a:lstStyle/>
        <a:p>
          <a:endParaRPr lang="en-US"/>
        </a:p>
      </dgm:t>
    </dgm:pt>
    <dgm:pt modelId="{1ABCD260-BA57-4938-8538-DFABFE09271B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dirty="0" err="1"/>
            <a:t>KaTembe</a:t>
          </a:r>
          <a:r>
            <a:rPr lang="en-US" sz="800" dirty="0"/>
            <a:t>: 		92</a:t>
          </a:r>
          <a:endParaRPr lang="pt-PT" sz="800" b="0" dirty="0"/>
        </a:p>
      </dgm:t>
    </dgm:pt>
    <dgm:pt modelId="{74787BB1-B53C-4A17-B94A-699F8C4F89B4}" type="parTrans" cxnId="{09975D9B-1972-460F-8E1C-6AA66FD7DB23}">
      <dgm:prSet/>
      <dgm:spPr/>
      <dgm:t>
        <a:bodyPr/>
        <a:lstStyle/>
        <a:p>
          <a:endParaRPr lang="en-US"/>
        </a:p>
      </dgm:t>
    </dgm:pt>
    <dgm:pt modelId="{83A24E74-9577-4CE7-8BAC-55F3B0B30692}" type="sibTrans" cxnId="{09975D9B-1972-460F-8E1C-6AA66FD7DB23}">
      <dgm:prSet/>
      <dgm:spPr/>
      <dgm:t>
        <a:bodyPr/>
        <a:lstStyle/>
        <a:p>
          <a:endParaRPr lang="en-US"/>
        </a:p>
      </dgm:t>
    </dgm:pt>
    <dgm:pt modelId="{22889EF9-85DC-4315-9070-DBB34C83EDEF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dirty="0"/>
            <a:t>KaNyaka		13</a:t>
          </a:r>
          <a:endParaRPr lang="pt-PT" sz="800" b="0" dirty="0"/>
        </a:p>
      </dgm:t>
    </dgm:pt>
    <dgm:pt modelId="{E3F69A5E-1E47-4D0F-9605-E0CB476CB21B}" type="parTrans" cxnId="{9EA87DFD-078A-4D90-9D61-6BA79F757263}">
      <dgm:prSet/>
      <dgm:spPr/>
      <dgm:t>
        <a:bodyPr/>
        <a:lstStyle/>
        <a:p>
          <a:endParaRPr lang="en-US"/>
        </a:p>
      </dgm:t>
    </dgm:pt>
    <dgm:pt modelId="{0BFBECF8-14CD-4CA4-8A5B-287A3A8970FF}" type="sibTrans" cxnId="{9EA87DFD-078A-4D90-9D61-6BA79F757263}">
      <dgm:prSet/>
      <dgm:spPr/>
      <dgm:t>
        <a:bodyPr/>
        <a:lstStyle/>
        <a:p>
          <a:endParaRPr lang="en-US"/>
        </a:p>
      </dgm:t>
    </dgm:pt>
    <dgm:pt modelId="{26E24B7B-18AE-4479-9FBE-2E17B2337522}">
      <dgm:prSet phldrT="[Texto]" custT="1"/>
      <dgm:spPr/>
      <dgm:t>
        <a:bodyPr/>
        <a:lstStyle/>
        <a:p>
          <a:r>
            <a:rPr lang="pt-PT" sz="1100" b="1" dirty="0"/>
            <a:t>2022</a:t>
          </a:r>
        </a:p>
      </dgm:t>
    </dgm:pt>
    <dgm:pt modelId="{66DE3D84-88CA-46E2-B63D-554E9497CBFE}" type="parTrans" cxnId="{00449B4B-B019-41C2-BFBE-262B1CF60D39}">
      <dgm:prSet/>
      <dgm:spPr/>
      <dgm:t>
        <a:bodyPr/>
        <a:lstStyle/>
        <a:p>
          <a:endParaRPr lang="pt-PT" sz="1100"/>
        </a:p>
      </dgm:t>
    </dgm:pt>
    <dgm:pt modelId="{8148635B-848E-4F58-B9E0-CBB470C098A2}" type="sibTrans" cxnId="{00449B4B-B019-41C2-BFBE-262B1CF60D39}">
      <dgm:prSet/>
      <dgm:spPr/>
      <dgm:t>
        <a:bodyPr/>
        <a:lstStyle/>
        <a:p>
          <a:endParaRPr lang="pt-PT" sz="1100"/>
        </a:p>
      </dgm:t>
    </dgm:pt>
    <dgm:pt modelId="{C4D8CC64-8B3E-4E79-8702-B8711E479545}">
      <dgm:prSet phldrT="[Texto]" custT="1"/>
      <dgm:spPr/>
      <dgm:t>
        <a:bodyPr anchor="ctr"/>
        <a:lstStyle/>
        <a:p>
          <a:pPr algn="l">
            <a:lnSpc>
              <a:spcPct val="100000"/>
            </a:lnSpc>
          </a:pPr>
          <a:r>
            <a:rPr lang="en-US" sz="800" dirty="0" err="1"/>
            <a:t>Nhlamankulu</a:t>
          </a:r>
          <a:r>
            <a:rPr lang="pt-PT" sz="800" b="1" dirty="0"/>
            <a:t>:		</a:t>
          </a:r>
          <a:r>
            <a:rPr lang="en-US" sz="800" b="1" dirty="0"/>
            <a:t>11526</a:t>
          </a:r>
          <a:endParaRPr lang="pt-PT" sz="800" b="0" dirty="0"/>
        </a:p>
      </dgm:t>
    </dgm:pt>
    <dgm:pt modelId="{80271984-C5F5-47DC-AC67-412D14D4BA68}" type="parTrans" cxnId="{80C75936-F8D6-45F3-912F-AB56DA3BD608}">
      <dgm:prSet/>
      <dgm:spPr/>
      <dgm:t>
        <a:bodyPr/>
        <a:lstStyle/>
        <a:p>
          <a:endParaRPr lang="pt-PT" sz="1100"/>
        </a:p>
      </dgm:t>
    </dgm:pt>
    <dgm:pt modelId="{3E335E04-6D5E-4E16-91E6-EB901D45C33C}" type="sibTrans" cxnId="{80C75936-F8D6-45F3-912F-AB56DA3BD608}">
      <dgm:prSet/>
      <dgm:spPr/>
      <dgm:t>
        <a:bodyPr/>
        <a:lstStyle/>
        <a:p>
          <a:endParaRPr lang="pt-PT" sz="1100"/>
        </a:p>
      </dgm:t>
    </dgm:pt>
    <dgm:pt modelId="{0343A66F-B16D-4E63-B7CE-1CEAAB44D477}">
      <dgm:prSet phldrT="[Texto]" custT="1"/>
      <dgm:spPr/>
      <dgm:t>
        <a:bodyPr/>
        <a:lstStyle/>
        <a:p>
          <a:pPr algn="l">
            <a:lnSpc>
              <a:spcPct val="100000"/>
            </a:lnSpc>
            <a:buNone/>
          </a:pPr>
          <a:r>
            <a:rPr lang="en-US" sz="800" dirty="0" err="1"/>
            <a:t>KaMaxakeni</a:t>
          </a:r>
          <a:r>
            <a:rPr lang="en-US" sz="800" dirty="0"/>
            <a:t>: 		1791</a:t>
          </a:r>
          <a:endParaRPr lang="pt-PT" sz="800" b="0" dirty="0"/>
        </a:p>
      </dgm:t>
    </dgm:pt>
    <dgm:pt modelId="{524E4931-68EB-4766-A926-8CBE36850F20}" type="parTrans" cxnId="{D43043E3-505E-42FA-AA51-B386AE0A1FE6}">
      <dgm:prSet/>
      <dgm:spPr/>
      <dgm:t>
        <a:bodyPr/>
        <a:lstStyle/>
        <a:p>
          <a:endParaRPr lang="en-US" sz="1800"/>
        </a:p>
      </dgm:t>
    </dgm:pt>
    <dgm:pt modelId="{9D11D7CD-7C76-4830-A47D-2F30E7724AA5}" type="sibTrans" cxnId="{D43043E3-505E-42FA-AA51-B386AE0A1FE6}">
      <dgm:prSet/>
      <dgm:spPr/>
      <dgm:t>
        <a:bodyPr/>
        <a:lstStyle/>
        <a:p>
          <a:endParaRPr lang="en-US" sz="1800"/>
        </a:p>
      </dgm:t>
    </dgm:pt>
    <dgm:pt modelId="{7F4168F8-D530-4B8F-A626-66B9006698B6}">
      <dgm:prSet phldrT="[Texto]" custT="1"/>
      <dgm:spPr/>
      <dgm:t>
        <a:bodyPr/>
        <a:lstStyle/>
        <a:p>
          <a:pPr algn="l">
            <a:lnSpc>
              <a:spcPct val="100000"/>
            </a:lnSpc>
            <a:buNone/>
          </a:pPr>
          <a:r>
            <a:rPr lang="en-US" sz="800" dirty="0" err="1"/>
            <a:t>KaMavota</a:t>
          </a:r>
          <a:r>
            <a:rPr lang="en-US" sz="800" dirty="0"/>
            <a:t>: 		9272</a:t>
          </a:r>
          <a:endParaRPr lang="pt-PT" sz="800" b="0" dirty="0"/>
        </a:p>
      </dgm:t>
    </dgm:pt>
    <dgm:pt modelId="{344457BC-4070-4971-8996-782A1AF98BB3}" type="parTrans" cxnId="{934A8717-1999-4255-9C83-C6EAB3080639}">
      <dgm:prSet/>
      <dgm:spPr/>
      <dgm:t>
        <a:bodyPr/>
        <a:lstStyle/>
        <a:p>
          <a:endParaRPr lang="en-US" sz="1800"/>
        </a:p>
      </dgm:t>
    </dgm:pt>
    <dgm:pt modelId="{2A914187-80C7-4341-818E-B19556794106}" type="sibTrans" cxnId="{934A8717-1999-4255-9C83-C6EAB3080639}">
      <dgm:prSet/>
      <dgm:spPr/>
      <dgm:t>
        <a:bodyPr/>
        <a:lstStyle/>
        <a:p>
          <a:endParaRPr lang="en-US" sz="1800"/>
        </a:p>
      </dgm:t>
    </dgm:pt>
    <dgm:pt modelId="{11E1FACD-1647-4D2D-ACEA-38C9A2DF9923}">
      <dgm:prSet phldrT="[Texto]" custT="1"/>
      <dgm:spPr/>
      <dgm:t>
        <a:bodyPr/>
        <a:lstStyle/>
        <a:p>
          <a:pPr algn="l">
            <a:lnSpc>
              <a:spcPct val="100000"/>
            </a:lnSpc>
            <a:buNone/>
          </a:pPr>
          <a:r>
            <a:rPr lang="en-US" sz="800" dirty="0" err="1"/>
            <a:t>KaMubukwana</a:t>
          </a:r>
          <a:r>
            <a:rPr lang="en-US" sz="800" dirty="0"/>
            <a:t>: 	2740</a:t>
          </a:r>
          <a:endParaRPr lang="pt-PT" sz="800" b="0" dirty="0"/>
        </a:p>
      </dgm:t>
    </dgm:pt>
    <dgm:pt modelId="{CF46E768-DA15-4B17-905E-C49D18388F49}" type="parTrans" cxnId="{21AE25B2-DF87-4D38-921F-E18DEA502AC2}">
      <dgm:prSet/>
      <dgm:spPr/>
      <dgm:t>
        <a:bodyPr/>
        <a:lstStyle/>
        <a:p>
          <a:endParaRPr lang="en-US" sz="1800"/>
        </a:p>
      </dgm:t>
    </dgm:pt>
    <dgm:pt modelId="{CB34AE3F-5F2D-4651-846A-351E53DF9903}" type="sibTrans" cxnId="{21AE25B2-DF87-4D38-921F-E18DEA502AC2}">
      <dgm:prSet/>
      <dgm:spPr/>
      <dgm:t>
        <a:bodyPr/>
        <a:lstStyle/>
        <a:p>
          <a:endParaRPr lang="en-US" sz="1800"/>
        </a:p>
      </dgm:t>
    </dgm:pt>
    <dgm:pt modelId="{BD1EC750-1CCD-4541-99BD-FF0E50BA1238}">
      <dgm:prSet phldrT="[Texto]" custT="1"/>
      <dgm:spPr/>
      <dgm:t>
        <a:bodyPr/>
        <a:lstStyle/>
        <a:p>
          <a:pPr algn="l">
            <a:lnSpc>
              <a:spcPct val="100000"/>
            </a:lnSpc>
            <a:buNone/>
          </a:pPr>
          <a:r>
            <a:rPr lang="en-US" sz="800" dirty="0" err="1"/>
            <a:t>KaTembe</a:t>
          </a:r>
          <a:r>
            <a:rPr lang="en-US" sz="800" dirty="0"/>
            <a:t>: 		416</a:t>
          </a:r>
          <a:endParaRPr lang="pt-PT" sz="800" b="0" dirty="0"/>
        </a:p>
      </dgm:t>
    </dgm:pt>
    <dgm:pt modelId="{7DDDD742-0F28-471A-B93B-AB5D319931E9}" type="parTrans" cxnId="{542B04CB-FACE-4AE2-849B-D1D8ECFC21A0}">
      <dgm:prSet/>
      <dgm:spPr/>
      <dgm:t>
        <a:bodyPr/>
        <a:lstStyle/>
        <a:p>
          <a:endParaRPr lang="en-US" sz="1800"/>
        </a:p>
      </dgm:t>
    </dgm:pt>
    <dgm:pt modelId="{AF3236C1-521D-4755-A98B-1593D146F6A6}" type="sibTrans" cxnId="{542B04CB-FACE-4AE2-849B-D1D8ECFC21A0}">
      <dgm:prSet/>
      <dgm:spPr/>
      <dgm:t>
        <a:bodyPr/>
        <a:lstStyle/>
        <a:p>
          <a:endParaRPr lang="en-US" sz="1800"/>
        </a:p>
      </dgm:t>
    </dgm:pt>
    <dgm:pt modelId="{3CC5C86C-915A-4706-9544-35FA5E980EF1}">
      <dgm:prSet phldrT="[Texto]" custT="1"/>
      <dgm:spPr/>
      <dgm:t>
        <a:bodyPr/>
        <a:lstStyle/>
        <a:p>
          <a:pPr algn="l">
            <a:lnSpc>
              <a:spcPct val="100000"/>
            </a:lnSpc>
            <a:buNone/>
          </a:pPr>
          <a:r>
            <a:rPr lang="en-US" sz="800" dirty="0"/>
            <a:t>KaNyaka		90</a:t>
          </a:r>
          <a:endParaRPr lang="pt-PT" sz="800" b="0" dirty="0"/>
        </a:p>
      </dgm:t>
    </dgm:pt>
    <dgm:pt modelId="{10D4E06A-C650-41A8-8AC7-A5A35C69F72B}" type="parTrans" cxnId="{CF0FCF6F-46A1-4BFB-812E-C4257F431A31}">
      <dgm:prSet/>
      <dgm:spPr/>
      <dgm:t>
        <a:bodyPr/>
        <a:lstStyle/>
        <a:p>
          <a:endParaRPr lang="en-US" sz="1800"/>
        </a:p>
      </dgm:t>
    </dgm:pt>
    <dgm:pt modelId="{4601BB44-BD58-4B5C-B724-84CD69FC59CA}" type="sibTrans" cxnId="{CF0FCF6F-46A1-4BFB-812E-C4257F431A31}">
      <dgm:prSet/>
      <dgm:spPr/>
      <dgm:t>
        <a:bodyPr/>
        <a:lstStyle/>
        <a:p>
          <a:endParaRPr lang="en-US" sz="1800"/>
        </a:p>
      </dgm:t>
    </dgm:pt>
    <dgm:pt modelId="{1385B9E6-B849-4BCA-8DE9-7C1AFA7112C1}">
      <dgm:prSet phldrT="[Texto]" custT="1"/>
      <dgm:spPr/>
      <dgm:t>
        <a:bodyPr spcFirstLastPara="0" vert="horz" wrap="square" lIns="26670" tIns="26670" rIns="35560" bIns="40005" numCol="1" spcCol="1270" anchor="t" anchorCtr="0"/>
        <a:lstStyle/>
        <a:p>
          <a:pPr algn="l">
            <a:lnSpc>
              <a:spcPct val="100000"/>
            </a:lnSpc>
          </a:pPr>
          <a:r>
            <a:rPr lang="pt-PT" sz="800" b="0" kern="1200" dirty="0" err="1"/>
            <a:t>KaMpfumu</a:t>
          </a:r>
          <a:r>
            <a:rPr lang="pt-PT" sz="800" b="1" kern="1200" dirty="0"/>
            <a:t>: 		</a:t>
          </a:r>
          <a:r>
            <a:rPr lang="en-US" sz="800" kern="1200" dirty="0"/>
            <a:t>9736</a:t>
          </a:r>
          <a:endParaRPr lang="pt-PT" sz="800" kern="1200" dirty="0"/>
        </a:p>
      </dgm:t>
    </dgm:pt>
    <dgm:pt modelId="{898BA4C4-7D72-4ACA-BE56-241BCB35CC9F}" type="parTrans" cxnId="{5EE3E6F0-92DE-4969-B912-8FED71C43C6E}">
      <dgm:prSet/>
      <dgm:spPr/>
      <dgm:t>
        <a:bodyPr/>
        <a:lstStyle/>
        <a:p>
          <a:endParaRPr lang="en-US" sz="1800"/>
        </a:p>
      </dgm:t>
    </dgm:pt>
    <dgm:pt modelId="{B0487CF5-B2D5-479B-A661-098B70A8B89D}" type="sibTrans" cxnId="{5EE3E6F0-92DE-4969-B912-8FED71C43C6E}">
      <dgm:prSet/>
      <dgm:spPr/>
      <dgm:t>
        <a:bodyPr/>
        <a:lstStyle/>
        <a:p>
          <a:endParaRPr lang="en-US" sz="1800"/>
        </a:p>
      </dgm:t>
    </dgm:pt>
    <dgm:pt modelId="{401B2E07-C5FA-4388-B55B-90B20E9FE5E0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dirty="0" err="1"/>
            <a:t>Nhlamankulu</a:t>
          </a:r>
          <a:r>
            <a:rPr lang="pt-PT" sz="800" b="1" dirty="0"/>
            <a:t>: 	</a:t>
          </a:r>
          <a:r>
            <a:rPr lang="en-US" sz="800" b="0" dirty="0"/>
            <a:t>11863</a:t>
          </a:r>
          <a:endParaRPr lang="pt-PT" sz="800" b="0" dirty="0"/>
        </a:p>
      </dgm:t>
    </dgm:pt>
    <dgm:pt modelId="{0CEB4CB1-77AE-4F26-9B79-4ED4514B7972}" type="sibTrans" cxnId="{C4F05C13-A6DA-4CDC-B930-63F9E2A6C7AC}">
      <dgm:prSet/>
      <dgm:spPr/>
      <dgm:t>
        <a:bodyPr/>
        <a:lstStyle/>
        <a:p>
          <a:endParaRPr lang="en-US"/>
        </a:p>
      </dgm:t>
    </dgm:pt>
    <dgm:pt modelId="{D18FA821-DCB6-4AFE-9893-CBB72BC9671D}" type="parTrans" cxnId="{C4F05C13-A6DA-4CDC-B930-63F9E2A6C7AC}">
      <dgm:prSet/>
      <dgm:spPr/>
      <dgm:t>
        <a:bodyPr/>
        <a:lstStyle/>
        <a:p>
          <a:endParaRPr lang="en-US"/>
        </a:p>
      </dgm:t>
    </dgm:pt>
    <dgm:pt modelId="{F2155614-16FB-4E76-8D63-DFDF05344D58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dirty="0" err="1"/>
            <a:t>KaMaxakeni</a:t>
          </a:r>
          <a:r>
            <a:rPr lang="en-US" sz="800" dirty="0"/>
            <a:t>: 		1888</a:t>
          </a:r>
          <a:endParaRPr lang="pt-PT" sz="800" b="0" dirty="0"/>
        </a:p>
      </dgm:t>
    </dgm:pt>
    <dgm:pt modelId="{600B2925-9C95-41C7-A25E-6BD5C34FAADE}" type="sibTrans" cxnId="{F31C7AB2-5A8A-4227-AA8C-4E3062E896BA}">
      <dgm:prSet/>
      <dgm:spPr/>
      <dgm:t>
        <a:bodyPr/>
        <a:lstStyle/>
        <a:p>
          <a:endParaRPr lang="en-US"/>
        </a:p>
      </dgm:t>
    </dgm:pt>
    <dgm:pt modelId="{AA0934F1-5EB1-4B4C-AA93-E64F55C2FA75}" type="parTrans" cxnId="{F31C7AB2-5A8A-4227-AA8C-4E3062E896BA}">
      <dgm:prSet/>
      <dgm:spPr/>
      <dgm:t>
        <a:bodyPr/>
        <a:lstStyle/>
        <a:p>
          <a:endParaRPr lang="en-US"/>
        </a:p>
      </dgm:t>
    </dgm:pt>
    <dgm:pt modelId="{DB244EE7-ADED-4DEC-B574-60A98DE17424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dirty="0" err="1"/>
            <a:t>KaMavota</a:t>
          </a:r>
          <a:r>
            <a:rPr lang="en-US" sz="800" dirty="0"/>
            <a:t>: 		9335</a:t>
          </a:r>
          <a:endParaRPr lang="pt-PT" sz="800" b="0" dirty="0"/>
        </a:p>
      </dgm:t>
    </dgm:pt>
    <dgm:pt modelId="{2CA27054-E37F-42B5-98FF-96110C6C18E8}" type="sibTrans" cxnId="{0E9F72AC-9657-4C09-AFD9-B6729F4831B1}">
      <dgm:prSet/>
      <dgm:spPr/>
      <dgm:t>
        <a:bodyPr/>
        <a:lstStyle/>
        <a:p>
          <a:endParaRPr lang="en-US"/>
        </a:p>
      </dgm:t>
    </dgm:pt>
    <dgm:pt modelId="{138A7AE7-4973-4383-BB44-0D9DE77762D6}" type="parTrans" cxnId="{0E9F72AC-9657-4C09-AFD9-B6729F4831B1}">
      <dgm:prSet/>
      <dgm:spPr/>
      <dgm:t>
        <a:bodyPr/>
        <a:lstStyle/>
        <a:p>
          <a:endParaRPr lang="en-US"/>
        </a:p>
      </dgm:t>
    </dgm:pt>
    <dgm:pt modelId="{9FD56C76-81D1-4F74-BC1C-C06B49A06B28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dirty="0" err="1"/>
            <a:t>KaMubukwana</a:t>
          </a:r>
          <a:r>
            <a:rPr lang="en-US" sz="800" dirty="0"/>
            <a:t>: 	2670</a:t>
          </a:r>
          <a:endParaRPr lang="pt-PT" sz="800" b="0" dirty="0"/>
        </a:p>
      </dgm:t>
    </dgm:pt>
    <dgm:pt modelId="{D2DA5731-68A5-4DD6-9936-228B24246C7E}" type="sibTrans" cxnId="{7954AE56-76C6-45BD-8B95-7FE890D912C1}">
      <dgm:prSet/>
      <dgm:spPr/>
      <dgm:t>
        <a:bodyPr/>
        <a:lstStyle/>
        <a:p>
          <a:endParaRPr lang="en-US"/>
        </a:p>
      </dgm:t>
    </dgm:pt>
    <dgm:pt modelId="{37355883-7EA5-4B48-ACD3-47238A9D8DEA}" type="parTrans" cxnId="{7954AE56-76C6-45BD-8B95-7FE890D912C1}">
      <dgm:prSet/>
      <dgm:spPr/>
      <dgm:t>
        <a:bodyPr/>
        <a:lstStyle/>
        <a:p>
          <a:endParaRPr lang="en-US"/>
        </a:p>
      </dgm:t>
    </dgm:pt>
    <dgm:pt modelId="{9C821522-8804-42DA-A39F-047338F0CA5C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dirty="0" err="1"/>
            <a:t>KaTembe</a:t>
          </a:r>
          <a:r>
            <a:rPr lang="en-US" sz="800" dirty="0"/>
            <a:t>: 		435</a:t>
          </a:r>
          <a:endParaRPr lang="pt-PT" sz="800" b="0" dirty="0"/>
        </a:p>
      </dgm:t>
    </dgm:pt>
    <dgm:pt modelId="{D6007833-C88F-4147-8914-6672FA243D3D}" type="sibTrans" cxnId="{714A1ACF-2FE6-4690-A909-8E2293D47C0D}">
      <dgm:prSet/>
      <dgm:spPr/>
      <dgm:t>
        <a:bodyPr/>
        <a:lstStyle/>
        <a:p>
          <a:endParaRPr lang="en-US"/>
        </a:p>
      </dgm:t>
    </dgm:pt>
    <dgm:pt modelId="{D6556AAF-DA2F-4A67-8CEA-A33EA2A3A819}" type="parTrans" cxnId="{714A1ACF-2FE6-4690-A909-8E2293D47C0D}">
      <dgm:prSet/>
      <dgm:spPr/>
      <dgm:t>
        <a:bodyPr/>
        <a:lstStyle/>
        <a:p>
          <a:endParaRPr lang="en-US"/>
        </a:p>
      </dgm:t>
    </dgm:pt>
    <dgm:pt modelId="{30A8477A-F0D4-4ED1-A419-B13E8C3FFDA2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dirty="0"/>
            <a:t>KaNyaka		75</a:t>
          </a:r>
          <a:endParaRPr lang="pt-PT" sz="800" b="0" dirty="0"/>
        </a:p>
      </dgm:t>
    </dgm:pt>
    <dgm:pt modelId="{DDA1BC1E-4B75-43C3-8F9F-3DDB4024A504}" type="sibTrans" cxnId="{04EFE588-0F20-4E4C-AF3F-FE60F5C65054}">
      <dgm:prSet/>
      <dgm:spPr/>
      <dgm:t>
        <a:bodyPr/>
        <a:lstStyle/>
        <a:p>
          <a:endParaRPr lang="en-US"/>
        </a:p>
      </dgm:t>
    </dgm:pt>
    <dgm:pt modelId="{17FD8EE5-8BE2-4A66-9FE8-9FD762633808}" type="parTrans" cxnId="{04EFE588-0F20-4E4C-AF3F-FE60F5C65054}">
      <dgm:prSet/>
      <dgm:spPr/>
      <dgm:t>
        <a:bodyPr/>
        <a:lstStyle/>
        <a:p>
          <a:endParaRPr lang="en-US"/>
        </a:p>
      </dgm:t>
    </dgm:pt>
    <dgm:pt modelId="{6D53399A-5884-467E-86CA-D99166CE94EE}" type="pres">
      <dgm:prSet presAssocID="{A037A994-827C-42E7-B50A-DEED8C186439}" presName="Name0" presStyleCnt="0">
        <dgm:presLayoutVars>
          <dgm:dir/>
          <dgm:animLvl val="lvl"/>
          <dgm:resizeHandles val="exact"/>
        </dgm:presLayoutVars>
      </dgm:prSet>
      <dgm:spPr/>
    </dgm:pt>
    <dgm:pt modelId="{540817C1-6561-4991-914A-AC9A8A9EB302}" type="pres">
      <dgm:prSet presAssocID="{26E24B7B-18AE-4479-9FBE-2E17B2337522}" presName="composite" presStyleCnt="0"/>
      <dgm:spPr/>
    </dgm:pt>
    <dgm:pt modelId="{C5CC311C-3919-4641-BC63-F2C27F3911F7}" type="pres">
      <dgm:prSet presAssocID="{26E24B7B-18AE-4479-9FBE-2E17B2337522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0ABEC532-CB64-47AE-B338-676E4DEF4AE8}" type="pres">
      <dgm:prSet presAssocID="{26E24B7B-18AE-4479-9FBE-2E17B2337522}" presName="desTx" presStyleLbl="alignAccFollowNode1" presStyleIdx="0" presStyleCnt="4">
        <dgm:presLayoutVars>
          <dgm:bulletEnabled val="1"/>
        </dgm:presLayoutVars>
      </dgm:prSet>
      <dgm:spPr/>
    </dgm:pt>
    <dgm:pt modelId="{4FF28CF3-D3D4-4509-9CD8-635D2A2B48D5}" type="pres">
      <dgm:prSet presAssocID="{8148635B-848E-4F58-B9E0-CBB470C098A2}" presName="space" presStyleCnt="0"/>
      <dgm:spPr/>
    </dgm:pt>
    <dgm:pt modelId="{B1215D73-9592-40B0-BF73-115571C162C3}" type="pres">
      <dgm:prSet presAssocID="{550A08EB-CCFF-49B8-AB7D-831F151099E6}" presName="composite" presStyleCnt="0"/>
      <dgm:spPr/>
    </dgm:pt>
    <dgm:pt modelId="{442A170E-5354-45BE-8146-0D4F1C9FE201}" type="pres">
      <dgm:prSet presAssocID="{550A08EB-CCFF-49B8-AB7D-831F151099E6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199B5677-DCF4-445E-8E90-D7A80ACE74D6}" type="pres">
      <dgm:prSet presAssocID="{550A08EB-CCFF-49B8-AB7D-831F151099E6}" presName="desTx" presStyleLbl="alignAccFollowNode1" presStyleIdx="1" presStyleCnt="4">
        <dgm:presLayoutVars>
          <dgm:bulletEnabled val="1"/>
        </dgm:presLayoutVars>
      </dgm:prSet>
      <dgm:spPr/>
    </dgm:pt>
    <dgm:pt modelId="{5C802360-C7B3-42EE-BC76-48C1764341A9}" type="pres">
      <dgm:prSet presAssocID="{B343D7D5-3738-425D-8245-9F201E14713F}" presName="space" presStyleCnt="0"/>
      <dgm:spPr/>
    </dgm:pt>
    <dgm:pt modelId="{58C510F1-61E7-45EA-918C-765B528A3582}" type="pres">
      <dgm:prSet presAssocID="{B64D22C4-BC7F-423A-8177-8EAE6ABC0ED9}" presName="composite" presStyleCnt="0"/>
      <dgm:spPr/>
    </dgm:pt>
    <dgm:pt modelId="{7D1C3BE7-B630-41F4-9BA8-24F013FC4CCD}" type="pres">
      <dgm:prSet presAssocID="{B64D22C4-BC7F-423A-8177-8EAE6ABC0ED9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CDF39851-ADBF-4393-9AB2-98DDEE3237B2}" type="pres">
      <dgm:prSet presAssocID="{B64D22C4-BC7F-423A-8177-8EAE6ABC0ED9}" presName="desTx" presStyleLbl="alignAccFollowNode1" presStyleIdx="2" presStyleCnt="4">
        <dgm:presLayoutVars>
          <dgm:bulletEnabled val="1"/>
        </dgm:presLayoutVars>
      </dgm:prSet>
      <dgm:spPr/>
    </dgm:pt>
    <dgm:pt modelId="{E6E396AE-CEF9-4D2F-A301-18CA21F553FA}" type="pres">
      <dgm:prSet presAssocID="{AEE6CF97-723F-4FD3-98A7-2286A3AFAEFC}" presName="space" presStyleCnt="0"/>
      <dgm:spPr/>
    </dgm:pt>
    <dgm:pt modelId="{A6F9BEA1-EBF6-4A5F-8B30-8ABBB20D99B0}" type="pres">
      <dgm:prSet presAssocID="{9CADE8BE-541D-4FD1-9169-0E440327B252}" presName="composite" presStyleCnt="0"/>
      <dgm:spPr/>
    </dgm:pt>
    <dgm:pt modelId="{6CA5CB89-965F-46F4-AB63-5A87591C812D}" type="pres">
      <dgm:prSet presAssocID="{9CADE8BE-541D-4FD1-9169-0E440327B252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FD162D3A-1177-4F1B-9F5D-C4AE692DD6E1}" type="pres">
      <dgm:prSet presAssocID="{9CADE8BE-541D-4FD1-9169-0E440327B252}" presName="desTx" presStyleLbl="alignAccFollowNode1" presStyleIdx="3" presStyleCnt="4" custScaleY="100000">
        <dgm:presLayoutVars>
          <dgm:bulletEnabled val="1"/>
        </dgm:presLayoutVars>
      </dgm:prSet>
      <dgm:spPr/>
    </dgm:pt>
  </dgm:ptLst>
  <dgm:cxnLst>
    <dgm:cxn modelId="{C4F05C13-A6DA-4CDC-B930-63F9E2A6C7AC}" srcId="{550A08EB-CCFF-49B8-AB7D-831F151099E6}" destId="{401B2E07-C5FA-4388-B55B-90B20E9FE5E0}" srcOrd="1" destOrd="0" parTransId="{D18FA821-DCB6-4AFE-9893-CBB72BC9671D}" sibTransId="{0CEB4CB1-77AE-4F26-9B79-4ED4514B7972}"/>
    <dgm:cxn modelId="{9DC21D14-3874-4CDF-AB01-34037555DC3A}" type="presOf" srcId="{0C7C878B-DB94-4A7C-A183-46C294B065B5}" destId="{CDF39851-ADBF-4393-9AB2-98DDEE3237B2}" srcOrd="0" destOrd="1" presId="urn:microsoft.com/office/officeart/2005/8/layout/hList1"/>
    <dgm:cxn modelId="{934A8717-1999-4255-9C83-C6EAB3080639}" srcId="{26E24B7B-18AE-4479-9FBE-2E17B2337522}" destId="{7F4168F8-D530-4B8F-A626-66B9006698B6}" srcOrd="3" destOrd="0" parTransId="{344457BC-4070-4971-8996-782A1AF98BB3}" sibTransId="{2A914187-80C7-4341-818E-B19556794106}"/>
    <dgm:cxn modelId="{2D454A1A-88B5-4134-913F-5A2A49A03BC7}" srcId="{B64D22C4-BC7F-423A-8177-8EAE6ABC0ED9}" destId="{7B88E41D-48C4-47CC-B07B-A8C359BFE796}" srcOrd="3" destOrd="0" parTransId="{52EE8020-88BC-4656-B388-025E16BAEC27}" sibTransId="{ED44EC06-1983-45DD-8CBF-5DB5B1529FBD}"/>
    <dgm:cxn modelId="{21412521-65EE-46B6-B26F-EF698CFECCEC}" srcId="{9CADE8BE-541D-4FD1-9169-0E440327B252}" destId="{9856CF24-72AD-43F1-8051-45021A907558}" srcOrd="4" destOrd="0" parTransId="{2C4AB902-A0D9-4587-916F-86A8556B07A5}" sibTransId="{ECB84B5F-F426-4ACC-A3F5-10D372A21F74}"/>
    <dgm:cxn modelId="{10E8B724-D363-4E75-BBE7-AB9DF3A9763F}" srcId="{B64D22C4-BC7F-423A-8177-8EAE6ABC0ED9}" destId="{2A68F0AA-B1AE-4183-8315-27F0EE5F5F86}" srcOrd="0" destOrd="0" parTransId="{BB07A91D-D3E0-4C45-8E09-284E76E11CC0}" sibTransId="{A383DC93-412F-4A85-A095-8432B6408CB2}"/>
    <dgm:cxn modelId="{EC2E112F-BA9D-4817-860D-98EDFB8D1923}" type="presOf" srcId="{11E1FACD-1647-4D2D-ACEA-38C9A2DF9923}" destId="{0ABEC532-CB64-47AE-B338-676E4DEF4AE8}" srcOrd="0" destOrd="4" presId="urn:microsoft.com/office/officeart/2005/8/layout/hList1"/>
    <dgm:cxn modelId="{AA1F9632-5270-472D-8370-4A7BA30F8322}" type="presOf" srcId="{30A8477A-F0D4-4ED1-A419-B13E8C3FFDA2}" destId="{199B5677-DCF4-445E-8E90-D7A80ACE74D6}" srcOrd="0" destOrd="6" presId="urn:microsoft.com/office/officeart/2005/8/layout/hList1"/>
    <dgm:cxn modelId="{80C75936-F8D6-45F3-912F-AB56DA3BD608}" srcId="{26E24B7B-18AE-4479-9FBE-2E17B2337522}" destId="{C4D8CC64-8B3E-4E79-8702-B8711E479545}" srcOrd="1" destOrd="0" parTransId="{80271984-C5F5-47DC-AC67-412D14D4BA68}" sibTransId="{3E335E04-6D5E-4E16-91E6-EB901D45C33C}"/>
    <dgm:cxn modelId="{4FC29137-8F29-46B3-B67F-32FE4075563A}" srcId="{A037A994-827C-42E7-B50A-DEED8C186439}" destId="{B64D22C4-BC7F-423A-8177-8EAE6ABC0ED9}" srcOrd="2" destOrd="0" parTransId="{963CD5A6-3603-419E-BC62-F7BA9EC628DE}" sibTransId="{AEE6CF97-723F-4FD3-98A7-2286A3AFAEFC}"/>
    <dgm:cxn modelId="{4172A839-E6D2-474A-B596-4B1C0F0EEC44}" type="presOf" srcId="{0343A66F-B16D-4E63-B7CE-1CEAAB44D477}" destId="{0ABEC532-CB64-47AE-B338-676E4DEF4AE8}" srcOrd="0" destOrd="2" presId="urn:microsoft.com/office/officeart/2005/8/layout/hList1"/>
    <dgm:cxn modelId="{A42AE53C-81B9-415A-860E-73C4B6E00F7D}" srcId="{B64D22C4-BC7F-423A-8177-8EAE6ABC0ED9}" destId="{E27A83F2-8AAA-4C5A-B474-BCE2807C5590}" srcOrd="5" destOrd="0" parTransId="{C8CDFA23-84BC-410F-900E-1EA5BBC19AB0}" sibTransId="{8C0D4749-9499-498C-BD07-441282B070C6}"/>
    <dgm:cxn modelId="{CF60B73E-BBAC-47CA-B6CA-3FD689BFC80E}" type="presOf" srcId="{616AF4CE-31B5-429C-B407-AE3C5A0AA55A}" destId="{FD162D3A-1177-4F1B-9F5D-C4AE692DD6E1}" srcOrd="0" destOrd="0" presId="urn:microsoft.com/office/officeart/2005/8/layout/hList1"/>
    <dgm:cxn modelId="{5805D964-E31A-4B16-A703-40FC4965059D}" type="presOf" srcId="{B64D22C4-BC7F-423A-8177-8EAE6ABC0ED9}" destId="{7D1C3BE7-B630-41F4-9BA8-24F013FC4CCD}" srcOrd="0" destOrd="0" presId="urn:microsoft.com/office/officeart/2005/8/layout/hList1"/>
    <dgm:cxn modelId="{09A09E69-DD2F-4A4D-8999-1BD503EA2A6F}" type="presOf" srcId="{9856CF24-72AD-43F1-8051-45021A907558}" destId="{FD162D3A-1177-4F1B-9F5D-C4AE692DD6E1}" srcOrd="0" destOrd="4" presId="urn:microsoft.com/office/officeart/2005/8/layout/hList1"/>
    <dgm:cxn modelId="{145AC749-FFA7-4F79-BAF9-115C3700D4E8}" type="presOf" srcId="{C4D8CC64-8B3E-4E79-8702-B8711E479545}" destId="{0ABEC532-CB64-47AE-B338-676E4DEF4AE8}" srcOrd="0" destOrd="1" presId="urn:microsoft.com/office/officeart/2005/8/layout/hList1"/>
    <dgm:cxn modelId="{AA5AD469-A858-4AFB-BAB6-76D059B05BB8}" type="presOf" srcId="{C610424B-4D53-4BE9-A1E5-30FD840018DA}" destId="{FD162D3A-1177-4F1B-9F5D-C4AE692DD6E1}" srcOrd="0" destOrd="3" presId="urn:microsoft.com/office/officeart/2005/8/layout/hList1"/>
    <dgm:cxn modelId="{CE2C586A-8F6A-482B-9DB8-A1EBF9560C09}" type="presOf" srcId="{9FD56C76-81D1-4F74-BC1C-C06B49A06B28}" destId="{199B5677-DCF4-445E-8E90-D7A80ACE74D6}" srcOrd="0" destOrd="4" presId="urn:microsoft.com/office/officeart/2005/8/layout/hList1"/>
    <dgm:cxn modelId="{00449B4B-B019-41C2-BFBE-262B1CF60D39}" srcId="{A037A994-827C-42E7-B50A-DEED8C186439}" destId="{26E24B7B-18AE-4479-9FBE-2E17B2337522}" srcOrd="0" destOrd="0" parTransId="{66DE3D84-88CA-46E2-B63D-554E9497CBFE}" sibTransId="{8148635B-848E-4F58-B9E0-CBB470C098A2}"/>
    <dgm:cxn modelId="{46A5986D-9564-42E3-AF07-8B2DC4CB95D4}" type="presOf" srcId="{1385B9E6-B849-4BCA-8DE9-7C1AFA7112C1}" destId="{0ABEC532-CB64-47AE-B338-676E4DEF4AE8}" srcOrd="0" destOrd="0" presId="urn:microsoft.com/office/officeart/2005/8/layout/hList1"/>
    <dgm:cxn modelId="{06DE0B6F-158F-4B5E-954D-CF94C06D519C}" srcId="{550A08EB-CCFF-49B8-AB7D-831F151099E6}" destId="{D422C4EF-7F6D-4494-A451-051C8CF40385}" srcOrd="0" destOrd="0" parTransId="{D971FE7A-F6E1-4BF1-A469-0101F22386EC}" sibTransId="{7258E857-90B3-48DD-8C6D-BEA898903C9B}"/>
    <dgm:cxn modelId="{BDAE326F-2629-4D05-AA7A-52272777CDC0}" type="presOf" srcId="{2A68F0AA-B1AE-4183-8315-27F0EE5F5F86}" destId="{CDF39851-ADBF-4393-9AB2-98DDEE3237B2}" srcOrd="0" destOrd="0" presId="urn:microsoft.com/office/officeart/2005/8/layout/hList1"/>
    <dgm:cxn modelId="{CF0FCF6F-46A1-4BFB-812E-C4257F431A31}" srcId="{26E24B7B-18AE-4479-9FBE-2E17B2337522}" destId="{3CC5C86C-915A-4706-9544-35FA5E980EF1}" srcOrd="6" destOrd="0" parTransId="{10D4E06A-C650-41A8-8AC7-A5A35C69F72B}" sibTransId="{4601BB44-BD58-4B5C-B724-84CD69FC59CA}"/>
    <dgm:cxn modelId="{DC76D650-9CAF-4B29-A418-8BFEC3041E04}" type="presOf" srcId="{E27A83F2-8AAA-4C5A-B474-BCE2807C5590}" destId="{CDF39851-ADBF-4393-9AB2-98DDEE3237B2}" srcOrd="0" destOrd="5" presId="urn:microsoft.com/office/officeart/2005/8/layout/hList1"/>
    <dgm:cxn modelId="{43D6ED74-725E-4D21-9489-C8C7D5D96227}" type="presOf" srcId="{BD1EC750-1CCD-4541-99BD-FF0E50BA1238}" destId="{0ABEC532-CB64-47AE-B338-676E4DEF4AE8}" srcOrd="0" destOrd="5" presId="urn:microsoft.com/office/officeart/2005/8/layout/hList1"/>
    <dgm:cxn modelId="{7B6C8875-E522-4320-BE25-67A2EAC98C80}" type="presOf" srcId="{7F4168F8-D530-4B8F-A626-66B9006698B6}" destId="{0ABEC532-CB64-47AE-B338-676E4DEF4AE8}" srcOrd="0" destOrd="3" presId="urn:microsoft.com/office/officeart/2005/8/layout/hList1"/>
    <dgm:cxn modelId="{8F16B675-C35F-4686-B78B-7BA4D4ABEBEE}" type="presOf" srcId="{02A66406-BFCF-4667-86C7-9F94EB04946C}" destId="{CDF39851-ADBF-4393-9AB2-98DDEE3237B2}" srcOrd="0" destOrd="6" presId="urn:microsoft.com/office/officeart/2005/8/layout/hList1"/>
    <dgm:cxn modelId="{8DDFFC55-3120-4B9B-BCCE-3D71D985EA8B}" type="presOf" srcId="{1ABCD260-BA57-4938-8538-DFABFE09271B}" destId="{FD162D3A-1177-4F1B-9F5D-C4AE692DD6E1}" srcOrd="0" destOrd="5" presId="urn:microsoft.com/office/officeart/2005/8/layout/hList1"/>
    <dgm:cxn modelId="{7954AE56-76C6-45BD-8B95-7FE890D912C1}" srcId="{550A08EB-CCFF-49B8-AB7D-831F151099E6}" destId="{9FD56C76-81D1-4F74-BC1C-C06B49A06B28}" srcOrd="4" destOrd="0" parTransId="{37355883-7EA5-4B48-ACD3-47238A9D8DEA}" sibTransId="{D2DA5731-68A5-4DD6-9936-228B24246C7E}"/>
    <dgm:cxn modelId="{6CFD6558-22E6-4DE5-B43B-0ABE3BD52169}" type="presOf" srcId="{550A08EB-CCFF-49B8-AB7D-831F151099E6}" destId="{442A170E-5354-45BE-8146-0D4F1C9FE201}" srcOrd="0" destOrd="0" presId="urn:microsoft.com/office/officeart/2005/8/layout/hList1"/>
    <dgm:cxn modelId="{7EAC5858-FB34-4F94-B5B2-33992BC526E3}" type="presOf" srcId="{F2155614-16FB-4E76-8D63-DFDF05344D58}" destId="{199B5677-DCF4-445E-8E90-D7A80ACE74D6}" srcOrd="0" destOrd="2" presId="urn:microsoft.com/office/officeart/2005/8/layout/hList1"/>
    <dgm:cxn modelId="{743FF578-AA4B-49F9-9087-771C834D0AD5}" type="presOf" srcId="{7B88E41D-48C4-47CC-B07B-A8C359BFE796}" destId="{CDF39851-ADBF-4393-9AB2-98DDEE3237B2}" srcOrd="0" destOrd="3" presId="urn:microsoft.com/office/officeart/2005/8/layout/hList1"/>
    <dgm:cxn modelId="{D07F6E7B-1120-4E8A-BC1F-A4C391695D27}" type="presOf" srcId="{3CC5C86C-915A-4706-9544-35FA5E980EF1}" destId="{0ABEC532-CB64-47AE-B338-676E4DEF4AE8}" srcOrd="0" destOrd="6" presId="urn:microsoft.com/office/officeart/2005/8/layout/hList1"/>
    <dgm:cxn modelId="{C6DE177E-54D0-4C44-8CAB-D36560F1A0C0}" srcId="{B64D22C4-BC7F-423A-8177-8EAE6ABC0ED9}" destId="{02A66406-BFCF-4667-86C7-9F94EB04946C}" srcOrd="6" destOrd="0" parTransId="{F69CB705-7298-4C17-9B92-E4BD6B6BF16A}" sibTransId="{0ECD35F2-2240-4D91-B608-E2C7AE6FB46E}"/>
    <dgm:cxn modelId="{CC915184-A8DC-4CEF-8AFF-DFD0DCE6783D}" srcId="{B64D22C4-BC7F-423A-8177-8EAE6ABC0ED9}" destId="{1F704F95-A078-4835-B5D0-9AFECE5873E8}" srcOrd="4" destOrd="0" parTransId="{EF15A5F9-FAAF-4DE5-B499-32DBA269B2B9}" sibTransId="{3DC2F5C7-4391-424F-9DDB-E6FEDB438EBF}"/>
    <dgm:cxn modelId="{04EFE588-0F20-4E4C-AF3F-FE60F5C65054}" srcId="{550A08EB-CCFF-49B8-AB7D-831F151099E6}" destId="{30A8477A-F0D4-4ED1-A419-B13E8C3FFDA2}" srcOrd="6" destOrd="0" parTransId="{17FD8EE5-8BE2-4A66-9FE8-9FD762633808}" sibTransId="{DDA1BC1E-4B75-43C3-8F9F-3DDB4024A504}"/>
    <dgm:cxn modelId="{4E71C589-BEAD-41A7-A69B-C2DD88A3ED84}" srcId="{9CADE8BE-541D-4FD1-9169-0E440327B252}" destId="{FC2E27C8-78A5-4023-B348-AC67D74CBC77}" srcOrd="1" destOrd="0" parTransId="{8A5FCF6E-8E71-422B-8BCF-9C1FD2990D0D}" sibTransId="{4D652B0A-5947-494C-8EF9-95004F775693}"/>
    <dgm:cxn modelId="{C2C4F693-0128-44D8-94A8-8BB9192E0B20}" srcId="{9CADE8BE-541D-4FD1-9169-0E440327B252}" destId="{616AF4CE-31B5-429C-B407-AE3C5A0AA55A}" srcOrd="0" destOrd="0" parTransId="{F7B8866F-570F-4BE7-8F56-C1F3A13066F3}" sibTransId="{09F3DA1F-4952-4CE8-BC5A-C23F7E82F30D}"/>
    <dgm:cxn modelId="{09975D9B-1972-460F-8E1C-6AA66FD7DB23}" srcId="{9CADE8BE-541D-4FD1-9169-0E440327B252}" destId="{1ABCD260-BA57-4938-8538-DFABFE09271B}" srcOrd="5" destOrd="0" parTransId="{74787BB1-B53C-4A17-B94A-699F8C4F89B4}" sibTransId="{83A24E74-9577-4CE7-8BAC-55F3B0B30692}"/>
    <dgm:cxn modelId="{C42103A1-6C2C-42A9-BC7C-4CE73B1C310D}" srcId="{9CADE8BE-541D-4FD1-9169-0E440327B252}" destId="{C610424B-4D53-4BE9-A1E5-30FD840018DA}" srcOrd="3" destOrd="0" parTransId="{FAED40C8-49A0-4AB7-8083-AB3CAFF52A25}" sibTransId="{359C9DC0-BB08-44AF-9C76-9471EA1F749E}"/>
    <dgm:cxn modelId="{40BAD8A6-5E50-464C-915C-F7BC19CF3036}" type="presOf" srcId="{DB244EE7-ADED-4DEC-B574-60A98DE17424}" destId="{199B5677-DCF4-445E-8E90-D7A80ACE74D6}" srcOrd="0" destOrd="3" presId="urn:microsoft.com/office/officeart/2005/8/layout/hList1"/>
    <dgm:cxn modelId="{8048ECA6-0450-4F1C-A49F-56CA414AE65D}" type="presOf" srcId="{9CADE8BE-541D-4FD1-9169-0E440327B252}" destId="{6CA5CB89-965F-46F4-AB63-5A87591C812D}" srcOrd="0" destOrd="0" presId="urn:microsoft.com/office/officeart/2005/8/layout/hList1"/>
    <dgm:cxn modelId="{2E2CFAA7-1867-49FF-A83C-8CB9AB57786F}" srcId="{A037A994-827C-42E7-B50A-DEED8C186439}" destId="{9CADE8BE-541D-4FD1-9169-0E440327B252}" srcOrd="3" destOrd="0" parTransId="{559AD12E-32B4-4ABA-B38B-2325EFB8E2C8}" sibTransId="{FFBE46E7-AC1B-4716-92DF-87EA7DC9A7AB}"/>
    <dgm:cxn modelId="{6ECBB1A9-DCB8-469C-867C-50F3526C8124}" type="presOf" srcId="{44339999-E5B2-4422-A472-D4CA71B02CD1}" destId="{FD162D3A-1177-4F1B-9F5D-C4AE692DD6E1}" srcOrd="0" destOrd="2" presId="urn:microsoft.com/office/officeart/2005/8/layout/hList1"/>
    <dgm:cxn modelId="{D40227AA-1E7B-4523-B68C-720B057A8656}" type="presOf" srcId="{26E24B7B-18AE-4479-9FBE-2E17B2337522}" destId="{C5CC311C-3919-4641-BC63-F2C27F3911F7}" srcOrd="0" destOrd="0" presId="urn:microsoft.com/office/officeart/2005/8/layout/hList1"/>
    <dgm:cxn modelId="{9687E8AA-0FFC-452A-B281-58F4765CC2D8}" srcId="{B64D22C4-BC7F-423A-8177-8EAE6ABC0ED9}" destId="{D18ADBD5-9863-437C-88FF-F772697FB56B}" srcOrd="2" destOrd="0" parTransId="{FF4CFF82-69DC-4CA2-970F-D52A7C506C49}" sibTransId="{3954AE0F-C232-47D3-863D-FD98DA6EDB7A}"/>
    <dgm:cxn modelId="{0E9F72AC-9657-4C09-AFD9-B6729F4831B1}" srcId="{550A08EB-CCFF-49B8-AB7D-831F151099E6}" destId="{DB244EE7-ADED-4DEC-B574-60A98DE17424}" srcOrd="3" destOrd="0" parTransId="{138A7AE7-4973-4383-BB44-0D9DE77762D6}" sibTransId="{2CA27054-E37F-42B5-98FF-96110C6C18E8}"/>
    <dgm:cxn modelId="{3634DFB1-A9FC-4AE5-BD3A-AA42CCE27A81}" type="presOf" srcId="{A037A994-827C-42E7-B50A-DEED8C186439}" destId="{6D53399A-5884-467E-86CA-D99166CE94EE}" srcOrd="0" destOrd="0" presId="urn:microsoft.com/office/officeart/2005/8/layout/hList1"/>
    <dgm:cxn modelId="{21AE25B2-DF87-4D38-921F-E18DEA502AC2}" srcId="{26E24B7B-18AE-4479-9FBE-2E17B2337522}" destId="{11E1FACD-1647-4D2D-ACEA-38C9A2DF9923}" srcOrd="4" destOrd="0" parTransId="{CF46E768-DA15-4B17-905E-C49D18388F49}" sibTransId="{CB34AE3F-5F2D-4651-846A-351E53DF9903}"/>
    <dgm:cxn modelId="{F31C7AB2-5A8A-4227-AA8C-4E3062E896BA}" srcId="{550A08EB-CCFF-49B8-AB7D-831F151099E6}" destId="{F2155614-16FB-4E76-8D63-DFDF05344D58}" srcOrd="2" destOrd="0" parTransId="{AA0934F1-5EB1-4B4C-AA93-E64F55C2FA75}" sibTransId="{600B2925-9C95-41C7-A25E-6BD5C34FAADE}"/>
    <dgm:cxn modelId="{7FB2A1BC-EC4E-4FEF-9CE0-BD13856B0F25}" srcId="{B64D22C4-BC7F-423A-8177-8EAE6ABC0ED9}" destId="{0C7C878B-DB94-4A7C-A183-46C294B065B5}" srcOrd="1" destOrd="0" parTransId="{3C12DFF9-68CD-44F9-AF63-7D894EEED0C0}" sibTransId="{F9F77B49-0763-458D-88B7-2565A42DF001}"/>
    <dgm:cxn modelId="{542B04CB-FACE-4AE2-849B-D1D8ECFC21A0}" srcId="{26E24B7B-18AE-4479-9FBE-2E17B2337522}" destId="{BD1EC750-1CCD-4541-99BD-FF0E50BA1238}" srcOrd="5" destOrd="0" parTransId="{7DDDD742-0F28-471A-B93B-AB5D319931E9}" sibTransId="{AF3236C1-521D-4755-A98B-1593D146F6A6}"/>
    <dgm:cxn modelId="{48614ACC-36B1-46E1-A837-312912F6034D}" type="presOf" srcId="{1F704F95-A078-4835-B5D0-9AFECE5873E8}" destId="{CDF39851-ADBF-4393-9AB2-98DDEE3237B2}" srcOrd="0" destOrd="4" presId="urn:microsoft.com/office/officeart/2005/8/layout/hList1"/>
    <dgm:cxn modelId="{714A1ACF-2FE6-4690-A909-8E2293D47C0D}" srcId="{550A08EB-CCFF-49B8-AB7D-831F151099E6}" destId="{9C821522-8804-42DA-A39F-047338F0CA5C}" srcOrd="5" destOrd="0" parTransId="{D6556AAF-DA2F-4A67-8CEA-A33EA2A3A819}" sibTransId="{D6007833-C88F-4147-8914-6672FA243D3D}"/>
    <dgm:cxn modelId="{D5467BD7-6F4B-4B5C-8CA2-C2EB111ABB22}" type="presOf" srcId="{22889EF9-85DC-4315-9070-DBB34C83EDEF}" destId="{FD162D3A-1177-4F1B-9F5D-C4AE692DD6E1}" srcOrd="0" destOrd="6" presId="urn:microsoft.com/office/officeart/2005/8/layout/hList1"/>
    <dgm:cxn modelId="{2840B9DE-86C2-4D93-BFDC-73B26D4EF12C}" type="presOf" srcId="{D18ADBD5-9863-437C-88FF-F772697FB56B}" destId="{CDF39851-ADBF-4393-9AB2-98DDEE3237B2}" srcOrd="0" destOrd="2" presId="urn:microsoft.com/office/officeart/2005/8/layout/hList1"/>
    <dgm:cxn modelId="{233BFADF-3B3A-4D4F-8EC5-330D9799B8A0}" srcId="{9CADE8BE-541D-4FD1-9169-0E440327B252}" destId="{44339999-E5B2-4422-A472-D4CA71B02CD1}" srcOrd="2" destOrd="0" parTransId="{13A6C234-237C-4CA0-B2FE-FE1DABAC8D72}" sibTransId="{B6279867-F161-4B70-9E75-22D2B5C418A4}"/>
    <dgm:cxn modelId="{8A797FE1-3CC9-4BFD-8F42-3CE9C66C5E6A}" type="presOf" srcId="{9C821522-8804-42DA-A39F-047338F0CA5C}" destId="{199B5677-DCF4-445E-8E90-D7A80ACE74D6}" srcOrd="0" destOrd="5" presId="urn:microsoft.com/office/officeart/2005/8/layout/hList1"/>
    <dgm:cxn modelId="{2D9D51E2-976C-4A14-950A-20781632F032}" srcId="{A037A994-827C-42E7-B50A-DEED8C186439}" destId="{550A08EB-CCFF-49B8-AB7D-831F151099E6}" srcOrd="1" destOrd="0" parTransId="{B969B556-6865-47AE-94E1-0C1B6BAF6836}" sibTransId="{B343D7D5-3738-425D-8245-9F201E14713F}"/>
    <dgm:cxn modelId="{D43043E3-505E-42FA-AA51-B386AE0A1FE6}" srcId="{26E24B7B-18AE-4479-9FBE-2E17B2337522}" destId="{0343A66F-B16D-4E63-B7CE-1CEAAB44D477}" srcOrd="2" destOrd="0" parTransId="{524E4931-68EB-4766-A926-8CBE36850F20}" sibTransId="{9D11D7CD-7C76-4830-A47D-2F30E7724AA5}"/>
    <dgm:cxn modelId="{5EE3E6F0-92DE-4969-B912-8FED71C43C6E}" srcId="{26E24B7B-18AE-4479-9FBE-2E17B2337522}" destId="{1385B9E6-B849-4BCA-8DE9-7C1AFA7112C1}" srcOrd="0" destOrd="0" parTransId="{898BA4C4-7D72-4ACA-BE56-241BCB35CC9F}" sibTransId="{B0487CF5-B2D5-479B-A661-098B70A8B89D}"/>
    <dgm:cxn modelId="{A580E8F2-91ED-4FA5-B2E2-7BC40551520C}" type="presOf" srcId="{FC2E27C8-78A5-4023-B348-AC67D74CBC77}" destId="{FD162D3A-1177-4F1B-9F5D-C4AE692DD6E1}" srcOrd="0" destOrd="1" presId="urn:microsoft.com/office/officeart/2005/8/layout/hList1"/>
    <dgm:cxn modelId="{3C2B21F3-BEF8-496A-BE1B-6CE3005A7458}" type="presOf" srcId="{D422C4EF-7F6D-4494-A451-051C8CF40385}" destId="{199B5677-DCF4-445E-8E90-D7A80ACE74D6}" srcOrd="0" destOrd="0" presId="urn:microsoft.com/office/officeart/2005/8/layout/hList1"/>
    <dgm:cxn modelId="{85DFC5F4-6C73-4E18-A81C-94B7BF8654D3}" type="presOf" srcId="{401B2E07-C5FA-4388-B55B-90B20E9FE5E0}" destId="{199B5677-DCF4-445E-8E90-D7A80ACE74D6}" srcOrd="0" destOrd="1" presId="urn:microsoft.com/office/officeart/2005/8/layout/hList1"/>
    <dgm:cxn modelId="{9EA87DFD-078A-4D90-9D61-6BA79F757263}" srcId="{9CADE8BE-541D-4FD1-9169-0E440327B252}" destId="{22889EF9-85DC-4315-9070-DBB34C83EDEF}" srcOrd="6" destOrd="0" parTransId="{E3F69A5E-1E47-4D0F-9605-E0CB476CB21B}" sibTransId="{0BFBECF8-14CD-4CA4-8A5B-287A3A8970FF}"/>
    <dgm:cxn modelId="{248DCD46-984B-41DA-8720-2D115D8A46EA}" type="presParOf" srcId="{6D53399A-5884-467E-86CA-D99166CE94EE}" destId="{540817C1-6561-4991-914A-AC9A8A9EB302}" srcOrd="0" destOrd="0" presId="urn:microsoft.com/office/officeart/2005/8/layout/hList1"/>
    <dgm:cxn modelId="{0EA2D5FA-6418-43C8-8652-F68EF7D77D25}" type="presParOf" srcId="{540817C1-6561-4991-914A-AC9A8A9EB302}" destId="{C5CC311C-3919-4641-BC63-F2C27F3911F7}" srcOrd="0" destOrd="0" presId="urn:microsoft.com/office/officeart/2005/8/layout/hList1"/>
    <dgm:cxn modelId="{C808E581-FCA5-4FA3-8731-576CCE4DD6BC}" type="presParOf" srcId="{540817C1-6561-4991-914A-AC9A8A9EB302}" destId="{0ABEC532-CB64-47AE-B338-676E4DEF4AE8}" srcOrd="1" destOrd="0" presId="urn:microsoft.com/office/officeart/2005/8/layout/hList1"/>
    <dgm:cxn modelId="{46911B77-0A09-4D8A-99D5-F5D318970807}" type="presParOf" srcId="{6D53399A-5884-467E-86CA-D99166CE94EE}" destId="{4FF28CF3-D3D4-4509-9CD8-635D2A2B48D5}" srcOrd="1" destOrd="0" presId="urn:microsoft.com/office/officeart/2005/8/layout/hList1"/>
    <dgm:cxn modelId="{526F2F71-40A1-4796-81D5-0242C669CE54}" type="presParOf" srcId="{6D53399A-5884-467E-86CA-D99166CE94EE}" destId="{B1215D73-9592-40B0-BF73-115571C162C3}" srcOrd="2" destOrd="0" presId="urn:microsoft.com/office/officeart/2005/8/layout/hList1"/>
    <dgm:cxn modelId="{DEC2A7A0-5A1B-465B-8A46-55E4218CEAA3}" type="presParOf" srcId="{B1215D73-9592-40B0-BF73-115571C162C3}" destId="{442A170E-5354-45BE-8146-0D4F1C9FE201}" srcOrd="0" destOrd="0" presId="urn:microsoft.com/office/officeart/2005/8/layout/hList1"/>
    <dgm:cxn modelId="{60979978-3D9D-4C8C-B318-6117A2822BCC}" type="presParOf" srcId="{B1215D73-9592-40B0-BF73-115571C162C3}" destId="{199B5677-DCF4-445E-8E90-D7A80ACE74D6}" srcOrd="1" destOrd="0" presId="urn:microsoft.com/office/officeart/2005/8/layout/hList1"/>
    <dgm:cxn modelId="{B758AFC9-872F-486D-840D-8D78ED82ADE3}" type="presParOf" srcId="{6D53399A-5884-467E-86CA-D99166CE94EE}" destId="{5C802360-C7B3-42EE-BC76-48C1764341A9}" srcOrd="3" destOrd="0" presId="urn:microsoft.com/office/officeart/2005/8/layout/hList1"/>
    <dgm:cxn modelId="{27F6DFC9-D9A6-4E40-A0C9-2D8C44278FC8}" type="presParOf" srcId="{6D53399A-5884-467E-86CA-D99166CE94EE}" destId="{58C510F1-61E7-45EA-918C-765B528A3582}" srcOrd="4" destOrd="0" presId="urn:microsoft.com/office/officeart/2005/8/layout/hList1"/>
    <dgm:cxn modelId="{D9679029-FF8B-4B96-8D45-E1E8BCA56A50}" type="presParOf" srcId="{58C510F1-61E7-45EA-918C-765B528A3582}" destId="{7D1C3BE7-B630-41F4-9BA8-24F013FC4CCD}" srcOrd="0" destOrd="0" presId="urn:microsoft.com/office/officeart/2005/8/layout/hList1"/>
    <dgm:cxn modelId="{74ACBAC0-55D0-4698-B209-06D468E0F1A7}" type="presParOf" srcId="{58C510F1-61E7-45EA-918C-765B528A3582}" destId="{CDF39851-ADBF-4393-9AB2-98DDEE3237B2}" srcOrd="1" destOrd="0" presId="urn:microsoft.com/office/officeart/2005/8/layout/hList1"/>
    <dgm:cxn modelId="{B989447A-F42C-4AEB-BD06-5C01AE212BD7}" type="presParOf" srcId="{6D53399A-5884-467E-86CA-D99166CE94EE}" destId="{E6E396AE-CEF9-4D2F-A301-18CA21F553FA}" srcOrd="5" destOrd="0" presId="urn:microsoft.com/office/officeart/2005/8/layout/hList1"/>
    <dgm:cxn modelId="{929C0D2E-5466-4054-8100-6B289EBD5F22}" type="presParOf" srcId="{6D53399A-5884-467E-86CA-D99166CE94EE}" destId="{A6F9BEA1-EBF6-4A5F-8B30-8ABBB20D99B0}" srcOrd="6" destOrd="0" presId="urn:microsoft.com/office/officeart/2005/8/layout/hList1"/>
    <dgm:cxn modelId="{7CD274B2-EDBF-4D3D-8130-60417F26A849}" type="presParOf" srcId="{A6F9BEA1-EBF6-4A5F-8B30-8ABBB20D99B0}" destId="{6CA5CB89-965F-46F4-AB63-5A87591C812D}" srcOrd="0" destOrd="0" presId="urn:microsoft.com/office/officeart/2005/8/layout/hList1"/>
    <dgm:cxn modelId="{628E438B-7306-4510-84EF-EB34DBAB2353}" type="presParOf" srcId="{A6F9BEA1-EBF6-4A5F-8B30-8ABBB20D99B0}" destId="{FD162D3A-1177-4F1B-9F5D-C4AE692DD6E1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037A994-827C-42E7-B50A-DEED8C186439}" type="doc">
      <dgm:prSet loTypeId="urn:microsoft.com/office/officeart/2005/8/layout/hList1" loCatId="list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pt-PT"/>
        </a:p>
      </dgm:t>
    </dgm:pt>
    <dgm:pt modelId="{B64D22C4-BC7F-423A-8177-8EAE6ABC0ED9}">
      <dgm:prSet phldrT="[Texto]" custT="1"/>
      <dgm:spPr/>
      <dgm:t>
        <a:bodyPr/>
        <a:lstStyle/>
        <a:p>
          <a:r>
            <a:rPr lang="pt-PT" sz="1100" b="1" dirty="0"/>
            <a:t>2024</a:t>
          </a:r>
        </a:p>
      </dgm:t>
    </dgm:pt>
    <dgm:pt modelId="{963CD5A6-3603-419E-BC62-F7BA9EC628DE}" type="parTrans" cxnId="{4FC29137-8F29-46B3-B67F-32FE4075563A}">
      <dgm:prSet/>
      <dgm:spPr/>
      <dgm:t>
        <a:bodyPr/>
        <a:lstStyle/>
        <a:p>
          <a:endParaRPr lang="pt-PT" sz="1100"/>
        </a:p>
      </dgm:t>
    </dgm:pt>
    <dgm:pt modelId="{AEE6CF97-723F-4FD3-98A7-2286A3AFAEFC}" type="sibTrans" cxnId="{4FC29137-8F29-46B3-B67F-32FE4075563A}">
      <dgm:prSet/>
      <dgm:spPr/>
      <dgm:t>
        <a:bodyPr/>
        <a:lstStyle/>
        <a:p>
          <a:endParaRPr lang="pt-PT" sz="1100"/>
        </a:p>
      </dgm:t>
    </dgm:pt>
    <dgm:pt modelId="{2A68F0AA-B1AE-4183-8315-27F0EE5F5F86}">
      <dgm:prSet phldrT="[Texto]" custT="1"/>
      <dgm:spPr/>
      <dgm:t>
        <a:bodyPr anchor="ctr"/>
        <a:lstStyle/>
        <a:p>
          <a:pPr algn="just">
            <a:lnSpc>
              <a:spcPct val="100000"/>
            </a:lnSpc>
          </a:pPr>
          <a:r>
            <a:rPr lang="pt-PT" sz="800" b="0" dirty="0" err="1"/>
            <a:t>KaMpfumu</a:t>
          </a:r>
          <a:r>
            <a:rPr lang="pt-PT" sz="800" b="1" dirty="0"/>
            <a:t>: 		</a:t>
          </a:r>
          <a:r>
            <a:rPr lang="en-US" sz="800" dirty="0"/>
            <a:t>30</a:t>
          </a:r>
          <a:endParaRPr lang="pt-PT" sz="800" dirty="0"/>
        </a:p>
      </dgm:t>
    </dgm:pt>
    <dgm:pt modelId="{BB07A91D-D3E0-4C45-8E09-284E76E11CC0}" type="parTrans" cxnId="{10E8B724-D363-4E75-BBE7-AB9DF3A9763F}">
      <dgm:prSet/>
      <dgm:spPr/>
      <dgm:t>
        <a:bodyPr/>
        <a:lstStyle/>
        <a:p>
          <a:endParaRPr lang="pt-PT" sz="1100"/>
        </a:p>
      </dgm:t>
    </dgm:pt>
    <dgm:pt modelId="{A383DC93-412F-4A85-A095-8432B6408CB2}" type="sibTrans" cxnId="{10E8B724-D363-4E75-BBE7-AB9DF3A9763F}">
      <dgm:prSet/>
      <dgm:spPr/>
      <dgm:t>
        <a:bodyPr/>
        <a:lstStyle/>
        <a:p>
          <a:endParaRPr lang="pt-PT" sz="1100"/>
        </a:p>
      </dgm:t>
    </dgm:pt>
    <dgm:pt modelId="{9CADE8BE-541D-4FD1-9169-0E440327B252}">
      <dgm:prSet phldrT="[Texto]" custT="1"/>
      <dgm:spPr/>
      <dgm:t>
        <a:bodyPr/>
        <a:lstStyle/>
        <a:p>
          <a:r>
            <a:rPr lang="pt-PT" sz="1100" b="1" dirty="0"/>
            <a:t>2025</a:t>
          </a:r>
        </a:p>
      </dgm:t>
    </dgm:pt>
    <dgm:pt modelId="{559AD12E-32B4-4ABA-B38B-2325EFB8E2C8}" type="parTrans" cxnId="{2E2CFAA7-1867-49FF-A83C-8CB9AB57786F}">
      <dgm:prSet/>
      <dgm:spPr/>
      <dgm:t>
        <a:bodyPr/>
        <a:lstStyle/>
        <a:p>
          <a:endParaRPr lang="pt-PT" sz="1100"/>
        </a:p>
      </dgm:t>
    </dgm:pt>
    <dgm:pt modelId="{FFBE46E7-AC1B-4716-92DF-87EA7DC9A7AB}" type="sibTrans" cxnId="{2E2CFAA7-1867-49FF-A83C-8CB9AB57786F}">
      <dgm:prSet/>
      <dgm:spPr/>
      <dgm:t>
        <a:bodyPr/>
        <a:lstStyle/>
        <a:p>
          <a:endParaRPr lang="pt-PT" sz="1100"/>
        </a:p>
      </dgm:t>
    </dgm:pt>
    <dgm:pt modelId="{616AF4CE-31B5-429C-B407-AE3C5A0AA55A}">
      <dgm:prSet phldrT="[Texto]" custT="1"/>
      <dgm:spPr/>
      <dgm:t>
        <a:bodyPr anchor="ctr"/>
        <a:lstStyle/>
        <a:p>
          <a:pPr algn="just">
            <a:lnSpc>
              <a:spcPct val="100000"/>
            </a:lnSpc>
          </a:pPr>
          <a:r>
            <a:rPr lang="pt-PT" sz="800" b="0" dirty="0" err="1"/>
            <a:t>KaMpfumu</a:t>
          </a:r>
          <a:r>
            <a:rPr lang="pt-PT" sz="800" b="1" dirty="0"/>
            <a:t>:		</a:t>
          </a:r>
          <a:r>
            <a:rPr lang="en-US" sz="800" dirty="0"/>
            <a:t>43</a:t>
          </a:r>
          <a:endParaRPr lang="pt-PT" sz="800" dirty="0"/>
        </a:p>
      </dgm:t>
    </dgm:pt>
    <dgm:pt modelId="{F7B8866F-570F-4BE7-8F56-C1F3A13066F3}" type="parTrans" cxnId="{C2C4F693-0128-44D8-94A8-8BB9192E0B20}">
      <dgm:prSet/>
      <dgm:spPr/>
      <dgm:t>
        <a:bodyPr/>
        <a:lstStyle/>
        <a:p>
          <a:endParaRPr lang="pt-PT" sz="1100"/>
        </a:p>
      </dgm:t>
    </dgm:pt>
    <dgm:pt modelId="{09F3DA1F-4952-4CE8-BC5A-C23F7E82F30D}" type="sibTrans" cxnId="{C2C4F693-0128-44D8-94A8-8BB9192E0B20}">
      <dgm:prSet/>
      <dgm:spPr/>
      <dgm:t>
        <a:bodyPr/>
        <a:lstStyle/>
        <a:p>
          <a:endParaRPr lang="pt-PT" sz="1100"/>
        </a:p>
      </dgm:t>
    </dgm:pt>
    <dgm:pt modelId="{550A08EB-CCFF-49B8-AB7D-831F151099E6}">
      <dgm:prSet phldrT="[Texto]" custT="1"/>
      <dgm:spPr/>
      <dgm:t>
        <a:bodyPr/>
        <a:lstStyle/>
        <a:p>
          <a:r>
            <a:rPr lang="pt-PT" sz="1100" b="1" dirty="0"/>
            <a:t>2023</a:t>
          </a:r>
        </a:p>
      </dgm:t>
    </dgm:pt>
    <dgm:pt modelId="{B969B556-6865-47AE-94E1-0C1B6BAF6836}" type="parTrans" cxnId="{2D9D51E2-976C-4A14-950A-20781632F032}">
      <dgm:prSet/>
      <dgm:spPr/>
      <dgm:t>
        <a:bodyPr/>
        <a:lstStyle/>
        <a:p>
          <a:endParaRPr lang="pt-PT" sz="1100"/>
        </a:p>
      </dgm:t>
    </dgm:pt>
    <dgm:pt modelId="{B343D7D5-3738-425D-8245-9F201E14713F}" type="sibTrans" cxnId="{2D9D51E2-976C-4A14-950A-20781632F032}">
      <dgm:prSet/>
      <dgm:spPr/>
      <dgm:t>
        <a:bodyPr/>
        <a:lstStyle/>
        <a:p>
          <a:endParaRPr lang="pt-PT" sz="1100"/>
        </a:p>
      </dgm:t>
    </dgm:pt>
    <dgm:pt modelId="{D422C4EF-7F6D-4494-A451-051C8CF40385}">
      <dgm:prSet phldrT="[Texto]" custT="1"/>
      <dgm:spPr/>
      <dgm:t>
        <a:bodyPr anchor="ctr"/>
        <a:lstStyle/>
        <a:p>
          <a:pPr algn="just">
            <a:lnSpc>
              <a:spcPct val="100000"/>
            </a:lnSpc>
          </a:pPr>
          <a:r>
            <a:rPr lang="pt-PT" sz="800" b="0" dirty="0" err="1"/>
            <a:t>KaMpfumu</a:t>
          </a:r>
          <a:r>
            <a:rPr lang="pt-PT" sz="800" b="1" dirty="0"/>
            <a:t>::		</a:t>
          </a:r>
          <a:r>
            <a:rPr lang="en-US" sz="800" b="1" dirty="0"/>
            <a:t>65</a:t>
          </a:r>
          <a:endParaRPr lang="pt-PT" sz="800" dirty="0"/>
        </a:p>
      </dgm:t>
    </dgm:pt>
    <dgm:pt modelId="{D971FE7A-F6E1-4BF1-A469-0101F22386EC}" type="parTrans" cxnId="{06DE0B6F-158F-4B5E-954D-CF94C06D519C}">
      <dgm:prSet/>
      <dgm:spPr/>
      <dgm:t>
        <a:bodyPr/>
        <a:lstStyle/>
        <a:p>
          <a:endParaRPr lang="pt-PT" sz="1100"/>
        </a:p>
      </dgm:t>
    </dgm:pt>
    <dgm:pt modelId="{7258E857-90B3-48DD-8C6D-BEA898903C9B}" type="sibTrans" cxnId="{06DE0B6F-158F-4B5E-954D-CF94C06D519C}">
      <dgm:prSet/>
      <dgm:spPr/>
      <dgm:t>
        <a:bodyPr/>
        <a:lstStyle/>
        <a:p>
          <a:endParaRPr lang="pt-PT" sz="1100"/>
        </a:p>
      </dgm:t>
    </dgm:pt>
    <dgm:pt modelId="{401B2E07-C5FA-4388-B55B-90B20E9FE5E0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dirty="0" err="1"/>
            <a:t>Nhlamankulu</a:t>
          </a:r>
          <a:r>
            <a:rPr lang="pt-PT" sz="800" b="1" dirty="0"/>
            <a:t>: 	</a:t>
          </a:r>
          <a:r>
            <a:rPr lang="en-US" sz="800" b="0" dirty="0"/>
            <a:t>190</a:t>
          </a:r>
          <a:endParaRPr lang="pt-PT" sz="800" b="0" dirty="0"/>
        </a:p>
      </dgm:t>
    </dgm:pt>
    <dgm:pt modelId="{D18FA821-DCB6-4AFE-9893-CBB72BC9671D}" type="parTrans" cxnId="{C4F05C13-A6DA-4CDC-B930-63F9E2A6C7AC}">
      <dgm:prSet/>
      <dgm:spPr/>
      <dgm:t>
        <a:bodyPr/>
        <a:lstStyle/>
        <a:p>
          <a:endParaRPr lang="en-US"/>
        </a:p>
      </dgm:t>
    </dgm:pt>
    <dgm:pt modelId="{0CEB4CB1-77AE-4F26-9B79-4ED4514B7972}" type="sibTrans" cxnId="{C4F05C13-A6DA-4CDC-B930-63F9E2A6C7AC}">
      <dgm:prSet/>
      <dgm:spPr/>
      <dgm:t>
        <a:bodyPr/>
        <a:lstStyle/>
        <a:p>
          <a:endParaRPr lang="en-US"/>
        </a:p>
      </dgm:t>
    </dgm:pt>
    <dgm:pt modelId="{F2155614-16FB-4E76-8D63-DFDF05344D58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dirty="0" err="1"/>
            <a:t>KaMaxakeni</a:t>
          </a:r>
          <a:r>
            <a:rPr lang="en-US" sz="800" dirty="0"/>
            <a:t>: 		26</a:t>
          </a:r>
          <a:endParaRPr lang="pt-PT" sz="800" b="0" dirty="0"/>
        </a:p>
      </dgm:t>
    </dgm:pt>
    <dgm:pt modelId="{AA0934F1-5EB1-4B4C-AA93-E64F55C2FA75}" type="parTrans" cxnId="{F31C7AB2-5A8A-4227-AA8C-4E3062E896BA}">
      <dgm:prSet/>
      <dgm:spPr/>
      <dgm:t>
        <a:bodyPr/>
        <a:lstStyle/>
        <a:p>
          <a:endParaRPr lang="en-US"/>
        </a:p>
      </dgm:t>
    </dgm:pt>
    <dgm:pt modelId="{600B2925-9C95-41C7-A25E-6BD5C34FAADE}" type="sibTrans" cxnId="{F31C7AB2-5A8A-4227-AA8C-4E3062E896BA}">
      <dgm:prSet/>
      <dgm:spPr/>
      <dgm:t>
        <a:bodyPr/>
        <a:lstStyle/>
        <a:p>
          <a:endParaRPr lang="en-US"/>
        </a:p>
      </dgm:t>
    </dgm:pt>
    <dgm:pt modelId="{DB244EE7-ADED-4DEC-B574-60A98DE17424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dirty="0" err="1"/>
            <a:t>KaMavota</a:t>
          </a:r>
          <a:r>
            <a:rPr lang="en-US" sz="800" dirty="0"/>
            <a:t>: 		169</a:t>
          </a:r>
          <a:endParaRPr lang="pt-PT" sz="800" b="0" dirty="0"/>
        </a:p>
      </dgm:t>
    </dgm:pt>
    <dgm:pt modelId="{138A7AE7-4973-4383-BB44-0D9DE77762D6}" type="parTrans" cxnId="{0E9F72AC-9657-4C09-AFD9-B6729F4831B1}">
      <dgm:prSet/>
      <dgm:spPr/>
      <dgm:t>
        <a:bodyPr/>
        <a:lstStyle/>
        <a:p>
          <a:endParaRPr lang="en-US"/>
        </a:p>
      </dgm:t>
    </dgm:pt>
    <dgm:pt modelId="{2CA27054-E37F-42B5-98FF-96110C6C18E8}" type="sibTrans" cxnId="{0E9F72AC-9657-4C09-AFD9-B6729F4831B1}">
      <dgm:prSet/>
      <dgm:spPr/>
      <dgm:t>
        <a:bodyPr/>
        <a:lstStyle/>
        <a:p>
          <a:endParaRPr lang="en-US"/>
        </a:p>
      </dgm:t>
    </dgm:pt>
    <dgm:pt modelId="{9FD56C76-81D1-4F74-BC1C-C06B49A06B28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dirty="0" err="1"/>
            <a:t>KaMubukwana</a:t>
          </a:r>
          <a:r>
            <a:rPr lang="en-US" sz="800" dirty="0"/>
            <a:t>: 	66</a:t>
          </a:r>
          <a:endParaRPr lang="pt-PT" sz="800" b="0" dirty="0"/>
        </a:p>
      </dgm:t>
    </dgm:pt>
    <dgm:pt modelId="{37355883-7EA5-4B48-ACD3-47238A9D8DEA}" type="parTrans" cxnId="{7954AE56-76C6-45BD-8B95-7FE890D912C1}">
      <dgm:prSet/>
      <dgm:spPr/>
      <dgm:t>
        <a:bodyPr/>
        <a:lstStyle/>
        <a:p>
          <a:endParaRPr lang="en-US"/>
        </a:p>
      </dgm:t>
    </dgm:pt>
    <dgm:pt modelId="{D2DA5731-68A5-4DD6-9936-228B24246C7E}" type="sibTrans" cxnId="{7954AE56-76C6-45BD-8B95-7FE890D912C1}">
      <dgm:prSet/>
      <dgm:spPr/>
      <dgm:t>
        <a:bodyPr/>
        <a:lstStyle/>
        <a:p>
          <a:endParaRPr lang="en-US"/>
        </a:p>
      </dgm:t>
    </dgm:pt>
    <dgm:pt modelId="{9C821522-8804-42DA-A39F-047338F0CA5C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dirty="0" err="1"/>
            <a:t>KaTembe</a:t>
          </a:r>
          <a:r>
            <a:rPr lang="en-US" sz="800" dirty="0"/>
            <a:t>: 		2</a:t>
          </a:r>
          <a:endParaRPr lang="pt-PT" sz="800" b="0" dirty="0"/>
        </a:p>
      </dgm:t>
    </dgm:pt>
    <dgm:pt modelId="{D6556AAF-DA2F-4A67-8CEA-A33EA2A3A819}" type="parTrans" cxnId="{714A1ACF-2FE6-4690-A909-8E2293D47C0D}">
      <dgm:prSet/>
      <dgm:spPr/>
      <dgm:t>
        <a:bodyPr/>
        <a:lstStyle/>
        <a:p>
          <a:endParaRPr lang="en-US"/>
        </a:p>
      </dgm:t>
    </dgm:pt>
    <dgm:pt modelId="{D6007833-C88F-4147-8914-6672FA243D3D}" type="sibTrans" cxnId="{714A1ACF-2FE6-4690-A909-8E2293D47C0D}">
      <dgm:prSet/>
      <dgm:spPr/>
      <dgm:t>
        <a:bodyPr/>
        <a:lstStyle/>
        <a:p>
          <a:endParaRPr lang="en-US"/>
        </a:p>
      </dgm:t>
    </dgm:pt>
    <dgm:pt modelId="{30A8477A-F0D4-4ED1-A419-B13E8C3FFDA2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dirty="0"/>
            <a:t>KaNyaka		2</a:t>
          </a:r>
          <a:endParaRPr lang="pt-PT" sz="800" b="0" dirty="0"/>
        </a:p>
      </dgm:t>
    </dgm:pt>
    <dgm:pt modelId="{17FD8EE5-8BE2-4A66-9FE8-9FD762633808}" type="parTrans" cxnId="{04EFE588-0F20-4E4C-AF3F-FE60F5C65054}">
      <dgm:prSet/>
      <dgm:spPr/>
      <dgm:t>
        <a:bodyPr/>
        <a:lstStyle/>
        <a:p>
          <a:endParaRPr lang="en-US"/>
        </a:p>
      </dgm:t>
    </dgm:pt>
    <dgm:pt modelId="{DDA1BC1E-4B75-43C3-8F9F-3DDB4024A504}" type="sibTrans" cxnId="{04EFE588-0F20-4E4C-AF3F-FE60F5C65054}">
      <dgm:prSet/>
      <dgm:spPr/>
      <dgm:t>
        <a:bodyPr/>
        <a:lstStyle/>
        <a:p>
          <a:endParaRPr lang="en-US"/>
        </a:p>
      </dgm:t>
    </dgm:pt>
    <dgm:pt modelId="{0C7C878B-DB94-4A7C-A183-46C294B065B5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dirty="0" err="1"/>
            <a:t>Nhlamankulu</a:t>
          </a:r>
          <a:r>
            <a:rPr lang="pt-PT" sz="800" b="1" dirty="0"/>
            <a:t>:		</a:t>
          </a:r>
          <a:r>
            <a:rPr lang="en-US" sz="800" b="0" dirty="0"/>
            <a:t>112</a:t>
          </a:r>
          <a:endParaRPr lang="pt-PT" sz="800" b="0" dirty="0"/>
        </a:p>
      </dgm:t>
    </dgm:pt>
    <dgm:pt modelId="{3C12DFF9-68CD-44F9-AF63-7D894EEED0C0}" type="parTrans" cxnId="{7FB2A1BC-EC4E-4FEF-9CE0-BD13856B0F25}">
      <dgm:prSet/>
      <dgm:spPr/>
      <dgm:t>
        <a:bodyPr/>
        <a:lstStyle/>
        <a:p>
          <a:endParaRPr lang="en-US"/>
        </a:p>
      </dgm:t>
    </dgm:pt>
    <dgm:pt modelId="{F9F77B49-0763-458D-88B7-2565A42DF001}" type="sibTrans" cxnId="{7FB2A1BC-EC4E-4FEF-9CE0-BD13856B0F25}">
      <dgm:prSet/>
      <dgm:spPr/>
      <dgm:t>
        <a:bodyPr/>
        <a:lstStyle/>
        <a:p>
          <a:endParaRPr lang="en-US"/>
        </a:p>
      </dgm:t>
    </dgm:pt>
    <dgm:pt modelId="{D18ADBD5-9863-437C-88FF-F772697FB56B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dirty="0" err="1"/>
            <a:t>KaMaxakeni</a:t>
          </a:r>
          <a:r>
            <a:rPr lang="en-US" sz="800" dirty="0"/>
            <a:t>: 		24</a:t>
          </a:r>
          <a:endParaRPr lang="pt-PT" sz="800" b="0" dirty="0"/>
        </a:p>
      </dgm:t>
    </dgm:pt>
    <dgm:pt modelId="{FF4CFF82-69DC-4CA2-970F-D52A7C506C49}" type="parTrans" cxnId="{9687E8AA-0FFC-452A-B281-58F4765CC2D8}">
      <dgm:prSet/>
      <dgm:spPr/>
      <dgm:t>
        <a:bodyPr/>
        <a:lstStyle/>
        <a:p>
          <a:endParaRPr lang="en-US"/>
        </a:p>
      </dgm:t>
    </dgm:pt>
    <dgm:pt modelId="{3954AE0F-C232-47D3-863D-FD98DA6EDB7A}" type="sibTrans" cxnId="{9687E8AA-0FFC-452A-B281-58F4765CC2D8}">
      <dgm:prSet/>
      <dgm:spPr/>
      <dgm:t>
        <a:bodyPr/>
        <a:lstStyle/>
        <a:p>
          <a:endParaRPr lang="en-US"/>
        </a:p>
      </dgm:t>
    </dgm:pt>
    <dgm:pt modelId="{7B88E41D-48C4-47CC-B07B-A8C359BFE796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dirty="0" err="1"/>
            <a:t>KaMavota</a:t>
          </a:r>
          <a:r>
            <a:rPr lang="en-US" sz="800" dirty="0"/>
            <a:t>: 		198</a:t>
          </a:r>
          <a:endParaRPr lang="pt-PT" sz="800" b="0" dirty="0"/>
        </a:p>
      </dgm:t>
    </dgm:pt>
    <dgm:pt modelId="{52EE8020-88BC-4656-B388-025E16BAEC27}" type="parTrans" cxnId="{2D454A1A-88B5-4134-913F-5A2A49A03BC7}">
      <dgm:prSet/>
      <dgm:spPr/>
      <dgm:t>
        <a:bodyPr/>
        <a:lstStyle/>
        <a:p>
          <a:endParaRPr lang="en-US"/>
        </a:p>
      </dgm:t>
    </dgm:pt>
    <dgm:pt modelId="{ED44EC06-1983-45DD-8CBF-5DB5B1529FBD}" type="sibTrans" cxnId="{2D454A1A-88B5-4134-913F-5A2A49A03BC7}">
      <dgm:prSet/>
      <dgm:spPr/>
      <dgm:t>
        <a:bodyPr/>
        <a:lstStyle/>
        <a:p>
          <a:endParaRPr lang="en-US"/>
        </a:p>
      </dgm:t>
    </dgm:pt>
    <dgm:pt modelId="{1F704F95-A078-4835-B5D0-9AFECE5873E8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dirty="0" err="1"/>
            <a:t>KaMubukwana</a:t>
          </a:r>
          <a:r>
            <a:rPr lang="en-US" sz="800" dirty="0"/>
            <a:t>: 	56</a:t>
          </a:r>
          <a:endParaRPr lang="pt-PT" sz="800" b="0" dirty="0"/>
        </a:p>
      </dgm:t>
    </dgm:pt>
    <dgm:pt modelId="{EF15A5F9-FAAF-4DE5-B499-32DBA269B2B9}" type="parTrans" cxnId="{CC915184-A8DC-4CEF-8AFF-DFD0DCE6783D}">
      <dgm:prSet/>
      <dgm:spPr/>
      <dgm:t>
        <a:bodyPr/>
        <a:lstStyle/>
        <a:p>
          <a:endParaRPr lang="en-US"/>
        </a:p>
      </dgm:t>
    </dgm:pt>
    <dgm:pt modelId="{3DC2F5C7-4391-424F-9DDB-E6FEDB438EBF}" type="sibTrans" cxnId="{CC915184-A8DC-4CEF-8AFF-DFD0DCE6783D}">
      <dgm:prSet/>
      <dgm:spPr/>
      <dgm:t>
        <a:bodyPr/>
        <a:lstStyle/>
        <a:p>
          <a:endParaRPr lang="en-US"/>
        </a:p>
      </dgm:t>
    </dgm:pt>
    <dgm:pt modelId="{E27A83F2-8AAA-4C5A-B474-BCE2807C5590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dirty="0" err="1"/>
            <a:t>KaTembe</a:t>
          </a:r>
          <a:r>
            <a:rPr lang="en-US" sz="800" dirty="0"/>
            <a:t>: 		13</a:t>
          </a:r>
          <a:endParaRPr lang="pt-PT" sz="800" b="0" dirty="0"/>
        </a:p>
      </dgm:t>
    </dgm:pt>
    <dgm:pt modelId="{C8CDFA23-84BC-410F-900E-1EA5BBC19AB0}" type="parTrans" cxnId="{A42AE53C-81B9-415A-860E-73C4B6E00F7D}">
      <dgm:prSet/>
      <dgm:spPr/>
      <dgm:t>
        <a:bodyPr/>
        <a:lstStyle/>
        <a:p>
          <a:endParaRPr lang="en-US"/>
        </a:p>
      </dgm:t>
    </dgm:pt>
    <dgm:pt modelId="{8C0D4749-9499-498C-BD07-441282B070C6}" type="sibTrans" cxnId="{A42AE53C-81B9-415A-860E-73C4B6E00F7D}">
      <dgm:prSet/>
      <dgm:spPr/>
      <dgm:t>
        <a:bodyPr/>
        <a:lstStyle/>
        <a:p>
          <a:endParaRPr lang="en-US"/>
        </a:p>
      </dgm:t>
    </dgm:pt>
    <dgm:pt modelId="{02A66406-BFCF-4667-86C7-9F94EB04946C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dirty="0"/>
            <a:t>KaNyaka		0</a:t>
          </a:r>
          <a:endParaRPr lang="pt-PT" sz="800" b="0" dirty="0"/>
        </a:p>
      </dgm:t>
    </dgm:pt>
    <dgm:pt modelId="{F69CB705-7298-4C17-9B92-E4BD6B6BF16A}" type="parTrans" cxnId="{C6DE177E-54D0-4C44-8CAB-D36560F1A0C0}">
      <dgm:prSet/>
      <dgm:spPr/>
      <dgm:t>
        <a:bodyPr/>
        <a:lstStyle/>
        <a:p>
          <a:endParaRPr lang="en-US"/>
        </a:p>
      </dgm:t>
    </dgm:pt>
    <dgm:pt modelId="{0ECD35F2-2240-4D91-B608-E2C7AE6FB46E}" type="sibTrans" cxnId="{C6DE177E-54D0-4C44-8CAB-D36560F1A0C0}">
      <dgm:prSet/>
      <dgm:spPr/>
      <dgm:t>
        <a:bodyPr/>
        <a:lstStyle/>
        <a:p>
          <a:endParaRPr lang="en-US"/>
        </a:p>
      </dgm:t>
    </dgm:pt>
    <dgm:pt modelId="{FC2E27C8-78A5-4023-B348-AC67D74CBC77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dirty="0" err="1"/>
            <a:t>Nhlamankulu</a:t>
          </a:r>
          <a:r>
            <a:rPr lang="pt-PT" sz="800" b="1" dirty="0"/>
            <a:t>:		</a:t>
          </a:r>
          <a:r>
            <a:rPr lang="en-US" sz="800" b="0" dirty="0"/>
            <a:t>147</a:t>
          </a:r>
          <a:endParaRPr lang="pt-PT" sz="800" b="0" dirty="0"/>
        </a:p>
      </dgm:t>
    </dgm:pt>
    <dgm:pt modelId="{8A5FCF6E-8E71-422B-8BCF-9C1FD2990D0D}" type="parTrans" cxnId="{4E71C589-BEAD-41A7-A69B-C2DD88A3ED84}">
      <dgm:prSet/>
      <dgm:spPr/>
      <dgm:t>
        <a:bodyPr/>
        <a:lstStyle/>
        <a:p>
          <a:endParaRPr lang="en-US"/>
        </a:p>
      </dgm:t>
    </dgm:pt>
    <dgm:pt modelId="{4D652B0A-5947-494C-8EF9-95004F775693}" type="sibTrans" cxnId="{4E71C589-BEAD-41A7-A69B-C2DD88A3ED84}">
      <dgm:prSet/>
      <dgm:spPr/>
      <dgm:t>
        <a:bodyPr/>
        <a:lstStyle/>
        <a:p>
          <a:endParaRPr lang="en-US"/>
        </a:p>
      </dgm:t>
    </dgm:pt>
    <dgm:pt modelId="{44339999-E5B2-4422-A472-D4CA71B02CD1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dirty="0" err="1"/>
            <a:t>KaMaxakeni</a:t>
          </a:r>
          <a:r>
            <a:rPr lang="en-US" sz="800" dirty="0"/>
            <a:t>: 		34</a:t>
          </a:r>
          <a:endParaRPr lang="pt-PT" sz="800" b="0" dirty="0"/>
        </a:p>
      </dgm:t>
    </dgm:pt>
    <dgm:pt modelId="{13A6C234-237C-4CA0-B2FE-FE1DABAC8D72}" type="parTrans" cxnId="{233BFADF-3B3A-4D4F-8EC5-330D9799B8A0}">
      <dgm:prSet/>
      <dgm:spPr/>
      <dgm:t>
        <a:bodyPr/>
        <a:lstStyle/>
        <a:p>
          <a:endParaRPr lang="en-US"/>
        </a:p>
      </dgm:t>
    </dgm:pt>
    <dgm:pt modelId="{B6279867-F161-4B70-9E75-22D2B5C418A4}" type="sibTrans" cxnId="{233BFADF-3B3A-4D4F-8EC5-330D9799B8A0}">
      <dgm:prSet/>
      <dgm:spPr/>
      <dgm:t>
        <a:bodyPr/>
        <a:lstStyle/>
        <a:p>
          <a:endParaRPr lang="en-US"/>
        </a:p>
      </dgm:t>
    </dgm:pt>
    <dgm:pt modelId="{C610424B-4D53-4BE9-A1E5-30FD840018DA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dirty="0" err="1"/>
            <a:t>KaMavota</a:t>
          </a:r>
          <a:r>
            <a:rPr lang="en-US" sz="800" dirty="0"/>
            <a:t>: 		209</a:t>
          </a:r>
          <a:endParaRPr lang="pt-PT" sz="800" b="0" dirty="0"/>
        </a:p>
      </dgm:t>
    </dgm:pt>
    <dgm:pt modelId="{FAED40C8-49A0-4AB7-8083-AB3CAFF52A25}" type="parTrans" cxnId="{C42103A1-6C2C-42A9-BC7C-4CE73B1C310D}">
      <dgm:prSet/>
      <dgm:spPr/>
      <dgm:t>
        <a:bodyPr/>
        <a:lstStyle/>
        <a:p>
          <a:endParaRPr lang="en-US"/>
        </a:p>
      </dgm:t>
    </dgm:pt>
    <dgm:pt modelId="{359C9DC0-BB08-44AF-9C76-9471EA1F749E}" type="sibTrans" cxnId="{C42103A1-6C2C-42A9-BC7C-4CE73B1C310D}">
      <dgm:prSet/>
      <dgm:spPr/>
      <dgm:t>
        <a:bodyPr/>
        <a:lstStyle/>
        <a:p>
          <a:endParaRPr lang="en-US"/>
        </a:p>
      </dgm:t>
    </dgm:pt>
    <dgm:pt modelId="{9856CF24-72AD-43F1-8051-45021A907558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dirty="0" err="1"/>
            <a:t>KaMubukwana</a:t>
          </a:r>
          <a:r>
            <a:rPr lang="en-US" sz="800" dirty="0"/>
            <a:t>: 	74</a:t>
          </a:r>
          <a:endParaRPr lang="pt-PT" sz="800" b="0" dirty="0"/>
        </a:p>
      </dgm:t>
    </dgm:pt>
    <dgm:pt modelId="{2C4AB902-A0D9-4587-916F-86A8556B07A5}" type="parTrans" cxnId="{21412521-65EE-46B6-B26F-EF698CFECCEC}">
      <dgm:prSet/>
      <dgm:spPr/>
      <dgm:t>
        <a:bodyPr/>
        <a:lstStyle/>
        <a:p>
          <a:endParaRPr lang="en-US"/>
        </a:p>
      </dgm:t>
    </dgm:pt>
    <dgm:pt modelId="{ECB84B5F-F426-4ACC-A3F5-10D372A21F74}" type="sibTrans" cxnId="{21412521-65EE-46B6-B26F-EF698CFECCEC}">
      <dgm:prSet/>
      <dgm:spPr/>
      <dgm:t>
        <a:bodyPr/>
        <a:lstStyle/>
        <a:p>
          <a:endParaRPr lang="en-US"/>
        </a:p>
      </dgm:t>
    </dgm:pt>
    <dgm:pt modelId="{1ABCD260-BA57-4938-8538-DFABFE09271B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dirty="0" err="1"/>
            <a:t>KaTembe</a:t>
          </a:r>
          <a:r>
            <a:rPr lang="en-US" sz="800" dirty="0"/>
            <a:t>: 		6</a:t>
          </a:r>
          <a:endParaRPr lang="pt-PT" sz="800" b="0" dirty="0"/>
        </a:p>
      </dgm:t>
    </dgm:pt>
    <dgm:pt modelId="{74787BB1-B53C-4A17-B94A-699F8C4F89B4}" type="parTrans" cxnId="{09975D9B-1972-460F-8E1C-6AA66FD7DB23}">
      <dgm:prSet/>
      <dgm:spPr/>
      <dgm:t>
        <a:bodyPr/>
        <a:lstStyle/>
        <a:p>
          <a:endParaRPr lang="en-US"/>
        </a:p>
      </dgm:t>
    </dgm:pt>
    <dgm:pt modelId="{83A24E74-9577-4CE7-8BAC-55F3B0B30692}" type="sibTrans" cxnId="{09975D9B-1972-460F-8E1C-6AA66FD7DB23}">
      <dgm:prSet/>
      <dgm:spPr/>
      <dgm:t>
        <a:bodyPr/>
        <a:lstStyle/>
        <a:p>
          <a:endParaRPr lang="en-US"/>
        </a:p>
      </dgm:t>
    </dgm:pt>
    <dgm:pt modelId="{22889EF9-85DC-4315-9070-DBB34C83EDEF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dirty="0"/>
            <a:t>KaNyaka		0</a:t>
          </a:r>
          <a:endParaRPr lang="pt-PT" sz="800" b="0" dirty="0"/>
        </a:p>
      </dgm:t>
    </dgm:pt>
    <dgm:pt modelId="{E3F69A5E-1E47-4D0F-9605-E0CB476CB21B}" type="parTrans" cxnId="{9EA87DFD-078A-4D90-9D61-6BA79F757263}">
      <dgm:prSet/>
      <dgm:spPr/>
      <dgm:t>
        <a:bodyPr/>
        <a:lstStyle/>
        <a:p>
          <a:endParaRPr lang="en-US"/>
        </a:p>
      </dgm:t>
    </dgm:pt>
    <dgm:pt modelId="{0BFBECF8-14CD-4CA4-8A5B-287A3A8970FF}" type="sibTrans" cxnId="{9EA87DFD-078A-4D90-9D61-6BA79F757263}">
      <dgm:prSet/>
      <dgm:spPr/>
      <dgm:t>
        <a:bodyPr/>
        <a:lstStyle/>
        <a:p>
          <a:endParaRPr lang="en-US"/>
        </a:p>
      </dgm:t>
    </dgm:pt>
    <dgm:pt modelId="{26E24B7B-18AE-4479-9FBE-2E17B2337522}">
      <dgm:prSet phldrT="[Texto]" custT="1"/>
      <dgm:spPr/>
      <dgm:t>
        <a:bodyPr/>
        <a:lstStyle/>
        <a:p>
          <a:r>
            <a:rPr lang="pt-PT" sz="1100" b="1" dirty="0"/>
            <a:t>2012</a:t>
          </a:r>
        </a:p>
      </dgm:t>
    </dgm:pt>
    <dgm:pt modelId="{66DE3D84-88CA-46E2-B63D-554E9497CBFE}" type="parTrans" cxnId="{00449B4B-B019-41C2-BFBE-262B1CF60D39}">
      <dgm:prSet/>
      <dgm:spPr/>
      <dgm:t>
        <a:bodyPr/>
        <a:lstStyle/>
        <a:p>
          <a:endParaRPr lang="pt-PT" sz="1100"/>
        </a:p>
      </dgm:t>
    </dgm:pt>
    <dgm:pt modelId="{8148635B-848E-4F58-B9E0-CBB470C098A2}" type="sibTrans" cxnId="{00449B4B-B019-41C2-BFBE-262B1CF60D39}">
      <dgm:prSet/>
      <dgm:spPr/>
      <dgm:t>
        <a:bodyPr/>
        <a:lstStyle/>
        <a:p>
          <a:endParaRPr lang="pt-PT" sz="1100"/>
        </a:p>
      </dgm:t>
    </dgm:pt>
    <dgm:pt modelId="{C4D8CC64-8B3E-4E79-8702-B8711E479545}">
      <dgm:prSet phldrT="[Texto]" custT="1"/>
      <dgm:spPr/>
      <dgm:t>
        <a:bodyPr anchor="ctr"/>
        <a:lstStyle/>
        <a:p>
          <a:pPr algn="l">
            <a:lnSpc>
              <a:spcPct val="100000"/>
            </a:lnSpc>
          </a:pPr>
          <a:r>
            <a:rPr lang="en-US" sz="800" dirty="0" err="1"/>
            <a:t>Nhlamankulu</a:t>
          </a:r>
          <a:r>
            <a:rPr lang="pt-PT" sz="800" b="1" dirty="0"/>
            <a:t>: 	</a:t>
          </a:r>
          <a:r>
            <a:rPr lang="en-US" sz="800" b="0" dirty="0"/>
            <a:t>144</a:t>
          </a:r>
          <a:endParaRPr lang="pt-PT" sz="800" b="0" dirty="0"/>
        </a:p>
      </dgm:t>
    </dgm:pt>
    <dgm:pt modelId="{80271984-C5F5-47DC-AC67-412D14D4BA68}" type="parTrans" cxnId="{80C75936-F8D6-45F3-912F-AB56DA3BD608}">
      <dgm:prSet/>
      <dgm:spPr/>
      <dgm:t>
        <a:bodyPr/>
        <a:lstStyle/>
        <a:p>
          <a:endParaRPr lang="pt-PT" sz="1100"/>
        </a:p>
      </dgm:t>
    </dgm:pt>
    <dgm:pt modelId="{3E335E04-6D5E-4E16-91E6-EB901D45C33C}" type="sibTrans" cxnId="{80C75936-F8D6-45F3-912F-AB56DA3BD608}">
      <dgm:prSet/>
      <dgm:spPr/>
      <dgm:t>
        <a:bodyPr/>
        <a:lstStyle/>
        <a:p>
          <a:endParaRPr lang="pt-PT" sz="1100"/>
        </a:p>
      </dgm:t>
    </dgm:pt>
    <dgm:pt modelId="{0343A66F-B16D-4E63-B7CE-1CEAAB44D477}">
      <dgm:prSet phldrT="[Texto]" custT="1"/>
      <dgm:spPr/>
      <dgm:t>
        <a:bodyPr/>
        <a:lstStyle/>
        <a:p>
          <a:pPr algn="l">
            <a:lnSpc>
              <a:spcPct val="100000"/>
            </a:lnSpc>
            <a:buNone/>
          </a:pPr>
          <a:r>
            <a:rPr lang="en-US" sz="800" dirty="0" err="1"/>
            <a:t>KaMaxakeni</a:t>
          </a:r>
          <a:r>
            <a:rPr lang="en-US" sz="800" dirty="0"/>
            <a:t>: 		51</a:t>
          </a:r>
          <a:endParaRPr lang="pt-PT" sz="800" b="0" dirty="0"/>
        </a:p>
      </dgm:t>
    </dgm:pt>
    <dgm:pt modelId="{524E4931-68EB-4766-A926-8CBE36850F20}" type="parTrans" cxnId="{D43043E3-505E-42FA-AA51-B386AE0A1FE6}">
      <dgm:prSet/>
      <dgm:spPr/>
      <dgm:t>
        <a:bodyPr/>
        <a:lstStyle/>
        <a:p>
          <a:endParaRPr lang="en-US" sz="1800"/>
        </a:p>
      </dgm:t>
    </dgm:pt>
    <dgm:pt modelId="{9D11D7CD-7C76-4830-A47D-2F30E7724AA5}" type="sibTrans" cxnId="{D43043E3-505E-42FA-AA51-B386AE0A1FE6}">
      <dgm:prSet/>
      <dgm:spPr/>
      <dgm:t>
        <a:bodyPr/>
        <a:lstStyle/>
        <a:p>
          <a:endParaRPr lang="en-US" sz="1800"/>
        </a:p>
      </dgm:t>
    </dgm:pt>
    <dgm:pt modelId="{7F4168F8-D530-4B8F-A626-66B9006698B6}">
      <dgm:prSet phldrT="[Texto]" custT="1"/>
      <dgm:spPr/>
      <dgm:t>
        <a:bodyPr/>
        <a:lstStyle/>
        <a:p>
          <a:pPr algn="l">
            <a:lnSpc>
              <a:spcPct val="100000"/>
            </a:lnSpc>
            <a:buNone/>
          </a:pPr>
          <a:r>
            <a:rPr lang="en-US" sz="800" dirty="0" err="1"/>
            <a:t>KaMavota</a:t>
          </a:r>
          <a:r>
            <a:rPr lang="en-US" sz="800" dirty="0"/>
            <a:t>: 		186</a:t>
          </a:r>
          <a:endParaRPr lang="pt-PT" sz="800" b="0" dirty="0"/>
        </a:p>
      </dgm:t>
    </dgm:pt>
    <dgm:pt modelId="{344457BC-4070-4971-8996-782A1AF98BB3}" type="parTrans" cxnId="{934A8717-1999-4255-9C83-C6EAB3080639}">
      <dgm:prSet/>
      <dgm:spPr/>
      <dgm:t>
        <a:bodyPr/>
        <a:lstStyle/>
        <a:p>
          <a:endParaRPr lang="en-US" sz="1800"/>
        </a:p>
      </dgm:t>
    </dgm:pt>
    <dgm:pt modelId="{2A914187-80C7-4341-818E-B19556794106}" type="sibTrans" cxnId="{934A8717-1999-4255-9C83-C6EAB3080639}">
      <dgm:prSet/>
      <dgm:spPr/>
      <dgm:t>
        <a:bodyPr/>
        <a:lstStyle/>
        <a:p>
          <a:endParaRPr lang="en-US" sz="1800"/>
        </a:p>
      </dgm:t>
    </dgm:pt>
    <dgm:pt modelId="{11E1FACD-1647-4D2D-ACEA-38C9A2DF9923}">
      <dgm:prSet phldrT="[Texto]" custT="1"/>
      <dgm:spPr/>
      <dgm:t>
        <a:bodyPr/>
        <a:lstStyle/>
        <a:p>
          <a:pPr algn="l">
            <a:lnSpc>
              <a:spcPct val="100000"/>
            </a:lnSpc>
            <a:buNone/>
          </a:pPr>
          <a:r>
            <a:rPr lang="en-US" sz="800" dirty="0" err="1"/>
            <a:t>KaMubukwana</a:t>
          </a:r>
          <a:r>
            <a:rPr lang="en-US" sz="800" dirty="0"/>
            <a:t>: 	54</a:t>
          </a:r>
          <a:endParaRPr lang="pt-PT" sz="800" b="0" dirty="0"/>
        </a:p>
      </dgm:t>
    </dgm:pt>
    <dgm:pt modelId="{CF46E768-DA15-4B17-905E-C49D18388F49}" type="parTrans" cxnId="{21AE25B2-DF87-4D38-921F-E18DEA502AC2}">
      <dgm:prSet/>
      <dgm:spPr/>
      <dgm:t>
        <a:bodyPr/>
        <a:lstStyle/>
        <a:p>
          <a:endParaRPr lang="en-US" sz="1800"/>
        </a:p>
      </dgm:t>
    </dgm:pt>
    <dgm:pt modelId="{CB34AE3F-5F2D-4651-846A-351E53DF9903}" type="sibTrans" cxnId="{21AE25B2-DF87-4D38-921F-E18DEA502AC2}">
      <dgm:prSet/>
      <dgm:spPr/>
      <dgm:t>
        <a:bodyPr/>
        <a:lstStyle/>
        <a:p>
          <a:endParaRPr lang="en-US" sz="1800"/>
        </a:p>
      </dgm:t>
    </dgm:pt>
    <dgm:pt modelId="{BD1EC750-1CCD-4541-99BD-FF0E50BA1238}">
      <dgm:prSet phldrT="[Texto]" custT="1"/>
      <dgm:spPr/>
      <dgm:t>
        <a:bodyPr/>
        <a:lstStyle/>
        <a:p>
          <a:pPr algn="l">
            <a:lnSpc>
              <a:spcPct val="100000"/>
            </a:lnSpc>
            <a:buNone/>
          </a:pPr>
          <a:r>
            <a:rPr lang="en-US" sz="800" dirty="0" err="1"/>
            <a:t>KaTembe</a:t>
          </a:r>
          <a:r>
            <a:rPr lang="en-US" sz="800" dirty="0"/>
            <a:t>: 		11</a:t>
          </a:r>
          <a:endParaRPr lang="pt-PT" sz="800" b="0" dirty="0"/>
        </a:p>
      </dgm:t>
    </dgm:pt>
    <dgm:pt modelId="{7DDDD742-0F28-471A-B93B-AB5D319931E9}" type="parTrans" cxnId="{542B04CB-FACE-4AE2-849B-D1D8ECFC21A0}">
      <dgm:prSet/>
      <dgm:spPr/>
      <dgm:t>
        <a:bodyPr/>
        <a:lstStyle/>
        <a:p>
          <a:endParaRPr lang="en-US" sz="1800"/>
        </a:p>
      </dgm:t>
    </dgm:pt>
    <dgm:pt modelId="{AF3236C1-521D-4755-A98B-1593D146F6A6}" type="sibTrans" cxnId="{542B04CB-FACE-4AE2-849B-D1D8ECFC21A0}">
      <dgm:prSet/>
      <dgm:spPr/>
      <dgm:t>
        <a:bodyPr/>
        <a:lstStyle/>
        <a:p>
          <a:endParaRPr lang="en-US" sz="1800"/>
        </a:p>
      </dgm:t>
    </dgm:pt>
    <dgm:pt modelId="{3CC5C86C-915A-4706-9544-35FA5E980EF1}">
      <dgm:prSet phldrT="[Texto]" custT="1"/>
      <dgm:spPr/>
      <dgm:t>
        <a:bodyPr/>
        <a:lstStyle/>
        <a:p>
          <a:pPr algn="l">
            <a:lnSpc>
              <a:spcPct val="100000"/>
            </a:lnSpc>
            <a:buNone/>
          </a:pPr>
          <a:r>
            <a:rPr lang="en-US" sz="800" dirty="0"/>
            <a:t>KaNyaka		0</a:t>
          </a:r>
          <a:endParaRPr lang="pt-PT" sz="800" b="0" dirty="0"/>
        </a:p>
      </dgm:t>
    </dgm:pt>
    <dgm:pt modelId="{10D4E06A-C650-41A8-8AC7-A5A35C69F72B}" type="parTrans" cxnId="{CF0FCF6F-46A1-4BFB-812E-C4257F431A31}">
      <dgm:prSet/>
      <dgm:spPr/>
      <dgm:t>
        <a:bodyPr/>
        <a:lstStyle/>
        <a:p>
          <a:endParaRPr lang="en-US" sz="1800"/>
        </a:p>
      </dgm:t>
    </dgm:pt>
    <dgm:pt modelId="{4601BB44-BD58-4B5C-B724-84CD69FC59CA}" type="sibTrans" cxnId="{CF0FCF6F-46A1-4BFB-812E-C4257F431A31}">
      <dgm:prSet/>
      <dgm:spPr/>
      <dgm:t>
        <a:bodyPr/>
        <a:lstStyle/>
        <a:p>
          <a:endParaRPr lang="en-US" sz="1800"/>
        </a:p>
      </dgm:t>
    </dgm:pt>
    <dgm:pt modelId="{1848BDC8-3054-482E-BB9B-6AE6E25C24E0}">
      <dgm:prSet phldrT="[Text]" phldr="0" custT="1"/>
      <dgm:spPr/>
      <dgm:t>
        <a:bodyPr spcFirstLastPara="0" vert="horz" wrap="square" lIns="78232" tIns="44704" rIns="78232" bIns="44704" numCol="1" spcCol="1270" anchor="ctr" anchorCtr="0"/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latin typeface="Arial"/>
              <a:ea typeface="+mn-ea"/>
              <a:cs typeface="+mn-cs"/>
            </a:rPr>
            <a:t>2026</a:t>
          </a:r>
        </a:p>
      </dgm:t>
    </dgm:pt>
    <dgm:pt modelId="{AD7A98D6-1523-40A9-BC2D-5BA2586AFE04}" type="parTrans" cxnId="{D072142D-EA35-45AA-879A-FBFBA414DE41}">
      <dgm:prSet/>
      <dgm:spPr/>
      <dgm:t>
        <a:bodyPr/>
        <a:lstStyle/>
        <a:p>
          <a:endParaRPr lang="en-US"/>
        </a:p>
      </dgm:t>
    </dgm:pt>
    <dgm:pt modelId="{39638F23-621D-48D8-A180-0996A2A15ED5}" type="sibTrans" cxnId="{D072142D-EA35-45AA-879A-FBFBA414DE41}">
      <dgm:prSet/>
      <dgm:spPr/>
      <dgm:t>
        <a:bodyPr/>
        <a:lstStyle/>
        <a:p>
          <a:endParaRPr lang="en-US"/>
        </a:p>
      </dgm:t>
    </dgm:pt>
    <dgm:pt modelId="{1385B9E6-B849-4BCA-8DE9-7C1AFA7112C1}">
      <dgm:prSet phldrT="[Texto]" custT="1"/>
      <dgm:spPr/>
      <dgm:t>
        <a:bodyPr spcFirstLastPara="0" vert="horz" wrap="square" lIns="26670" tIns="26670" rIns="35560" bIns="40005" numCol="1" spcCol="1270" anchor="t" anchorCtr="0"/>
        <a:lstStyle/>
        <a:p>
          <a:pPr algn="l">
            <a:lnSpc>
              <a:spcPct val="100000"/>
            </a:lnSpc>
          </a:pPr>
          <a:r>
            <a:rPr lang="pt-PT" sz="800" b="0" kern="1200" dirty="0" err="1"/>
            <a:t>KaMpfumu</a:t>
          </a:r>
          <a:r>
            <a:rPr lang="pt-PT" sz="800" b="1" kern="1200" dirty="0"/>
            <a:t>: 		</a:t>
          </a:r>
          <a:r>
            <a:rPr lang="en-US" sz="800" kern="1200" dirty="0"/>
            <a:t>23</a:t>
          </a:r>
          <a:endParaRPr lang="pt-PT" sz="800" kern="1200" dirty="0"/>
        </a:p>
      </dgm:t>
    </dgm:pt>
    <dgm:pt modelId="{898BA4C4-7D72-4ACA-BE56-241BCB35CC9F}" type="parTrans" cxnId="{5EE3E6F0-92DE-4969-B912-8FED71C43C6E}">
      <dgm:prSet/>
      <dgm:spPr/>
      <dgm:t>
        <a:bodyPr/>
        <a:lstStyle/>
        <a:p>
          <a:endParaRPr lang="en-US" sz="1800"/>
        </a:p>
      </dgm:t>
    </dgm:pt>
    <dgm:pt modelId="{B0487CF5-B2D5-479B-A661-098B70A8B89D}" type="sibTrans" cxnId="{5EE3E6F0-92DE-4969-B912-8FED71C43C6E}">
      <dgm:prSet/>
      <dgm:spPr/>
      <dgm:t>
        <a:bodyPr/>
        <a:lstStyle/>
        <a:p>
          <a:endParaRPr lang="en-US" sz="1800"/>
        </a:p>
      </dgm:t>
    </dgm:pt>
    <dgm:pt modelId="{65EA4FCB-20A6-4C64-909C-925170B116DC}">
      <dgm:prSet custT="1"/>
      <dgm:spPr/>
      <dgm:t>
        <a:bodyPr/>
        <a:lstStyle/>
        <a:p>
          <a:r>
            <a:rPr lang="pt-PT" sz="800" b="0" dirty="0" err="1"/>
            <a:t>KaMpfumu</a:t>
          </a:r>
          <a:r>
            <a:rPr lang="pt-PT" sz="800" b="1" dirty="0"/>
            <a:t>: 		</a:t>
          </a:r>
          <a:r>
            <a:rPr lang="en-US" sz="800" dirty="0"/>
            <a:t>29</a:t>
          </a:r>
        </a:p>
      </dgm:t>
    </dgm:pt>
    <dgm:pt modelId="{F12CA6B8-64BF-4352-93FE-8AEE4DF64F99}" type="parTrans" cxnId="{C79AF328-7930-4D4A-8C31-1DAB368C5256}">
      <dgm:prSet/>
      <dgm:spPr/>
      <dgm:t>
        <a:bodyPr/>
        <a:lstStyle/>
        <a:p>
          <a:endParaRPr lang="en-US"/>
        </a:p>
      </dgm:t>
    </dgm:pt>
    <dgm:pt modelId="{16C66A06-EAA7-4873-838E-B321DF07EB5B}" type="sibTrans" cxnId="{C79AF328-7930-4D4A-8C31-1DAB368C5256}">
      <dgm:prSet/>
      <dgm:spPr/>
      <dgm:t>
        <a:bodyPr/>
        <a:lstStyle/>
        <a:p>
          <a:endParaRPr lang="en-US"/>
        </a:p>
      </dgm:t>
    </dgm:pt>
    <dgm:pt modelId="{332DA50E-D65A-42AA-9BE7-254E6C7433A0}">
      <dgm:prSet custT="1"/>
      <dgm:spPr/>
      <dgm:t>
        <a:bodyPr/>
        <a:lstStyle/>
        <a:p>
          <a:r>
            <a:rPr lang="en-US" sz="800" dirty="0" err="1"/>
            <a:t>Nhlamankulu</a:t>
          </a:r>
          <a:r>
            <a:rPr lang="pt-PT" sz="800" b="1" dirty="0"/>
            <a:t>: 	</a:t>
          </a:r>
          <a:r>
            <a:rPr lang="pt-PT" sz="800" b="0" dirty="0"/>
            <a:t>74</a:t>
          </a:r>
        </a:p>
      </dgm:t>
    </dgm:pt>
    <dgm:pt modelId="{09F85ACE-1C79-4DA4-82FA-54F6CF2D0D2C}" type="parTrans" cxnId="{70E401C0-54AD-4B43-9EA1-825A22DA3A8A}">
      <dgm:prSet/>
      <dgm:spPr/>
      <dgm:t>
        <a:bodyPr/>
        <a:lstStyle/>
        <a:p>
          <a:endParaRPr lang="en-US"/>
        </a:p>
      </dgm:t>
    </dgm:pt>
    <dgm:pt modelId="{EB88462C-0AEF-4AB6-A3EF-3BB6D757AD80}" type="sibTrans" cxnId="{70E401C0-54AD-4B43-9EA1-825A22DA3A8A}">
      <dgm:prSet/>
      <dgm:spPr/>
      <dgm:t>
        <a:bodyPr/>
        <a:lstStyle/>
        <a:p>
          <a:endParaRPr lang="en-US"/>
        </a:p>
      </dgm:t>
    </dgm:pt>
    <dgm:pt modelId="{E946840D-4921-4534-B2B7-2DCAEC2626B7}">
      <dgm:prSet custT="1"/>
      <dgm:spPr/>
      <dgm:t>
        <a:bodyPr/>
        <a:lstStyle/>
        <a:p>
          <a:r>
            <a:rPr lang="en-US" sz="800" dirty="0" err="1"/>
            <a:t>KaMaxakeni</a:t>
          </a:r>
          <a:r>
            <a:rPr lang="en-US" sz="800" dirty="0"/>
            <a:t>: 		13</a:t>
          </a:r>
          <a:endParaRPr lang="pt-PT" sz="800" b="0" dirty="0"/>
        </a:p>
      </dgm:t>
    </dgm:pt>
    <dgm:pt modelId="{ABDF2761-C5B3-4B31-92E7-50B18ECED2D1}" type="parTrans" cxnId="{30673005-CAEA-41A6-A56A-8D0B049B559C}">
      <dgm:prSet/>
      <dgm:spPr/>
      <dgm:t>
        <a:bodyPr/>
        <a:lstStyle/>
        <a:p>
          <a:endParaRPr lang="en-US"/>
        </a:p>
      </dgm:t>
    </dgm:pt>
    <dgm:pt modelId="{CC0C5FDA-CF87-4A29-BF70-4D60BD49CAA9}" type="sibTrans" cxnId="{30673005-CAEA-41A6-A56A-8D0B049B559C}">
      <dgm:prSet/>
      <dgm:spPr/>
      <dgm:t>
        <a:bodyPr/>
        <a:lstStyle/>
        <a:p>
          <a:endParaRPr lang="en-US"/>
        </a:p>
      </dgm:t>
    </dgm:pt>
    <dgm:pt modelId="{9734925C-20C8-466C-AFDB-F800132D1E80}">
      <dgm:prSet custT="1"/>
      <dgm:spPr/>
      <dgm:t>
        <a:bodyPr/>
        <a:lstStyle/>
        <a:p>
          <a:r>
            <a:rPr lang="en-US" sz="800" dirty="0" err="1"/>
            <a:t>KaMavota</a:t>
          </a:r>
          <a:r>
            <a:rPr lang="en-US" sz="800" dirty="0"/>
            <a:t>: 		90</a:t>
          </a:r>
          <a:endParaRPr lang="pt-PT" sz="800" b="0" dirty="0"/>
        </a:p>
      </dgm:t>
    </dgm:pt>
    <dgm:pt modelId="{174AA8F7-0B1A-4194-BF02-7DD91CCEB515}" type="parTrans" cxnId="{E373C05F-574E-45DA-B633-4108516C0B97}">
      <dgm:prSet/>
      <dgm:spPr/>
      <dgm:t>
        <a:bodyPr/>
        <a:lstStyle/>
        <a:p>
          <a:endParaRPr lang="en-US"/>
        </a:p>
      </dgm:t>
    </dgm:pt>
    <dgm:pt modelId="{88796B3A-F81F-4BFE-BDE7-4B6D65205092}" type="sibTrans" cxnId="{E373C05F-574E-45DA-B633-4108516C0B97}">
      <dgm:prSet/>
      <dgm:spPr/>
      <dgm:t>
        <a:bodyPr/>
        <a:lstStyle/>
        <a:p>
          <a:endParaRPr lang="en-US"/>
        </a:p>
      </dgm:t>
    </dgm:pt>
    <dgm:pt modelId="{3FB3EDAE-3CDF-46C7-ACF9-507E4C0717B9}">
      <dgm:prSet custT="1"/>
      <dgm:spPr/>
      <dgm:t>
        <a:bodyPr/>
        <a:lstStyle/>
        <a:p>
          <a:r>
            <a:rPr lang="en-US" sz="800" dirty="0" err="1"/>
            <a:t>KaMubukwana</a:t>
          </a:r>
          <a:r>
            <a:rPr lang="en-US" sz="800" dirty="0"/>
            <a:t>: 	61</a:t>
          </a:r>
          <a:endParaRPr lang="pt-PT" sz="800" b="0" dirty="0"/>
        </a:p>
      </dgm:t>
    </dgm:pt>
    <dgm:pt modelId="{61D24C46-0C2D-48AB-8150-068F1DF20A17}" type="parTrans" cxnId="{3EA5931D-9D36-44E1-B980-9E56413BEBA5}">
      <dgm:prSet/>
      <dgm:spPr/>
      <dgm:t>
        <a:bodyPr/>
        <a:lstStyle/>
        <a:p>
          <a:endParaRPr lang="en-US"/>
        </a:p>
      </dgm:t>
    </dgm:pt>
    <dgm:pt modelId="{0F980003-DC14-45DA-B9A5-D47730F5EA8F}" type="sibTrans" cxnId="{3EA5931D-9D36-44E1-B980-9E56413BEBA5}">
      <dgm:prSet/>
      <dgm:spPr/>
      <dgm:t>
        <a:bodyPr/>
        <a:lstStyle/>
        <a:p>
          <a:endParaRPr lang="en-US"/>
        </a:p>
      </dgm:t>
    </dgm:pt>
    <dgm:pt modelId="{1EC542BD-1FB7-4C66-A0E7-D0D0EC33042C}">
      <dgm:prSet custT="1"/>
      <dgm:spPr/>
      <dgm:t>
        <a:bodyPr/>
        <a:lstStyle/>
        <a:p>
          <a:r>
            <a:rPr lang="en-US" sz="800" dirty="0" err="1"/>
            <a:t>KaTembe</a:t>
          </a:r>
          <a:r>
            <a:rPr lang="en-US" sz="800" dirty="0"/>
            <a:t>: 		3</a:t>
          </a:r>
          <a:endParaRPr lang="pt-PT" sz="800" b="0" dirty="0"/>
        </a:p>
      </dgm:t>
    </dgm:pt>
    <dgm:pt modelId="{1AB66153-1453-45FB-8BBC-0BB58C3707C8}" type="parTrans" cxnId="{EBC7E76C-BE47-45CE-83CD-5E27AD3455B4}">
      <dgm:prSet/>
      <dgm:spPr/>
      <dgm:t>
        <a:bodyPr/>
        <a:lstStyle/>
        <a:p>
          <a:endParaRPr lang="en-US"/>
        </a:p>
      </dgm:t>
    </dgm:pt>
    <dgm:pt modelId="{AC0351FC-2B11-4278-91E5-A3FA8A49DBBD}" type="sibTrans" cxnId="{EBC7E76C-BE47-45CE-83CD-5E27AD3455B4}">
      <dgm:prSet/>
      <dgm:spPr/>
      <dgm:t>
        <a:bodyPr/>
        <a:lstStyle/>
        <a:p>
          <a:endParaRPr lang="en-US"/>
        </a:p>
      </dgm:t>
    </dgm:pt>
    <dgm:pt modelId="{A7E0A1A2-8AE7-4BD5-8ED2-7F8BF579AE37}">
      <dgm:prSet custT="1"/>
      <dgm:spPr/>
      <dgm:t>
        <a:bodyPr/>
        <a:lstStyle/>
        <a:p>
          <a:r>
            <a:rPr lang="en-US" sz="800" dirty="0"/>
            <a:t>KaNyaka		0</a:t>
          </a:r>
          <a:endParaRPr lang="pt-PT" sz="800" b="0" dirty="0"/>
        </a:p>
      </dgm:t>
    </dgm:pt>
    <dgm:pt modelId="{A75D3D7B-9355-4453-B300-49285532610B}" type="parTrans" cxnId="{13E02944-E571-40FD-9067-A9ED50D76D2F}">
      <dgm:prSet/>
      <dgm:spPr/>
      <dgm:t>
        <a:bodyPr/>
        <a:lstStyle/>
        <a:p>
          <a:endParaRPr lang="en-US"/>
        </a:p>
      </dgm:t>
    </dgm:pt>
    <dgm:pt modelId="{465C91DD-405A-4AAC-A608-5CD4C2396760}" type="sibTrans" cxnId="{13E02944-E571-40FD-9067-A9ED50D76D2F}">
      <dgm:prSet/>
      <dgm:spPr/>
      <dgm:t>
        <a:bodyPr/>
        <a:lstStyle/>
        <a:p>
          <a:endParaRPr lang="en-US"/>
        </a:p>
      </dgm:t>
    </dgm:pt>
    <dgm:pt modelId="{6D53399A-5884-467E-86CA-D99166CE94EE}" type="pres">
      <dgm:prSet presAssocID="{A037A994-827C-42E7-B50A-DEED8C186439}" presName="Name0" presStyleCnt="0">
        <dgm:presLayoutVars>
          <dgm:dir/>
          <dgm:animLvl val="lvl"/>
          <dgm:resizeHandles val="exact"/>
        </dgm:presLayoutVars>
      </dgm:prSet>
      <dgm:spPr/>
    </dgm:pt>
    <dgm:pt modelId="{540817C1-6561-4991-914A-AC9A8A9EB302}" type="pres">
      <dgm:prSet presAssocID="{26E24B7B-18AE-4479-9FBE-2E17B2337522}" presName="composite" presStyleCnt="0"/>
      <dgm:spPr/>
    </dgm:pt>
    <dgm:pt modelId="{C5CC311C-3919-4641-BC63-F2C27F3911F7}" type="pres">
      <dgm:prSet presAssocID="{26E24B7B-18AE-4479-9FBE-2E17B2337522}" presName="parTx" presStyleLbl="alignNode1" presStyleIdx="0" presStyleCnt="5">
        <dgm:presLayoutVars>
          <dgm:chMax val="0"/>
          <dgm:chPref val="0"/>
          <dgm:bulletEnabled val="1"/>
        </dgm:presLayoutVars>
      </dgm:prSet>
      <dgm:spPr/>
    </dgm:pt>
    <dgm:pt modelId="{0ABEC532-CB64-47AE-B338-676E4DEF4AE8}" type="pres">
      <dgm:prSet presAssocID="{26E24B7B-18AE-4479-9FBE-2E17B2337522}" presName="desTx" presStyleLbl="alignAccFollowNode1" presStyleIdx="0" presStyleCnt="5">
        <dgm:presLayoutVars>
          <dgm:bulletEnabled val="1"/>
        </dgm:presLayoutVars>
      </dgm:prSet>
      <dgm:spPr/>
    </dgm:pt>
    <dgm:pt modelId="{4FF28CF3-D3D4-4509-9CD8-635D2A2B48D5}" type="pres">
      <dgm:prSet presAssocID="{8148635B-848E-4F58-B9E0-CBB470C098A2}" presName="space" presStyleCnt="0"/>
      <dgm:spPr/>
    </dgm:pt>
    <dgm:pt modelId="{B1215D73-9592-40B0-BF73-115571C162C3}" type="pres">
      <dgm:prSet presAssocID="{550A08EB-CCFF-49B8-AB7D-831F151099E6}" presName="composite" presStyleCnt="0"/>
      <dgm:spPr/>
    </dgm:pt>
    <dgm:pt modelId="{442A170E-5354-45BE-8146-0D4F1C9FE201}" type="pres">
      <dgm:prSet presAssocID="{550A08EB-CCFF-49B8-AB7D-831F151099E6}" presName="parTx" presStyleLbl="alignNode1" presStyleIdx="1" presStyleCnt="5">
        <dgm:presLayoutVars>
          <dgm:chMax val="0"/>
          <dgm:chPref val="0"/>
          <dgm:bulletEnabled val="1"/>
        </dgm:presLayoutVars>
      </dgm:prSet>
      <dgm:spPr/>
    </dgm:pt>
    <dgm:pt modelId="{199B5677-DCF4-445E-8E90-D7A80ACE74D6}" type="pres">
      <dgm:prSet presAssocID="{550A08EB-CCFF-49B8-AB7D-831F151099E6}" presName="desTx" presStyleLbl="alignAccFollowNode1" presStyleIdx="1" presStyleCnt="5">
        <dgm:presLayoutVars>
          <dgm:bulletEnabled val="1"/>
        </dgm:presLayoutVars>
      </dgm:prSet>
      <dgm:spPr/>
    </dgm:pt>
    <dgm:pt modelId="{5C802360-C7B3-42EE-BC76-48C1764341A9}" type="pres">
      <dgm:prSet presAssocID="{B343D7D5-3738-425D-8245-9F201E14713F}" presName="space" presStyleCnt="0"/>
      <dgm:spPr/>
    </dgm:pt>
    <dgm:pt modelId="{58C510F1-61E7-45EA-918C-765B528A3582}" type="pres">
      <dgm:prSet presAssocID="{B64D22C4-BC7F-423A-8177-8EAE6ABC0ED9}" presName="composite" presStyleCnt="0"/>
      <dgm:spPr/>
    </dgm:pt>
    <dgm:pt modelId="{7D1C3BE7-B630-41F4-9BA8-24F013FC4CCD}" type="pres">
      <dgm:prSet presAssocID="{B64D22C4-BC7F-423A-8177-8EAE6ABC0ED9}" presName="parTx" presStyleLbl="alignNode1" presStyleIdx="2" presStyleCnt="5">
        <dgm:presLayoutVars>
          <dgm:chMax val="0"/>
          <dgm:chPref val="0"/>
          <dgm:bulletEnabled val="1"/>
        </dgm:presLayoutVars>
      </dgm:prSet>
      <dgm:spPr/>
    </dgm:pt>
    <dgm:pt modelId="{CDF39851-ADBF-4393-9AB2-98DDEE3237B2}" type="pres">
      <dgm:prSet presAssocID="{B64D22C4-BC7F-423A-8177-8EAE6ABC0ED9}" presName="desTx" presStyleLbl="alignAccFollowNode1" presStyleIdx="2" presStyleCnt="5">
        <dgm:presLayoutVars>
          <dgm:bulletEnabled val="1"/>
        </dgm:presLayoutVars>
      </dgm:prSet>
      <dgm:spPr/>
    </dgm:pt>
    <dgm:pt modelId="{E6E396AE-CEF9-4D2F-A301-18CA21F553FA}" type="pres">
      <dgm:prSet presAssocID="{AEE6CF97-723F-4FD3-98A7-2286A3AFAEFC}" presName="space" presStyleCnt="0"/>
      <dgm:spPr/>
    </dgm:pt>
    <dgm:pt modelId="{A6F9BEA1-EBF6-4A5F-8B30-8ABBB20D99B0}" type="pres">
      <dgm:prSet presAssocID="{9CADE8BE-541D-4FD1-9169-0E440327B252}" presName="composite" presStyleCnt="0"/>
      <dgm:spPr/>
    </dgm:pt>
    <dgm:pt modelId="{6CA5CB89-965F-46F4-AB63-5A87591C812D}" type="pres">
      <dgm:prSet presAssocID="{9CADE8BE-541D-4FD1-9169-0E440327B252}" presName="parTx" presStyleLbl="alignNode1" presStyleIdx="3" presStyleCnt="5">
        <dgm:presLayoutVars>
          <dgm:chMax val="0"/>
          <dgm:chPref val="0"/>
          <dgm:bulletEnabled val="1"/>
        </dgm:presLayoutVars>
      </dgm:prSet>
      <dgm:spPr/>
    </dgm:pt>
    <dgm:pt modelId="{FD162D3A-1177-4F1B-9F5D-C4AE692DD6E1}" type="pres">
      <dgm:prSet presAssocID="{9CADE8BE-541D-4FD1-9169-0E440327B252}" presName="desTx" presStyleLbl="alignAccFollowNode1" presStyleIdx="3" presStyleCnt="5" custScaleY="100000">
        <dgm:presLayoutVars>
          <dgm:bulletEnabled val="1"/>
        </dgm:presLayoutVars>
      </dgm:prSet>
      <dgm:spPr/>
    </dgm:pt>
    <dgm:pt modelId="{9172AC4A-F19A-46A3-AD09-8BD52C666205}" type="pres">
      <dgm:prSet presAssocID="{FFBE46E7-AC1B-4716-92DF-87EA7DC9A7AB}" presName="space" presStyleCnt="0"/>
      <dgm:spPr/>
    </dgm:pt>
    <dgm:pt modelId="{55D434F9-6F91-48C8-A701-F6EED69147FA}" type="pres">
      <dgm:prSet presAssocID="{1848BDC8-3054-482E-BB9B-6AE6E25C24E0}" presName="composite" presStyleCnt="0"/>
      <dgm:spPr/>
    </dgm:pt>
    <dgm:pt modelId="{24FF062F-D877-4551-A036-E72B18BD438A}" type="pres">
      <dgm:prSet presAssocID="{1848BDC8-3054-482E-BB9B-6AE6E25C24E0}" presName="parTx" presStyleLbl="alignNode1" presStyleIdx="4" presStyleCnt="5">
        <dgm:presLayoutVars>
          <dgm:chMax val="0"/>
          <dgm:chPref val="0"/>
          <dgm:bulletEnabled val="1"/>
        </dgm:presLayoutVars>
      </dgm:prSet>
      <dgm:spPr>
        <a:xfrm>
          <a:off x="5725438" y="0"/>
          <a:ext cx="1253365" cy="1577431"/>
        </a:xfrm>
        <a:prstGeom prst="rect">
          <a:avLst/>
        </a:prstGeom>
      </dgm:spPr>
    </dgm:pt>
    <dgm:pt modelId="{1D35C112-7484-42D4-9A82-C64061AC73AD}" type="pres">
      <dgm:prSet presAssocID="{1848BDC8-3054-482E-BB9B-6AE6E25C24E0}" presName="desTx" presStyleLbl="alignAccFollowNode1" presStyleIdx="4" presStyleCnt="5">
        <dgm:presLayoutVars>
          <dgm:bulletEnabled val="1"/>
        </dgm:presLayoutVars>
      </dgm:prSet>
      <dgm:spPr/>
    </dgm:pt>
  </dgm:ptLst>
  <dgm:cxnLst>
    <dgm:cxn modelId="{30673005-CAEA-41A6-A56A-8D0B049B559C}" srcId="{1848BDC8-3054-482E-BB9B-6AE6E25C24E0}" destId="{E946840D-4921-4534-B2B7-2DCAEC2626B7}" srcOrd="2" destOrd="0" parTransId="{ABDF2761-C5B3-4B31-92E7-50B18ECED2D1}" sibTransId="{CC0C5FDA-CF87-4A29-BF70-4D60BD49CAA9}"/>
    <dgm:cxn modelId="{C4F05C13-A6DA-4CDC-B930-63F9E2A6C7AC}" srcId="{550A08EB-CCFF-49B8-AB7D-831F151099E6}" destId="{401B2E07-C5FA-4388-B55B-90B20E9FE5E0}" srcOrd="1" destOrd="0" parTransId="{D18FA821-DCB6-4AFE-9893-CBB72BC9671D}" sibTransId="{0CEB4CB1-77AE-4F26-9B79-4ED4514B7972}"/>
    <dgm:cxn modelId="{9DC21D14-3874-4CDF-AB01-34037555DC3A}" type="presOf" srcId="{0C7C878B-DB94-4A7C-A183-46C294B065B5}" destId="{CDF39851-ADBF-4393-9AB2-98DDEE3237B2}" srcOrd="0" destOrd="1" presId="urn:microsoft.com/office/officeart/2005/8/layout/hList1"/>
    <dgm:cxn modelId="{C0717B16-BF35-42C3-9146-B6B9C5B785B9}" type="presOf" srcId="{332DA50E-D65A-42AA-9BE7-254E6C7433A0}" destId="{1D35C112-7484-42D4-9A82-C64061AC73AD}" srcOrd="0" destOrd="1" presId="urn:microsoft.com/office/officeart/2005/8/layout/hList1"/>
    <dgm:cxn modelId="{934A8717-1999-4255-9C83-C6EAB3080639}" srcId="{26E24B7B-18AE-4479-9FBE-2E17B2337522}" destId="{7F4168F8-D530-4B8F-A626-66B9006698B6}" srcOrd="3" destOrd="0" parTransId="{344457BC-4070-4971-8996-782A1AF98BB3}" sibTransId="{2A914187-80C7-4341-818E-B19556794106}"/>
    <dgm:cxn modelId="{2D454A1A-88B5-4134-913F-5A2A49A03BC7}" srcId="{B64D22C4-BC7F-423A-8177-8EAE6ABC0ED9}" destId="{7B88E41D-48C4-47CC-B07B-A8C359BFE796}" srcOrd="3" destOrd="0" parTransId="{52EE8020-88BC-4656-B388-025E16BAEC27}" sibTransId="{ED44EC06-1983-45DD-8CBF-5DB5B1529FBD}"/>
    <dgm:cxn modelId="{3EA5931D-9D36-44E1-B980-9E56413BEBA5}" srcId="{1848BDC8-3054-482E-BB9B-6AE6E25C24E0}" destId="{3FB3EDAE-3CDF-46C7-ACF9-507E4C0717B9}" srcOrd="4" destOrd="0" parTransId="{61D24C46-0C2D-48AB-8150-068F1DF20A17}" sibTransId="{0F980003-DC14-45DA-B9A5-D47730F5EA8F}"/>
    <dgm:cxn modelId="{21412521-65EE-46B6-B26F-EF698CFECCEC}" srcId="{9CADE8BE-541D-4FD1-9169-0E440327B252}" destId="{9856CF24-72AD-43F1-8051-45021A907558}" srcOrd="4" destOrd="0" parTransId="{2C4AB902-A0D9-4587-916F-86A8556B07A5}" sibTransId="{ECB84B5F-F426-4ACC-A3F5-10D372A21F74}"/>
    <dgm:cxn modelId="{10E8B724-D363-4E75-BBE7-AB9DF3A9763F}" srcId="{B64D22C4-BC7F-423A-8177-8EAE6ABC0ED9}" destId="{2A68F0AA-B1AE-4183-8315-27F0EE5F5F86}" srcOrd="0" destOrd="0" parTransId="{BB07A91D-D3E0-4C45-8E09-284E76E11CC0}" sibTransId="{A383DC93-412F-4A85-A095-8432B6408CB2}"/>
    <dgm:cxn modelId="{C79AF328-7930-4D4A-8C31-1DAB368C5256}" srcId="{1848BDC8-3054-482E-BB9B-6AE6E25C24E0}" destId="{65EA4FCB-20A6-4C64-909C-925170B116DC}" srcOrd="0" destOrd="0" parTransId="{F12CA6B8-64BF-4352-93FE-8AEE4DF64F99}" sibTransId="{16C66A06-EAA7-4873-838E-B321DF07EB5B}"/>
    <dgm:cxn modelId="{D072142D-EA35-45AA-879A-FBFBA414DE41}" srcId="{A037A994-827C-42E7-B50A-DEED8C186439}" destId="{1848BDC8-3054-482E-BB9B-6AE6E25C24E0}" srcOrd="4" destOrd="0" parTransId="{AD7A98D6-1523-40A9-BC2D-5BA2586AFE04}" sibTransId="{39638F23-621D-48D8-A180-0996A2A15ED5}"/>
    <dgm:cxn modelId="{EC2E112F-BA9D-4817-860D-98EDFB8D1923}" type="presOf" srcId="{11E1FACD-1647-4D2D-ACEA-38C9A2DF9923}" destId="{0ABEC532-CB64-47AE-B338-676E4DEF4AE8}" srcOrd="0" destOrd="4" presId="urn:microsoft.com/office/officeart/2005/8/layout/hList1"/>
    <dgm:cxn modelId="{AA1F9632-5270-472D-8370-4A7BA30F8322}" type="presOf" srcId="{30A8477A-F0D4-4ED1-A419-B13E8C3FFDA2}" destId="{199B5677-DCF4-445E-8E90-D7A80ACE74D6}" srcOrd="0" destOrd="6" presId="urn:microsoft.com/office/officeart/2005/8/layout/hList1"/>
    <dgm:cxn modelId="{80C75936-F8D6-45F3-912F-AB56DA3BD608}" srcId="{26E24B7B-18AE-4479-9FBE-2E17B2337522}" destId="{C4D8CC64-8B3E-4E79-8702-B8711E479545}" srcOrd="1" destOrd="0" parTransId="{80271984-C5F5-47DC-AC67-412D14D4BA68}" sibTransId="{3E335E04-6D5E-4E16-91E6-EB901D45C33C}"/>
    <dgm:cxn modelId="{99AA6037-8853-45E7-9B61-4C21B24BA83C}" type="presOf" srcId="{9734925C-20C8-466C-AFDB-F800132D1E80}" destId="{1D35C112-7484-42D4-9A82-C64061AC73AD}" srcOrd="0" destOrd="3" presId="urn:microsoft.com/office/officeart/2005/8/layout/hList1"/>
    <dgm:cxn modelId="{4FC29137-8F29-46B3-B67F-32FE4075563A}" srcId="{A037A994-827C-42E7-B50A-DEED8C186439}" destId="{B64D22C4-BC7F-423A-8177-8EAE6ABC0ED9}" srcOrd="2" destOrd="0" parTransId="{963CD5A6-3603-419E-BC62-F7BA9EC628DE}" sibTransId="{AEE6CF97-723F-4FD3-98A7-2286A3AFAEFC}"/>
    <dgm:cxn modelId="{4172A839-E6D2-474A-B596-4B1C0F0EEC44}" type="presOf" srcId="{0343A66F-B16D-4E63-B7CE-1CEAAB44D477}" destId="{0ABEC532-CB64-47AE-B338-676E4DEF4AE8}" srcOrd="0" destOrd="2" presId="urn:microsoft.com/office/officeart/2005/8/layout/hList1"/>
    <dgm:cxn modelId="{A42AE53C-81B9-415A-860E-73C4B6E00F7D}" srcId="{B64D22C4-BC7F-423A-8177-8EAE6ABC0ED9}" destId="{E27A83F2-8AAA-4C5A-B474-BCE2807C5590}" srcOrd="5" destOrd="0" parTransId="{C8CDFA23-84BC-410F-900E-1EA5BBC19AB0}" sibTransId="{8C0D4749-9499-498C-BD07-441282B070C6}"/>
    <dgm:cxn modelId="{CF60B73E-BBAC-47CA-B6CA-3FD689BFC80E}" type="presOf" srcId="{616AF4CE-31B5-429C-B407-AE3C5A0AA55A}" destId="{FD162D3A-1177-4F1B-9F5D-C4AE692DD6E1}" srcOrd="0" destOrd="0" presId="urn:microsoft.com/office/officeart/2005/8/layout/hList1"/>
    <dgm:cxn modelId="{5ACCE73F-1433-492D-BBA9-B3AE9FE8BEEA}" type="presOf" srcId="{3FB3EDAE-3CDF-46C7-ACF9-507E4C0717B9}" destId="{1D35C112-7484-42D4-9A82-C64061AC73AD}" srcOrd="0" destOrd="4" presId="urn:microsoft.com/office/officeart/2005/8/layout/hList1"/>
    <dgm:cxn modelId="{E373C05F-574E-45DA-B633-4108516C0B97}" srcId="{1848BDC8-3054-482E-BB9B-6AE6E25C24E0}" destId="{9734925C-20C8-466C-AFDB-F800132D1E80}" srcOrd="3" destOrd="0" parTransId="{174AA8F7-0B1A-4194-BF02-7DD91CCEB515}" sibTransId="{88796B3A-F81F-4BFE-BDE7-4B6D65205092}"/>
    <dgm:cxn modelId="{13E02944-E571-40FD-9067-A9ED50D76D2F}" srcId="{1848BDC8-3054-482E-BB9B-6AE6E25C24E0}" destId="{A7E0A1A2-8AE7-4BD5-8ED2-7F8BF579AE37}" srcOrd="6" destOrd="0" parTransId="{A75D3D7B-9355-4453-B300-49285532610B}" sibTransId="{465C91DD-405A-4AAC-A608-5CD4C2396760}"/>
    <dgm:cxn modelId="{5805D964-E31A-4B16-A703-40FC4965059D}" type="presOf" srcId="{B64D22C4-BC7F-423A-8177-8EAE6ABC0ED9}" destId="{7D1C3BE7-B630-41F4-9BA8-24F013FC4CCD}" srcOrd="0" destOrd="0" presId="urn:microsoft.com/office/officeart/2005/8/layout/hList1"/>
    <dgm:cxn modelId="{09A09E69-DD2F-4A4D-8999-1BD503EA2A6F}" type="presOf" srcId="{9856CF24-72AD-43F1-8051-45021A907558}" destId="{FD162D3A-1177-4F1B-9F5D-C4AE692DD6E1}" srcOrd="0" destOrd="4" presId="urn:microsoft.com/office/officeart/2005/8/layout/hList1"/>
    <dgm:cxn modelId="{145AC749-FFA7-4F79-BAF9-115C3700D4E8}" type="presOf" srcId="{C4D8CC64-8B3E-4E79-8702-B8711E479545}" destId="{0ABEC532-CB64-47AE-B338-676E4DEF4AE8}" srcOrd="0" destOrd="1" presId="urn:microsoft.com/office/officeart/2005/8/layout/hList1"/>
    <dgm:cxn modelId="{AA5AD469-A858-4AFB-BAB6-76D059B05BB8}" type="presOf" srcId="{C610424B-4D53-4BE9-A1E5-30FD840018DA}" destId="{FD162D3A-1177-4F1B-9F5D-C4AE692DD6E1}" srcOrd="0" destOrd="3" presId="urn:microsoft.com/office/officeart/2005/8/layout/hList1"/>
    <dgm:cxn modelId="{CE2C586A-8F6A-482B-9DB8-A1EBF9560C09}" type="presOf" srcId="{9FD56C76-81D1-4F74-BC1C-C06B49A06B28}" destId="{199B5677-DCF4-445E-8E90-D7A80ACE74D6}" srcOrd="0" destOrd="4" presId="urn:microsoft.com/office/officeart/2005/8/layout/hList1"/>
    <dgm:cxn modelId="{00449B4B-B019-41C2-BFBE-262B1CF60D39}" srcId="{A037A994-827C-42E7-B50A-DEED8C186439}" destId="{26E24B7B-18AE-4479-9FBE-2E17B2337522}" srcOrd="0" destOrd="0" parTransId="{66DE3D84-88CA-46E2-B63D-554E9497CBFE}" sibTransId="{8148635B-848E-4F58-B9E0-CBB470C098A2}"/>
    <dgm:cxn modelId="{EBC7E76C-BE47-45CE-83CD-5E27AD3455B4}" srcId="{1848BDC8-3054-482E-BB9B-6AE6E25C24E0}" destId="{1EC542BD-1FB7-4C66-A0E7-D0D0EC33042C}" srcOrd="5" destOrd="0" parTransId="{1AB66153-1453-45FB-8BBC-0BB58C3707C8}" sibTransId="{AC0351FC-2B11-4278-91E5-A3FA8A49DBBD}"/>
    <dgm:cxn modelId="{46A5986D-9564-42E3-AF07-8B2DC4CB95D4}" type="presOf" srcId="{1385B9E6-B849-4BCA-8DE9-7C1AFA7112C1}" destId="{0ABEC532-CB64-47AE-B338-676E4DEF4AE8}" srcOrd="0" destOrd="0" presId="urn:microsoft.com/office/officeart/2005/8/layout/hList1"/>
    <dgm:cxn modelId="{06DE0B6F-158F-4B5E-954D-CF94C06D519C}" srcId="{550A08EB-CCFF-49B8-AB7D-831F151099E6}" destId="{D422C4EF-7F6D-4494-A451-051C8CF40385}" srcOrd="0" destOrd="0" parTransId="{D971FE7A-F6E1-4BF1-A469-0101F22386EC}" sibTransId="{7258E857-90B3-48DD-8C6D-BEA898903C9B}"/>
    <dgm:cxn modelId="{BDAE326F-2629-4D05-AA7A-52272777CDC0}" type="presOf" srcId="{2A68F0AA-B1AE-4183-8315-27F0EE5F5F86}" destId="{CDF39851-ADBF-4393-9AB2-98DDEE3237B2}" srcOrd="0" destOrd="0" presId="urn:microsoft.com/office/officeart/2005/8/layout/hList1"/>
    <dgm:cxn modelId="{CF0FCF6F-46A1-4BFB-812E-C4257F431A31}" srcId="{26E24B7B-18AE-4479-9FBE-2E17B2337522}" destId="{3CC5C86C-915A-4706-9544-35FA5E980EF1}" srcOrd="6" destOrd="0" parTransId="{10D4E06A-C650-41A8-8AC7-A5A35C69F72B}" sibTransId="{4601BB44-BD58-4B5C-B724-84CD69FC59CA}"/>
    <dgm:cxn modelId="{DC76D650-9CAF-4B29-A418-8BFEC3041E04}" type="presOf" srcId="{E27A83F2-8AAA-4C5A-B474-BCE2807C5590}" destId="{CDF39851-ADBF-4393-9AB2-98DDEE3237B2}" srcOrd="0" destOrd="5" presId="urn:microsoft.com/office/officeart/2005/8/layout/hList1"/>
    <dgm:cxn modelId="{43D6ED74-725E-4D21-9489-C8C7D5D96227}" type="presOf" srcId="{BD1EC750-1CCD-4541-99BD-FF0E50BA1238}" destId="{0ABEC532-CB64-47AE-B338-676E4DEF4AE8}" srcOrd="0" destOrd="5" presId="urn:microsoft.com/office/officeart/2005/8/layout/hList1"/>
    <dgm:cxn modelId="{7B6C8875-E522-4320-BE25-67A2EAC98C80}" type="presOf" srcId="{7F4168F8-D530-4B8F-A626-66B9006698B6}" destId="{0ABEC532-CB64-47AE-B338-676E4DEF4AE8}" srcOrd="0" destOrd="3" presId="urn:microsoft.com/office/officeart/2005/8/layout/hList1"/>
    <dgm:cxn modelId="{8F16B675-C35F-4686-B78B-7BA4D4ABEBEE}" type="presOf" srcId="{02A66406-BFCF-4667-86C7-9F94EB04946C}" destId="{CDF39851-ADBF-4393-9AB2-98DDEE3237B2}" srcOrd="0" destOrd="6" presId="urn:microsoft.com/office/officeart/2005/8/layout/hList1"/>
    <dgm:cxn modelId="{8DDFFC55-3120-4B9B-BCCE-3D71D985EA8B}" type="presOf" srcId="{1ABCD260-BA57-4938-8538-DFABFE09271B}" destId="{FD162D3A-1177-4F1B-9F5D-C4AE692DD6E1}" srcOrd="0" destOrd="5" presId="urn:microsoft.com/office/officeart/2005/8/layout/hList1"/>
    <dgm:cxn modelId="{7954AE56-76C6-45BD-8B95-7FE890D912C1}" srcId="{550A08EB-CCFF-49B8-AB7D-831F151099E6}" destId="{9FD56C76-81D1-4F74-BC1C-C06B49A06B28}" srcOrd="4" destOrd="0" parTransId="{37355883-7EA5-4B48-ACD3-47238A9D8DEA}" sibTransId="{D2DA5731-68A5-4DD6-9936-228B24246C7E}"/>
    <dgm:cxn modelId="{0AE3AD77-EBD5-42E9-9743-14A8C1B4F37B}" type="presOf" srcId="{A7E0A1A2-8AE7-4BD5-8ED2-7F8BF579AE37}" destId="{1D35C112-7484-42D4-9A82-C64061AC73AD}" srcOrd="0" destOrd="6" presId="urn:microsoft.com/office/officeart/2005/8/layout/hList1"/>
    <dgm:cxn modelId="{6CFD6558-22E6-4DE5-B43B-0ABE3BD52169}" type="presOf" srcId="{550A08EB-CCFF-49B8-AB7D-831F151099E6}" destId="{442A170E-5354-45BE-8146-0D4F1C9FE201}" srcOrd="0" destOrd="0" presId="urn:microsoft.com/office/officeart/2005/8/layout/hList1"/>
    <dgm:cxn modelId="{7EAC5858-FB34-4F94-B5B2-33992BC526E3}" type="presOf" srcId="{F2155614-16FB-4E76-8D63-DFDF05344D58}" destId="{199B5677-DCF4-445E-8E90-D7A80ACE74D6}" srcOrd="0" destOrd="2" presId="urn:microsoft.com/office/officeart/2005/8/layout/hList1"/>
    <dgm:cxn modelId="{743FF578-AA4B-49F9-9087-771C834D0AD5}" type="presOf" srcId="{7B88E41D-48C4-47CC-B07B-A8C359BFE796}" destId="{CDF39851-ADBF-4393-9AB2-98DDEE3237B2}" srcOrd="0" destOrd="3" presId="urn:microsoft.com/office/officeart/2005/8/layout/hList1"/>
    <dgm:cxn modelId="{D07F6E7B-1120-4E8A-BC1F-A4C391695D27}" type="presOf" srcId="{3CC5C86C-915A-4706-9544-35FA5E980EF1}" destId="{0ABEC532-CB64-47AE-B338-676E4DEF4AE8}" srcOrd="0" destOrd="6" presId="urn:microsoft.com/office/officeart/2005/8/layout/hList1"/>
    <dgm:cxn modelId="{C6DE177E-54D0-4C44-8CAB-D36560F1A0C0}" srcId="{B64D22C4-BC7F-423A-8177-8EAE6ABC0ED9}" destId="{02A66406-BFCF-4667-86C7-9F94EB04946C}" srcOrd="6" destOrd="0" parTransId="{F69CB705-7298-4C17-9B92-E4BD6B6BF16A}" sibTransId="{0ECD35F2-2240-4D91-B608-E2C7AE6FB46E}"/>
    <dgm:cxn modelId="{CC915184-A8DC-4CEF-8AFF-DFD0DCE6783D}" srcId="{B64D22C4-BC7F-423A-8177-8EAE6ABC0ED9}" destId="{1F704F95-A078-4835-B5D0-9AFECE5873E8}" srcOrd="4" destOrd="0" parTransId="{EF15A5F9-FAAF-4DE5-B499-32DBA269B2B9}" sibTransId="{3DC2F5C7-4391-424F-9DDB-E6FEDB438EBF}"/>
    <dgm:cxn modelId="{9EA23E86-C22D-449D-8F61-291DCF5B6B01}" type="presOf" srcId="{1848BDC8-3054-482E-BB9B-6AE6E25C24E0}" destId="{24FF062F-D877-4551-A036-E72B18BD438A}" srcOrd="0" destOrd="0" presId="urn:microsoft.com/office/officeart/2005/8/layout/hList1"/>
    <dgm:cxn modelId="{04EFE588-0F20-4E4C-AF3F-FE60F5C65054}" srcId="{550A08EB-CCFF-49B8-AB7D-831F151099E6}" destId="{30A8477A-F0D4-4ED1-A419-B13E8C3FFDA2}" srcOrd="6" destOrd="0" parTransId="{17FD8EE5-8BE2-4A66-9FE8-9FD762633808}" sibTransId="{DDA1BC1E-4B75-43C3-8F9F-3DDB4024A504}"/>
    <dgm:cxn modelId="{4E71C589-BEAD-41A7-A69B-C2DD88A3ED84}" srcId="{9CADE8BE-541D-4FD1-9169-0E440327B252}" destId="{FC2E27C8-78A5-4023-B348-AC67D74CBC77}" srcOrd="1" destOrd="0" parTransId="{8A5FCF6E-8E71-422B-8BCF-9C1FD2990D0D}" sibTransId="{4D652B0A-5947-494C-8EF9-95004F775693}"/>
    <dgm:cxn modelId="{82B14390-E2C7-4CBA-B385-FDC487FE9C4D}" type="presOf" srcId="{E946840D-4921-4534-B2B7-2DCAEC2626B7}" destId="{1D35C112-7484-42D4-9A82-C64061AC73AD}" srcOrd="0" destOrd="2" presId="urn:microsoft.com/office/officeart/2005/8/layout/hList1"/>
    <dgm:cxn modelId="{C2C4F693-0128-44D8-94A8-8BB9192E0B20}" srcId="{9CADE8BE-541D-4FD1-9169-0E440327B252}" destId="{616AF4CE-31B5-429C-B407-AE3C5A0AA55A}" srcOrd="0" destOrd="0" parTransId="{F7B8866F-570F-4BE7-8F56-C1F3A13066F3}" sibTransId="{09F3DA1F-4952-4CE8-BC5A-C23F7E82F30D}"/>
    <dgm:cxn modelId="{09975D9B-1972-460F-8E1C-6AA66FD7DB23}" srcId="{9CADE8BE-541D-4FD1-9169-0E440327B252}" destId="{1ABCD260-BA57-4938-8538-DFABFE09271B}" srcOrd="5" destOrd="0" parTransId="{74787BB1-B53C-4A17-B94A-699F8C4F89B4}" sibTransId="{83A24E74-9577-4CE7-8BAC-55F3B0B30692}"/>
    <dgm:cxn modelId="{C42103A1-6C2C-42A9-BC7C-4CE73B1C310D}" srcId="{9CADE8BE-541D-4FD1-9169-0E440327B252}" destId="{C610424B-4D53-4BE9-A1E5-30FD840018DA}" srcOrd="3" destOrd="0" parTransId="{FAED40C8-49A0-4AB7-8083-AB3CAFF52A25}" sibTransId="{359C9DC0-BB08-44AF-9C76-9471EA1F749E}"/>
    <dgm:cxn modelId="{40BAD8A6-5E50-464C-915C-F7BC19CF3036}" type="presOf" srcId="{DB244EE7-ADED-4DEC-B574-60A98DE17424}" destId="{199B5677-DCF4-445E-8E90-D7A80ACE74D6}" srcOrd="0" destOrd="3" presId="urn:microsoft.com/office/officeart/2005/8/layout/hList1"/>
    <dgm:cxn modelId="{8048ECA6-0450-4F1C-A49F-56CA414AE65D}" type="presOf" srcId="{9CADE8BE-541D-4FD1-9169-0E440327B252}" destId="{6CA5CB89-965F-46F4-AB63-5A87591C812D}" srcOrd="0" destOrd="0" presId="urn:microsoft.com/office/officeart/2005/8/layout/hList1"/>
    <dgm:cxn modelId="{2E2CFAA7-1867-49FF-A83C-8CB9AB57786F}" srcId="{A037A994-827C-42E7-B50A-DEED8C186439}" destId="{9CADE8BE-541D-4FD1-9169-0E440327B252}" srcOrd="3" destOrd="0" parTransId="{559AD12E-32B4-4ABA-B38B-2325EFB8E2C8}" sibTransId="{FFBE46E7-AC1B-4716-92DF-87EA7DC9A7AB}"/>
    <dgm:cxn modelId="{6ECBB1A9-DCB8-469C-867C-50F3526C8124}" type="presOf" srcId="{44339999-E5B2-4422-A472-D4CA71B02CD1}" destId="{FD162D3A-1177-4F1B-9F5D-C4AE692DD6E1}" srcOrd="0" destOrd="2" presId="urn:microsoft.com/office/officeart/2005/8/layout/hList1"/>
    <dgm:cxn modelId="{D40227AA-1E7B-4523-B68C-720B057A8656}" type="presOf" srcId="{26E24B7B-18AE-4479-9FBE-2E17B2337522}" destId="{C5CC311C-3919-4641-BC63-F2C27F3911F7}" srcOrd="0" destOrd="0" presId="urn:microsoft.com/office/officeart/2005/8/layout/hList1"/>
    <dgm:cxn modelId="{9687E8AA-0FFC-452A-B281-58F4765CC2D8}" srcId="{B64D22C4-BC7F-423A-8177-8EAE6ABC0ED9}" destId="{D18ADBD5-9863-437C-88FF-F772697FB56B}" srcOrd="2" destOrd="0" parTransId="{FF4CFF82-69DC-4CA2-970F-D52A7C506C49}" sibTransId="{3954AE0F-C232-47D3-863D-FD98DA6EDB7A}"/>
    <dgm:cxn modelId="{0E9F72AC-9657-4C09-AFD9-B6729F4831B1}" srcId="{550A08EB-CCFF-49B8-AB7D-831F151099E6}" destId="{DB244EE7-ADED-4DEC-B574-60A98DE17424}" srcOrd="3" destOrd="0" parTransId="{138A7AE7-4973-4383-BB44-0D9DE77762D6}" sibTransId="{2CA27054-E37F-42B5-98FF-96110C6C18E8}"/>
    <dgm:cxn modelId="{3634DFB1-A9FC-4AE5-BD3A-AA42CCE27A81}" type="presOf" srcId="{A037A994-827C-42E7-B50A-DEED8C186439}" destId="{6D53399A-5884-467E-86CA-D99166CE94EE}" srcOrd="0" destOrd="0" presId="urn:microsoft.com/office/officeart/2005/8/layout/hList1"/>
    <dgm:cxn modelId="{21AE25B2-DF87-4D38-921F-E18DEA502AC2}" srcId="{26E24B7B-18AE-4479-9FBE-2E17B2337522}" destId="{11E1FACD-1647-4D2D-ACEA-38C9A2DF9923}" srcOrd="4" destOrd="0" parTransId="{CF46E768-DA15-4B17-905E-C49D18388F49}" sibTransId="{CB34AE3F-5F2D-4651-846A-351E53DF9903}"/>
    <dgm:cxn modelId="{F31C7AB2-5A8A-4227-AA8C-4E3062E896BA}" srcId="{550A08EB-CCFF-49B8-AB7D-831F151099E6}" destId="{F2155614-16FB-4E76-8D63-DFDF05344D58}" srcOrd="2" destOrd="0" parTransId="{AA0934F1-5EB1-4B4C-AA93-E64F55C2FA75}" sibTransId="{600B2925-9C95-41C7-A25E-6BD5C34FAADE}"/>
    <dgm:cxn modelId="{7FB2A1BC-EC4E-4FEF-9CE0-BD13856B0F25}" srcId="{B64D22C4-BC7F-423A-8177-8EAE6ABC0ED9}" destId="{0C7C878B-DB94-4A7C-A183-46C294B065B5}" srcOrd="1" destOrd="0" parTransId="{3C12DFF9-68CD-44F9-AF63-7D894EEED0C0}" sibTransId="{F9F77B49-0763-458D-88B7-2565A42DF001}"/>
    <dgm:cxn modelId="{70E401C0-54AD-4B43-9EA1-825A22DA3A8A}" srcId="{1848BDC8-3054-482E-BB9B-6AE6E25C24E0}" destId="{332DA50E-D65A-42AA-9BE7-254E6C7433A0}" srcOrd="1" destOrd="0" parTransId="{09F85ACE-1C79-4DA4-82FA-54F6CF2D0D2C}" sibTransId="{EB88462C-0AEF-4AB6-A3EF-3BB6D757AD80}"/>
    <dgm:cxn modelId="{542B04CB-FACE-4AE2-849B-D1D8ECFC21A0}" srcId="{26E24B7B-18AE-4479-9FBE-2E17B2337522}" destId="{BD1EC750-1CCD-4541-99BD-FF0E50BA1238}" srcOrd="5" destOrd="0" parTransId="{7DDDD742-0F28-471A-B93B-AB5D319931E9}" sibTransId="{AF3236C1-521D-4755-A98B-1593D146F6A6}"/>
    <dgm:cxn modelId="{48614ACC-36B1-46E1-A837-312912F6034D}" type="presOf" srcId="{1F704F95-A078-4835-B5D0-9AFECE5873E8}" destId="{CDF39851-ADBF-4393-9AB2-98DDEE3237B2}" srcOrd="0" destOrd="4" presId="urn:microsoft.com/office/officeart/2005/8/layout/hList1"/>
    <dgm:cxn modelId="{714A1ACF-2FE6-4690-A909-8E2293D47C0D}" srcId="{550A08EB-CCFF-49B8-AB7D-831F151099E6}" destId="{9C821522-8804-42DA-A39F-047338F0CA5C}" srcOrd="5" destOrd="0" parTransId="{D6556AAF-DA2F-4A67-8CEA-A33EA2A3A819}" sibTransId="{D6007833-C88F-4147-8914-6672FA243D3D}"/>
    <dgm:cxn modelId="{D5467BD7-6F4B-4B5C-8CA2-C2EB111ABB22}" type="presOf" srcId="{22889EF9-85DC-4315-9070-DBB34C83EDEF}" destId="{FD162D3A-1177-4F1B-9F5D-C4AE692DD6E1}" srcOrd="0" destOrd="6" presId="urn:microsoft.com/office/officeart/2005/8/layout/hList1"/>
    <dgm:cxn modelId="{2840B9DE-86C2-4D93-BFDC-73B26D4EF12C}" type="presOf" srcId="{D18ADBD5-9863-437C-88FF-F772697FB56B}" destId="{CDF39851-ADBF-4393-9AB2-98DDEE3237B2}" srcOrd="0" destOrd="2" presId="urn:microsoft.com/office/officeart/2005/8/layout/hList1"/>
    <dgm:cxn modelId="{233BFADF-3B3A-4D4F-8EC5-330D9799B8A0}" srcId="{9CADE8BE-541D-4FD1-9169-0E440327B252}" destId="{44339999-E5B2-4422-A472-D4CA71B02CD1}" srcOrd="2" destOrd="0" parTransId="{13A6C234-237C-4CA0-B2FE-FE1DABAC8D72}" sibTransId="{B6279867-F161-4B70-9E75-22D2B5C418A4}"/>
    <dgm:cxn modelId="{8A797FE1-3CC9-4BFD-8F42-3CE9C66C5E6A}" type="presOf" srcId="{9C821522-8804-42DA-A39F-047338F0CA5C}" destId="{199B5677-DCF4-445E-8E90-D7A80ACE74D6}" srcOrd="0" destOrd="5" presId="urn:microsoft.com/office/officeart/2005/8/layout/hList1"/>
    <dgm:cxn modelId="{2D9D51E2-976C-4A14-950A-20781632F032}" srcId="{A037A994-827C-42E7-B50A-DEED8C186439}" destId="{550A08EB-CCFF-49B8-AB7D-831F151099E6}" srcOrd="1" destOrd="0" parTransId="{B969B556-6865-47AE-94E1-0C1B6BAF6836}" sibTransId="{B343D7D5-3738-425D-8245-9F201E14713F}"/>
    <dgm:cxn modelId="{D43043E3-505E-42FA-AA51-B386AE0A1FE6}" srcId="{26E24B7B-18AE-4479-9FBE-2E17B2337522}" destId="{0343A66F-B16D-4E63-B7CE-1CEAAB44D477}" srcOrd="2" destOrd="0" parTransId="{524E4931-68EB-4766-A926-8CBE36850F20}" sibTransId="{9D11D7CD-7C76-4830-A47D-2F30E7724AA5}"/>
    <dgm:cxn modelId="{04A7BCEB-67A2-4328-B2EB-1C7DAF8013BA}" type="presOf" srcId="{1EC542BD-1FB7-4C66-A0E7-D0D0EC33042C}" destId="{1D35C112-7484-42D4-9A82-C64061AC73AD}" srcOrd="0" destOrd="5" presId="urn:microsoft.com/office/officeart/2005/8/layout/hList1"/>
    <dgm:cxn modelId="{71AC2EED-0B39-4B79-9F6E-667B4C6B565B}" type="presOf" srcId="{65EA4FCB-20A6-4C64-909C-925170B116DC}" destId="{1D35C112-7484-42D4-9A82-C64061AC73AD}" srcOrd="0" destOrd="0" presId="urn:microsoft.com/office/officeart/2005/8/layout/hList1"/>
    <dgm:cxn modelId="{5EE3E6F0-92DE-4969-B912-8FED71C43C6E}" srcId="{26E24B7B-18AE-4479-9FBE-2E17B2337522}" destId="{1385B9E6-B849-4BCA-8DE9-7C1AFA7112C1}" srcOrd="0" destOrd="0" parTransId="{898BA4C4-7D72-4ACA-BE56-241BCB35CC9F}" sibTransId="{B0487CF5-B2D5-479B-A661-098B70A8B89D}"/>
    <dgm:cxn modelId="{A580E8F2-91ED-4FA5-B2E2-7BC40551520C}" type="presOf" srcId="{FC2E27C8-78A5-4023-B348-AC67D74CBC77}" destId="{FD162D3A-1177-4F1B-9F5D-C4AE692DD6E1}" srcOrd="0" destOrd="1" presId="urn:microsoft.com/office/officeart/2005/8/layout/hList1"/>
    <dgm:cxn modelId="{3C2B21F3-BEF8-496A-BE1B-6CE3005A7458}" type="presOf" srcId="{D422C4EF-7F6D-4494-A451-051C8CF40385}" destId="{199B5677-DCF4-445E-8E90-D7A80ACE74D6}" srcOrd="0" destOrd="0" presId="urn:microsoft.com/office/officeart/2005/8/layout/hList1"/>
    <dgm:cxn modelId="{85DFC5F4-6C73-4E18-A81C-94B7BF8654D3}" type="presOf" srcId="{401B2E07-C5FA-4388-B55B-90B20E9FE5E0}" destId="{199B5677-DCF4-445E-8E90-D7A80ACE74D6}" srcOrd="0" destOrd="1" presId="urn:microsoft.com/office/officeart/2005/8/layout/hList1"/>
    <dgm:cxn modelId="{9EA87DFD-078A-4D90-9D61-6BA79F757263}" srcId="{9CADE8BE-541D-4FD1-9169-0E440327B252}" destId="{22889EF9-85DC-4315-9070-DBB34C83EDEF}" srcOrd="6" destOrd="0" parTransId="{E3F69A5E-1E47-4D0F-9605-E0CB476CB21B}" sibTransId="{0BFBECF8-14CD-4CA4-8A5B-287A3A8970FF}"/>
    <dgm:cxn modelId="{248DCD46-984B-41DA-8720-2D115D8A46EA}" type="presParOf" srcId="{6D53399A-5884-467E-86CA-D99166CE94EE}" destId="{540817C1-6561-4991-914A-AC9A8A9EB302}" srcOrd="0" destOrd="0" presId="urn:microsoft.com/office/officeart/2005/8/layout/hList1"/>
    <dgm:cxn modelId="{0EA2D5FA-6418-43C8-8652-F68EF7D77D25}" type="presParOf" srcId="{540817C1-6561-4991-914A-AC9A8A9EB302}" destId="{C5CC311C-3919-4641-BC63-F2C27F3911F7}" srcOrd="0" destOrd="0" presId="urn:microsoft.com/office/officeart/2005/8/layout/hList1"/>
    <dgm:cxn modelId="{C808E581-FCA5-4FA3-8731-576CCE4DD6BC}" type="presParOf" srcId="{540817C1-6561-4991-914A-AC9A8A9EB302}" destId="{0ABEC532-CB64-47AE-B338-676E4DEF4AE8}" srcOrd="1" destOrd="0" presId="urn:microsoft.com/office/officeart/2005/8/layout/hList1"/>
    <dgm:cxn modelId="{46911B77-0A09-4D8A-99D5-F5D318970807}" type="presParOf" srcId="{6D53399A-5884-467E-86CA-D99166CE94EE}" destId="{4FF28CF3-D3D4-4509-9CD8-635D2A2B48D5}" srcOrd="1" destOrd="0" presId="urn:microsoft.com/office/officeart/2005/8/layout/hList1"/>
    <dgm:cxn modelId="{526F2F71-40A1-4796-81D5-0242C669CE54}" type="presParOf" srcId="{6D53399A-5884-467E-86CA-D99166CE94EE}" destId="{B1215D73-9592-40B0-BF73-115571C162C3}" srcOrd="2" destOrd="0" presId="urn:microsoft.com/office/officeart/2005/8/layout/hList1"/>
    <dgm:cxn modelId="{DEC2A7A0-5A1B-465B-8A46-55E4218CEAA3}" type="presParOf" srcId="{B1215D73-9592-40B0-BF73-115571C162C3}" destId="{442A170E-5354-45BE-8146-0D4F1C9FE201}" srcOrd="0" destOrd="0" presId="urn:microsoft.com/office/officeart/2005/8/layout/hList1"/>
    <dgm:cxn modelId="{60979978-3D9D-4C8C-B318-6117A2822BCC}" type="presParOf" srcId="{B1215D73-9592-40B0-BF73-115571C162C3}" destId="{199B5677-DCF4-445E-8E90-D7A80ACE74D6}" srcOrd="1" destOrd="0" presId="urn:microsoft.com/office/officeart/2005/8/layout/hList1"/>
    <dgm:cxn modelId="{B758AFC9-872F-486D-840D-8D78ED82ADE3}" type="presParOf" srcId="{6D53399A-5884-467E-86CA-D99166CE94EE}" destId="{5C802360-C7B3-42EE-BC76-48C1764341A9}" srcOrd="3" destOrd="0" presId="urn:microsoft.com/office/officeart/2005/8/layout/hList1"/>
    <dgm:cxn modelId="{27F6DFC9-D9A6-4E40-A0C9-2D8C44278FC8}" type="presParOf" srcId="{6D53399A-5884-467E-86CA-D99166CE94EE}" destId="{58C510F1-61E7-45EA-918C-765B528A3582}" srcOrd="4" destOrd="0" presId="urn:microsoft.com/office/officeart/2005/8/layout/hList1"/>
    <dgm:cxn modelId="{D9679029-FF8B-4B96-8D45-E1E8BCA56A50}" type="presParOf" srcId="{58C510F1-61E7-45EA-918C-765B528A3582}" destId="{7D1C3BE7-B630-41F4-9BA8-24F013FC4CCD}" srcOrd="0" destOrd="0" presId="urn:microsoft.com/office/officeart/2005/8/layout/hList1"/>
    <dgm:cxn modelId="{74ACBAC0-55D0-4698-B209-06D468E0F1A7}" type="presParOf" srcId="{58C510F1-61E7-45EA-918C-765B528A3582}" destId="{CDF39851-ADBF-4393-9AB2-98DDEE3237B2}" srcOrd="1" destOrd="0" presId="urn:microsoft.com/office/officeart/2005/8/layout/hList1"/>
    <dgm:cxn modelId="{B989447A-F42C-4AEB-BD06-5C01AE212BD7}" type="presParOf" srcId="{6D53399A-5884-467E-86CA-D99166CE94EE}" destId="{E6E396AE-CEF9-4D2F-A301-18CA21F553FA}" srcOrd="5" destOrd="0" presId="urn:microsoft.com/office/officeart/2005/8/layout/hList1"/>
    <dgm:cxn modelId="{929C0D2E-5466-4054-8100-6B289EBD5F22}" type="presParOf" srcId="{6D53399A-5884-467E-86CA-D99166CE94EE}" destId="{A6F9BEA1-EBF6-4A5F-8B30-8ABBB20D99B0}" srcOrd="6" destOrd="0" presId="urn:microsoft.com/office/officeart/2005/8/layout/hList1"/>
    <dgm:cxn modelId="{7CD274B2-EDBF-4D3D-8130-60417F26A849}" type="presParOf" srcId="{A6F9BEA1-EBF6-4A5F-8B30-8ABBB20D99B0}" destId="{6CA5CB89-965F-46F4-AB63-5A87591C812D}" srcOrd="0" destOrd="0" presId="urn:microsoft.com/office/officeart/2005/8/layout/hList1"/>
    <dgm:cxn modelId="{628E438B-7306-4510-84EF-EB34DBAB2353}" type="presParOf" srcId="{A6F9BEA1-EBF6-4A5F-8B30-8ABBB20D99B0}" destId="{FD162D3A-1177-4F1B-9F5D-C4AE692DD6E1}" srcOrd="1" destOrd="0" presId="urn:microsoft.com/office/officeart/2005/8/layout/hList1"/>
    <dgm:cxn modelId="{587A5C01-2DEE-4FB1-95F1-F5038ED7B3C0}" type="presParOf" srcId="{6D53399A-5884-467E-86CA-D99166CE94EE}" destId="{9172AC4A-F19A-46A3-AD09-8BD52C666205}" srcOrd="7" destOrd="0" presId="urn:microsoft.com/office/officeart/2005/8/layout/hList1"/>
    <dgm:cxn modelId="{8135F419-728C-4BB4-A986-D1470B875EEE}" type="presParOf" srcId="{6D53399A-5884-467E-86CA-D99166CE94EE}" destId="{55D434F9-6F91-48C8-A701-F6EED69147FA}" srcOrd="8" destOrd="0" presId="urn:microsoft.com/office/officeart/2005/8/layout/hList1"/>
    <dgm:cxn modelId="{29FC8AC9-ED8A-4AE4-ADD1-EC7685EACFAF}" type="presParOf" srcId="{55D434F9-6F91-48C8-A701-F6EED69147FA}" destId="{24FF062F-D877-4551-A036-E72B18BD438A}" srcOrd="0" destOrd="0" presId="urn:microsoft.com/office/officeart/2005/8/layout/hList1"/>
    <dgm:cxn modelId="{7787061E-89A7-4D50-98D8-BD02D771B697}" type="presParOf" srcId="{55D434F9-6F91-48C8-A701-F6EED69147FA}" destId="{1D35C112-7484-42D4-9A82-C64061AC73AD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037A994-827C-42E7-B50A-DEED8C186439}" type="doc">
      <dgm:prSet loTypeId="urn:microsoft.com/office/officeart/2005/8/layout/hList1" loCatId="list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pt-PT"/>
        </a:p>
      </dgm:t>
    </dgm:pt>
    <dgm:pt modelId="{B64D22C4-BC7F-423A-8177-8EAE6ABC0ED9}">
      <dgm:prSet phldrT="[Texto]" custT="1"/>
      <dgm:spPr/>
      <dgm:t>
        <a:bodyPr/>
        <a:lstStyle/>
        <a:p>
          <a:r>
            <a:rPr lang="pt-PT" sz="1100" b="1" dirty="0"/>
            <a:t>2024</a:t>
          </a:r>
        </a:p>
      </dgm:t>
    </dgm:pt>
    <dgm:pt modelId="{963CD5A6-3603-419E-BC62-F7BA9EC628DE}" type="parTrans" cxnId="{4FC29137-8F29-46B3-B67F-32FE4075563A}">
      <dgm:prSet/>
      <dgm:spPr/>
      <dgm:t>
        <a:bodyPr/>
        <a:lstStyle/>
        <a:p>
          <a:endParaRPr lang="pt-PT" sz="1100"/>
        </a:p>
      </dgm:t>
    </dgm:pt>
    <dgm:pt modelId="{AEE6CF97-723F-4FD3-98A7-2286A3AFAEFC}" type="sibTrans" cxnId="{4FC29137-8F29-46B3-B67F-32FE4075563A}">
      <dgm:prSet/>
      <dgm:spPr/>
      <dgm:t>
        <a:bodyPr/>
        <a:lstStyle/>
        <a:p>
          <a:endParaRPr lang="pt-PT" sz="1100"/>
        </a:p>
      </dgm:t>
    </dgm:pt>
    <dgm:pt modelId="{2A68F0AA-B1AE-4183-8315-27F0EE5F5F86}">
      <dgm:prSet phldrT="[Texto]" custT="1"/>
      <dgm:spPr/>
      <dgm:t>
        <a:bodyPr anchor="ctr"/>
        <a:lstStyle/>
        <a:p>
          <a:pPr algn="just">
            <a:lnSpc>
              <a:spcPct val="100000"/>
            </a:lnSpc>
          </a:pPr>
          <a:r>
            <a:rPr lang="pt-PT" sz="800" b="0" dirty="0" err="1"/>
            <a:t>KaMpfumu</a:t>
          </a:r>
          <a:r>
            <a:rPr lang="pt-PT" sz="800" b="1" dirty="0"/>
            <a:t>: 		</a:t>
          </a:r>
          <a:r>
            <a:rPr lang="en-US" sz="800" dirty="0"/>
            <a:t>314</a:t>
          </a:r>
          <a:endParaRPr lang="pt-PT" sz="800" dirty="0"/>
        </a:p>
      </dgm:t>
    </dgm:pt>
    <dgm:pt modelId="{BB07A91D-D3E0-4C45-8E09-284E76E11CC0}" type="parTrans" cxnId="{10E8B724-D363-4E75-BBE7-AB9DF3A9763F}">
      <dgm:prSet/>
      <dgm:spPr/>
      <dgm:t>
        <a:bodyPr/>
        <a:lstStyle/>
        <a:p>
          <a:endParaRPr lang="pt-PT" sz="1100"/>
        </a:p>
      </dgm:t>
    </dgm:pt>
    <dgm:pt modelId="{A383DC93-412F-4A85-A095-8432B6408CB2}" type="sibTrans" cxnId="{10E8B724-D363-4E75-BBE7-AB9DF3A9763F}">
      <dgm:prSet/>
      <dgm:spPr/>
      <dgm:t>
        <a:bodyPr/>
        <a:lstStyle/>
        <a:p>
          <a:endParaRPr lang="pt-PT" sz="1100"/>
        </a:p>
      </dgm:t>
    </dgm:pt>
    <dgm:pt modelId="{9CADE8BE-541D-4FD1-9169-0E440327B252}">
      <dgm:prSet phldrT="[Texto]" custT="1"/>
      <dgm:spPr/>
      <dgm:t>
        <a:bodyPr/>
        <a:lstStyle/>
        <a:p>
          <a:r>
            <a:rPr lang="pt-PT" sz="1100" b="1" dirty="0"/>
            <a:t>2025</a:t>
          </a:r>
        </a:p>
      </dgm:t>
    </dgm:pt>
    <dgm:pt modelId="{559AD12E-32B4-4ABA-B38B-2325EFB8E2C8}" type="parTrans" cxnId="{2E2CFAA7-1867-49FF-A83C-8CB9AB57786F}">
      <dgm:prSet/>
      <dgm:spPr/>
      <dgm:t>
        <a:bodyPr/>
        <a:lstStyle/>
        <a:p>
          <a:endParaRPr lang="pt-PT" sz="1100"/>
        </a:p>
      </dgm:t>
    </dgm:pt>
    <dgm:pt modelId="{FFBE46E7-AC1B-4716-92DF-87EA7DC9A7AB}" type="sibTrans" cxnId="{2E2CFAA7-1867-49FF-A83C-8CB9AB57786F}">
      <dgm:prSet/>
      <dgm:spPr/>
      <dgm:t>
        <a:bodyPr/>
        <a:lstStyle/>
        <a:p>
          <a:endParaRPr lang="pt-PT" sz="1100"/>
        </a:p>
      </dgm:t>
    </dgm:pt>
    <dgm:pt modelId="{616AF4CE-31B5-429C-B407-AE3C5A0AA55A}">
      <dgm:prSet phldrT="[Texto]" custT="1"/>
      <dgm:spPr/>
      <dgm:t>
        <a:bodyPr anchor="ctr"/>
        <a:lstStyle/>
        <a:p>
          <a:pPr algn="just">
            <a:lnSpc>
              <a:spcPct val="100000"/>
            </a:lnSpc>
          </a:pPr>
          <a:r>
            <a:rPr lang="pt-PT" sz="800" b="0" dirty="0" err="1"/>
            <a:t>KaMpfumu</a:t>
          </a:r>
          <a:r>
            <a:rPr lang="pt-PT" sz="800" b="1" dirty="0"/>
            <a:t>:		</a:t>
          </a:r>
          <a:r>
            <a:rPr lang="en-US" sz="800" dirty="0"/>
            <a:t>428</a:t>
          </a:r>
          <a:endParaRPr lang="pt-PT" sz="800" dirty="0"/>
        </a:p>
      </dgm:t>
    </dgm:pt>
    <dgm:pt modelId="{F7B8866F-570F-4BE7-8F56-C1F3A13066F3}" type="parTrans" cxnId="{C2C4F693-0128-44D8-94A8-8BB9192E0B20}">
      <dgm:prSet/>
      <dgm:spPr/>
      <dgm:t>
        <a:bodyPr/>
        <a:lstStyle/>
        <a:p>
          <a:endParaRPr lang="pt-PT" sz="1100"/>
        </a:p>
      </dgm:t>
    </dgm:pt>
    <dgm:pt modelId="{09F3DA1F-4952-4CE8-BC5A-C23F7E82F30D}" type="sibTrans" cxnId="{C2C4F693-0128-44D8-94A8-8BB9192E0B20}">
      <dgm:prSet/>
      <dgm:spPr/>
      <dgm:t>
        <a:bodyPr/>
        <a:lstStyle/>
        <a:p>
          <a:endParaRPr lang="pt-PT" sz="1100"/>
        </a:p>
      </dgm:t>
    </dgm:pt>
    <dgm:pt modelId="{550A08EB-CCFF-49B8-AB7D-831F151099E6}">
      <dgm:prSet phldrT="[Texto]" custT="1"/>
      <dgm:spPr/>
      <dgm:t>
        <a:bodyPr/>
        <a:lstStyle/>
        <a:p>
          <a:r>
            <a:rPr lang="pt-PT" sz="1100" b="1" dirty="0"/>
            <a:t>2023</a:t>
          </a:r>
        </a:p>
      </dgm:t>
    </dgm:pt>
    <dgm:pt modelId="{B969B556-6865-47AE-94E1-0C1B6BAF6836}" type="parTrans" cxnId="{2D9D51E2-976C-4A14-950A-20781632F032}">
      <dgm:prSet/>
      <dgm:spPr/>
      <dgm:t>
        <a:bodyPr/>
        <a:lstStyle/>
        <a:p>
          <a:endParaRPr lang="pt-PT" sz="1100"/>
        </a:p>
      </dgm:t>
    </dgm:pt>
    <dgm:pt modelId="{B343D7D5-3738-425D-8245-9F201E14713F}" type="sibTrans" cxnId="{2D9D51E2-976C-4A14-950A-20781632F032}">
      <dgm:prSet/>
      <dgm:spPr/>
      <dgm:t>
        <a:bodyPr/>
        <a:lstStyle/>
        <a:p>
          <a:endParaRPr lang="pt-PT" sz="1100"/>
        </a:p>
      </dgm:t>
    </dgm:pt>
    <dgm:pt modelId="{D422C4EF-7F6D-4494-A451-051C8CF40385}">
      <dgm:prSet phldrT="[Texto]" custT="1"/>
      <dgm:spPr/>
      <dgm:t>
        <a:bodyPr anchor="ctr"/>
        <a:lstStyle/>
        <a:p>
          <a:pPr algn="just">
            <a:lnSpc>
              <a:spcPct val="100000"/>
            </a:lnSpc>
          </a:pPr>
          <a:r>
            <a:rPr lang="pt-PT" sz="800" b="0" dirty="0" err="1"/>
            <a:t>KaMpfumu</a:t>
          </a:r>
          <a:r>
            <a:rPr lang="pt-PT" sz="800" b="1" dirty="0"/>
            <a:t>::		</a:t>
          </a:r>
          <a:r>
            <a:rPr lang="en-US" sz="800" b="1" dirty="0"/>
            <a:t>415</a:t>
          </a:r>
          <a:endParaRPr lang="pt-PT" sz="800" dirty="0"/>
        </a:p>
      </dgm:t>
    </dgm:pt>
    <dgm:pt modelId="{D971FE7A-F6E1-4BF1-A469-0101F22386EC}" type="parTrans" cxnId="{06DE0B6F-158F-4B5E-954D-CF94C06D519C}">
      <dgm:prSet/>
      <dgm:spPr/>
      <dgm:t>
        <a:bodyPr/>
        <a:lstStyle/>
        <a:p>
          <a:endParaRPr lang="pt-PT" sz="1100"/>
        </a:p>
      </dgm:t>
    </dgm:pt>
    <dgm:pt modelId="{7258E857-90B3-48DD-8C6D-BEA898903C9B}" type="sibTrans" cxnId="{06DE0B6F-158F-4B5E-954D-CF94C06D519C}">
      <dgm:prSet/>
      <dgm:spPr/>
      <dgm:t>
        <a:bodyPr/>
        <a:lstStyle/>
        <a:p>
          <a:endParaRPr lang="pt-PT" sz="1100"/>
        </a:p>
      </dgm:t>
    </dgm:pt>
    <dgm:pt modelId="{401B2E07-C5FA-4388-B55B-90B20E9FE5E0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dirty="0" err="1"/>
            <a:t>Nhlamankulu</a:t>
          </a:r>
          <a:r>
            <a:rPr lang="pt-PT" sz="800" b="1" dirty="0"/>
            <a:t>: 	</a:t>
          </a:r>
          <a:r>
            <a:rPr lang="en-US" sz="800" b="0" dirty="0"/>
            <a:t>236</a:t>
          </a:r>
          <a:endParaRPr lang="pt-PT" sz="800" b="0" dirty="0"/>
        </a:p>
      </dgm:t>
    </dgm:pt>
    <dgm:pt modelId="{D18FA821-DCB6-4AFE-9893-CBB72BC9671D}" type="parTrans" cxnId="{C4F05C13-A6DA-4CDC-B930-63F9E2A6C7AC}">
      <dgm:prSet/>
      <dgm:spPr/>
      <dgm:t>
        <a:bodyPr/>
        <a:lstStyle/>
        <a:p>
          <a:endParaRPr lang="en-US"/>
        </a:p>
      </dgm:t>
    </dgm:pt>
    <dgm:pt modelId="{0CEB4CB1-77AE-4F26-9B79-4ED4514B7972}" type="sibTrans" cxnId="{C4F05C13-A6DA-4CDC-B930-63F9E2A6C7AC}">
      <dgm:prSet/>
      <dgm:spPr/>
      <dgm:t>
        <a:bodyPr/>
        <a:lstStyle/>
        <a:p>
          <a:endParaRPr lang="en-US"/>
        </a:p>
      </dgm:t>
    </dgm:pt>
    <dgm:pt modelId="{F2155614-16FB-4E76-8D63-DFDF05344D58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dirty="0" err="1"/>
            <a:t>KaMaxakeni</a:t>
          </a:r>
          <a:r>
            <a:rPr lang="en-US" sz="800" dirty="0"/>
            <a:t>: 		4</a:t>
          </a:r>
          <a:endParaRPr lang="pt-PT" sz="800" b="0" dirty="0"/>
        </a:p>
      </dgm:t>
    </dgm:pt>
    <dgm:pt modelId="{AA0934F1-5EB1-4B4C-AA93-E64F55C2FA75}" type="parTrans" cxnId="{F31C7AB2-5A8A-4227-AA8C-4E3062E896BA}">
      <dgm:prSet/>
      <dgm:spPr/>
      <dgm:t>
        <a:bodyPr/>
        <a:lstStyle/>
        <a:p>
          <a:endParaRPr lang="en-US"/>
        </a:p>
      </dgm:t>
    </dgm:pt>
    <dgm:pt modelId="{600B2925-9C95-41C7-A25E-6BD5C34FAADE}" type="sibTrans" cxnId="{F31C7AB2-5A8A-4227-AA8C-4E3062E896BA}">
      <dgm:prSet/>
      <dgm:spPr/>
      <dgm:t>
        <a:bodyPr/>
        <a:lstStyle/>
        <a:p>
          <a:endParaRPr lang="en-US"/>
        </a:p>
      </dgm:t>
    </dgm:pt>
    <dgm:pt modelId="{DB244EE7-ADED-4DEC-B574-60A98DE17424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dirty="0" err="1"/>
            <a:t>KaMavota</a:t>
          </a:r>
          <a:r>
            <a:rPr lang="en-US" sz="800" dirty="0"/>
            <a:t>: 		185</a:t>
          </a:r>
          <a:endParaRPr lang="pt-PT" sz="800" b="0" dirty="0"/>
        </a:p>
      </dgm:t>
    </dgm:pt>
    <dgm:pt modelId="{138A7AE7-4973-4383-BB44-0D9DE77762D6}" type="parTrans" cxnId="{0E9F72AC-9657-4C09-AFD9-B6729F4831B1}">
      <dgm:prSet/>
      <dgm:spPr/>
      <dgm:t>
        <a:bodyPr/>
        <a:lstStyle/>
        <a:p>
          <a:endParaRPr lang="en-US"/>
        </a:p>
      </dgm:t>
    </dgm:pt>
    <dgm:pt modelId="{2CA27054-E37F-42B5-98FF-96110C6C18E8}" type="sibTrans" cxnId="{0E9F72AC-9657-4C09-AFD9-B6729F4831B1}">
      <dgm:prSet/>
      <dgm:spPr/>
      <dgm:t>
        <a:bodyPr/>
        <a:lstStyle/>
        <a:p>
          <a:endParaRPr lang="en-US"/>
        </a:p>
      </dgm:t>
    </dgm:pt>
    <dgm:pt modelId="{9FD56C76-81D1-4F74-BC1C-C06B49A06B28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dirty="0" err="1"/>
            <a:t>KaMubukwana</a:t>
          </a:r>
          <a:r>
            <a:rPr lang="en-US" sz="800" dirty="0"/>
            <a:t>: 	11</a:t>
          </a:r>
          <a:endParaRPr lang="pt-PT" sz="800" b="0" dirty="0"/>
        </a:p>
      </dgm:t>
    </dgm:pt>
    <dgm:pt modelId="{37355883-7EA5-4B48-ACD3-47238A9D8DEA}" type="parTrans" cxnId="{7954AE56-76C6-45BD-8B95-7FE890D912C1}">
      <dgm:prSet/>
      <dgm:spPr/>
      <dgm:t>
        <a:bodyPr/>
        <a:lstStyle/>
        <a:p>
          <a:endParaRPr lang="en-US"/>
        </a:p>
      </dgm:t>
    </dgm:pt>
    <dgm:pt modelId="{D2DA5731-68A5-4DD6-9936-228B24246C7E}" type="sibTrans" cxnId="{7954AE56-76C6-45BD-8B95-7FE890D912C1}">
      <dgm:prSet/>
      <dgm:spPr/>
      <dgm:t>
        <a:bodyPr/>
        <a:lstStyle/>
        <a:p>
          <a:endParaRPr lang="en-US"/>
        </a:p>
      </dgm:t>
    </dgm:pt>
    <dgm:pt modelId="{9C821522-8804-42DA-A39F-047338F0CA5C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dirty="0" err="1"/>
            <a:t>KaTembe</a:t>
          </a:r>
          <a:r>
            <a:rPr lang="en-US" sz="800" dirty="0"/>
            <a:t>: 		6</a:t>
          </a:r>
          <a:endParaRPr lang="pt-PT" sz="800" b="0" dirty="0"/>
        </a:p>
      </dgm:t>
    </dgm:pt>
    <dgm:pt modelId="{D6556AAF-DA2F-4A67-8CEA-A33EA2A3A819}" type="parTrans" cxnId="{714A1ACF-2FE6-4690-A909-8E2293D47C0D}">
      <dgm:prSet/>
      <dgm:spPr/>
      <dgm:t>
        <a:bodyPr/>
        <a:lstStyle/>
        <a:p>
          <a:endParaRPr lang="en-US"/>
        </a:p>
      </dgm:t>
    </dgm:pt>
    <dgm:pt modelId="{D6007833-C88F-4147-8914-6672FA243D3D}" type="sibTrans" cxnId="{714A1ACF-2FE6-4690-A909-8E2293D47C0D}">
      <dgm:prSet/>
      <dgm:spPr/>
      <dgm:t>
        <a:bodyPr/>
        <a:lstStyle/>
        <a:p>
          <a:endParaRPr lang="en-US"/>
        </a:p>
      </dgm:t>
    </dgm:pt>
    <dgm:pt modelId="{30A8477A-F0D4-4ED1-A419-B13E8C3FFDA2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dirty="0"/>
            <a:t>KaNyaka		1</a:t>
          </a:r>
          <a:endParaRPr lang="pt-PT" sz="800" b="0" dirty="0"/>
        </a:p>
      </dgm:t>
    </dgm:pt>
    <dgm:pt modelId="{17FD8EE5-8BE2-4A66-9FE8-9FD762633808}" type="parTrans" cxnId="{04EFE588-0F20-4E4C-AF3F-FE60F5C65054}">
      <dgm:prSet/>
      <dgm:spPr/>
      <dgm:t>
        <a:bodyPr/>
        <a:lstStyle/>
        <a:p>
          <a:endParaRPr lang="en-US"/>
        </a:p>
      </dgm:t>
    </dgm:pt>
    <dgm:pt modelId="{DDA1BC1E-4B75-43C3-8F9F-3DDB4024A504}" type="sibTrans" cxnId="{04EFE588-0F20-4E4C-AF3F-FE60F5C65054}">
      <dgm:prSet/>
      <dgm:spPr/>
      <dgm:t>
        <a:bodyPr/>
        <a:lstStyle/>
        <a:p>
          <a:endParaRPr lang="en-US"/>
        </a:p>
      </dgm:t>
    </dgm:pt>
    <dgm:pt modelId="{0C7C878B-DB94-4A7C-A183-46C294B065B5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dirty="0" err="1"/>
            <a:t>Nhlamankulu</a:t>
          </a:r>
          <a:r>
            <a:rPr lang="pt-PT" sz="800" b="1" dirty="0"/>
            <a:t>:		168</a:t>
          </a:r>
          <a:endParaRPr lang="pt-PT" sz="800" b="0" dirty="0"/>
        </a:p>
      </dgm:t>
    </dgm:pt>
    <dgm:pt modelId="{3C12DFF9-68CD-44F9-AF63-7D894EEED0C0}" type="parTrans" cxnId="{7FB2A1BC-EC4E-4FEF-9CE0-BD13856B0F25}">
      <dgm:prSet/>
      <dgm:spPr/>
      <dgm:t>
        <a:bodyPr/>
        <a:lstStyle/>
        <a:p>
          <a:endParaRPr lang="en-US"/>
        </a:p>
      </dgm:t>
    </dgm:pt>
    <dgm:pt modelId="{F9F77B49-0763-458D-88B7-2565A42DF001}" type="sibTrans" cxnId="{7FB2A1BC-EC4E-4FEF-9CE0-BD13856B0F25}">
      <dgm:prSet/>
      <dgm:spPr/>
      <dgm:t>
        <a:bodyPr/>
        <a:lstStyle/>
        <a:p>
          <a:endParaRPr lang="en-US"/>
        </a:p>
      </dgm:t>
    </dgm:pt>
    <dgm:pt modelId="{D18ADBD5-9863-437C-88FF-F772697FB56B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dirty="0" err="1"/>
            <a:t>KaMaxakeni</a:t>
          </a:r>
          <a:r>
            <a:rPr lang="en-US" sz="800" dirty="0"/>
            <a:t>: 		12</a:t>
          </a:r>
          <a:endParaRPr lang="pt-PT" sz="800" b="0" dirty="0"/>
        </a:p>
      </dgm:t>
    </dgm:pt>
    <dgm:pt modelId="{FF4CFF82-69DC-4CA2-970F-D52A7C506C49}" type="parTrans" cxnId="{9687E8AA-0FFC-452A-B281-58F4765CC2D8}">
      <dgm:prSet/>
      <dgm:spPr/>
      <dgm:t>
        <a:bodyPr/>
        <a:lstStyle/>
        <a:p>
          <a:endParaRPr lang="en-US"/>
        </a:p>
      </dgm:t>
    </dgm:pt>
    <dgm:pt modelId="{3954AE0F-C232-47D3-863D-FD98DA6EDB7A}" type="sibTrans" cxnId="{9687E8AA-0FFC-452A-B281-58F4765CC2D8}">
      <dgm:prSet/>
      <dgm:spPr/>
      <dgm:t>
        <a:bodyPr/>
        <a:lstStyle/>
        <a:p>
          <a:endParaRPr lang="en-US"/>
        </a:p>
      </dgm:t>
    </dgm:pt>
    <dgm:pt modelId="{7B88E41D-48C4-47CC-B07B-A8C359BFE796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dirty="0" err="1"/>
            <a:t>KaMavota</a:t>
          </a:r>
          <a:r>
            <a:rPr lang="en-US" sz="800" dirty="0"/>
            <a:t>: 		235</a:t>
          </a:r>
          <a:endParaRPr lang="pt-PT" sz="800" b="0" dirty="0"/>
        </a:p>
      </dgm:t>
    </dgm:pt>
    <dgm:pt modelId="{52EE8020-88BC-4656-B388-025E16BAEC27}" type="parTrans" cxnId="{2D454A1A-88B5-4134-913F-5A2A49A03BC7}">
      <dgm:prSet/>
      <dgm:spPr/>
      <dgm:t>
        <a:bodyPr/>
        <a:lstStyle/>
        <a:p>
          <a:endParaRPr lang="en-US"/>
        </a:p>
      </dgm:t>
    </dgm:pt>
    <dgm:pt modelId="{ED44EC06-1983-45DD-8CBF-5DB5B1529FBD}" type="sibTrans" cxnId="{2D454A1A-88B5-4134-913F-5A2A49A03BC7}">
      <dgm:prSet/>
      <dgm:spPr/>
      <dgm:t>
        <a:bodyPr/>
        <a:lstStyle/>
        <a:p>
          <a:endParaRPr lang="en-US"/>
        </a:p>
      </dgm:t>
    </dgm:pt>
    <dgm:pt modelId="{1F704F95-A078-4835-B5D0-9AFECE5873E8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dirty="0" err="1"/>
            <a:t>KaMubukwana</a:t>
          </a:r>
          <a:r>
            <a:rPr lang="en-US" sz="800" dirty="0"/>
            <a:t>: 	10</a:t>
          </a:r>
          <a:endParaRPr lang="pt-PT" sz="800" b="0" dirty="0"/>
        </a:p>
      </dgm:t>
    </dgm:pt>
    <dgm:pt modelId="{EF15A5F9-FAAF-4DE5-B499-32DBA269B2B9}" type="parTrans" cxnId="{CC915184-A8DC-4CEF-8AFF-DFD0DCE6783D}">
      <dgm:prSet/>
      <dgm:spPr/>
      <dgm:t>
        <a:bodyPr/>
        <a:lstStyle/>
        <a:p>
          <a:endParaRPr lang="en-US"/>
        </a:p>
      </dgm:t>
    </dgm:pt>
    <dgm:pt modelId="{3DC2F5C7-4391-424F-9DDB-E6FEDB438EBF}" type="sibTrans" cxnId="{CC915184-A8DC-4CEF-8AFF-DFD0DCE6783D}">
      <dgm:prSet/>
      <dgm:spPr/>
      <dgm:t>
        <a:bodyPr/>
        <a:lstStyle/>
        <a:p>
          <a:endParaRPr lang="en-US"/>
        </a:p>
      </dgm:t>
    </dgm:pt>
    <dgm:pt modelId="{E27A83F2-8AAA-4C5A-B474-BCE2807C5590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dirty="0" err="1"/>
            <a:t>KaTembe</a:t>
          </a:r>
          <a:r>
            <a:rPr lang="en-US" sz="800" dirty="0"/>
            <a:t>: 		7</a:t>
          </a:r>
          <a:endParaRPr lang="pt-PT" sz="800" b="0" dirty="0"/>
        </a:p>
      </dgm:t>
    </dgm:pt>
    <dgm:pt modelId="{C8CDFA23-84BC-410F-900E-1EA5BBC19AB0}" type="parTrans" cxnId="{A42AE53C-81B9-415A-860E-73C4B6E00F7D}">
      <dgm:prSet/>
      <dgm:spPr/>
      <dgm:t>
        <a:bodyPr/>
        <a:lstStyle/>
        <a:p>
          <a:endParaRPr lang="en-US"/>
        </a:p>
      </dgm:t>
    </dgm:pt>
    <dgm:pt modelId="{8C0D4749-9499-498C-BD07-441282B070C6}" type="sibTrans" cxnId="{A42AE53C-81B9-415A-860E-73C4B6E00F7D}">
      <dgm:prSet/>
      <dgm:spPr/>
      <dgm:t>
        <a:bodyPr/>
        <a:lstStyle/>
        <a:p>
          <a:endParaRPr lang="en-US"/>
        </a:p>
      </dgm:t>
    </dgm:pt>
    <dgm:pt modelId="{02A66406-BFCF-4667-86C7-9F94EB04946C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dirty="0"/>
            <a:t>KaNyaka		0</a:t>
          </a:r>
          <a:endParaRPr lang="pt-PT" sz="800" b="0" dirty="0"/>
        </a:p>
      </dgm:t>
    </dgm:pt>
    <dgm:pt modelId="{F69CB705-7298-4C17-9B92-E4BD6B6BF16A}" type="parTrans" cxnId="{C6DE177E-54D0-4C44-8CAB-D36560F1A0C0}">
      <dgm:prSet/>
      <dgm:spPr/>
      <dgm:t>
        <a:bodyPr/>
        <a:lstStyle/>
        <a:p>
          <a:endParaRPr lang="en-US"/>
        </a:p>
      </dgm:t>
    </dgm:pt>
    <dgm:pt modelId="{0ECD35F2-2240-4D91-B608-E2C7AE6FB46E}" type="sibTrans" cxnId="{C6DE177E-54D0-4C44-8CAB-D36560F1A0C0}">
      <dgm:prSet/>
      <dgm:spPr/>
      <dgm:t>
        <a:bodyPr/>
        <a:lstStyle/>
        <a:p>
          <a:endParaRPr lang="en-US"/>
        </a:p>
      </dgm:t>
    </dgm:pt>
    <dgm:pt modelId="{FC2E27C8-78A5-4023-B348-AC67D74CBC77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dirty="0" err="1"/>
            <a:t>Nhlamankulu</a:t>
          </a:r>
          <a:r>
            <a:rPr lang="pt-PT" sz="800" b="1" dirty="0"/>
            <a:t>:		</a:t>
          </a:r>
          <a:r>
            <a:rPr lang="en-US" sz="800" b="0" dirty="0"/>
            <a:t>177</a:t>
          </a:r>
          <a:endParaRPr lang="pt-PT" sz="800" b="0" dirty="0"/>
        </a:p>
      </dgm:t>
    </dgm:pt>
    <dgm:pt modelId="{8A5FCF6E-8E71-422B-8BCF-9C1FD2990D0D}" type="parTrans" cxnId="{4E71C589-BEAD-41A7-A69B-C2DD88A3ED84}">
      <dgm:prSet/>
      <dgm:spPr/>
      <dgm:t>
        <a:bodyPr/>
        <a:lstStyle/>
        <a:p>
          <a:endParaRPr lang="en-US"/>
        </a:p>
      </dgm:t>
    </dgm:pt>
    <dgm:pt modelId="{4D652B0A-5947-494C-8EF9-95004F775693}" type="sibTrans" cxnId="{4E71C589-BEAD-41A7-A69B-C2DD88A3ED84}">
      <dgm:prSet/>
      <dgm:spPr/>
      <dgm:t>
        <a:bodyPr/>
        <a:lstStyle/>
        <a:p>
          <a:endParaRPr lang="en-US"/>
        </a:p>
      </dgm:t>
    </dgm:pt>
    <dgm:pt modelId="{44339999-E5B2-4422-A472-D4CA71B02CD1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dirty="0" err="1"/>
            <a:t>KaMaxakeni</a:t>
          </a:r>
          <a:r>
            <a:rPr lang="en-US" sz="800" dirty="0"/>
            <a:t>: 		12</a:t>
          </a:r>
          <a:endParaRPr lang="pt-PT" sz="800" b="0" dirty="0"/>
        </a:p>
      </dgm:t>
    </dgm:pt>
    <dgm:pt modelId="{13A6C234-237C-4CA0-B2FE-FE1DABAC8D72}" type="parTrans" cxnId="{233BFADF-3B3A-4D4F-8EC5-330D9799B8A0}">
      <dgm:prSet/>
      <dgm:spPr/>
      <dgm:t>
        <a:bodyPr/>
        <a:lstStyle/>
        <a:p>
          <a:endParaRPr lang="en-US"/>
        </a:p>
      </dgm:t>
    </dgm:pt>
    <dgm:pt modelId="{B6279867-F161-4B70-9E75-22D2B5C418A4}" type="sibTrans" cxnId="{233BFADF-3B3A-4D4F-8EC5-330D9799B8A0}">
      <dgm:prSet/>
      <dgm:spPr/>
      <dgm:t>
        <a:bodyPr/>
        <a:lstStyle/>
        <a:p>
          <a:endParaRPr lang="en-US"/>
        </a:p>
      </dgm:t>
    </dgm:pt>
    <dgm:pt modelId="{C610424B-4D53-4BE9-A1E5-30FD840018DA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dirty="0" err="1"/>
            <a:t>KaMavota</a:t>
          </a:r>
          <a:r>
            <a:rPr lang="en-US" sz="800" dirty="0"/>
            <a:t>: 		230</a:t>
          </a:r>
          <a:endParaRPr lang="pt-PT" sz="800" b="0" dirty="0"/>
        </a:p>
      </dgm:t>
    </dgm:pt>
    <dgm:pt modelId="{FAED40C8-49A0-4AB7-8083-AB3CAFF52A25}" type="parTrans" cxnId="{C42103A1-6C2C-42A9-BC7C-4CE73B1C310D}">
      <dgm:prSet/>
      <dgm:spPr/>
      <dgm:t>
        <a:bodyPr/>
        <a:lstStyle/>
        <a:p>
          <a:endParaRPr lang="en-US"/>
        </a:p>
      </dgm:t>
    </dgm:pt>
    <dgm:pt modelId="{359C9DC0-BB08-44AF-9C76-9471EA1F749E}" type="sibTrans" cxnId="{C42103A1-6C2C-42A9-BC7C-4CE73B1C310D}">
      <dgm:prSet/>
      <dgm:spPr/>
      <dgm:t>
        <a:bodyPr/>
        <a:lstStyle/>
        <a:p>
          <a:endParaRPr lang="en-US"/>
        </a:p>
      </dgm:t>
    </dgm:pt>
    <dgm:pt modelId="{9856CF24-72AD-43F1-8051-45021A907558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dirty="0" err="1"/>
            <a:t>KaMubukwana</a:t>
          </a:r>
          <a:r>
            <a:rPr lang="en-US" sz="800" dirty="0"/>
            <a:t>: 	11</a:t>
          </a:r>
          <a:endParaRPr lang="pt-PT" sz="800" b="0" dirty="0"/>
        </a:p>
      </dgm:t>
    </dgm:pt>
    <dgm:pt modelId="{2C4AB902-A0D9-4587-916F-86A8556B07A5}" type="parTrans" cxnId="{21412521-65EE-46B6-B26F-EF698CFECCEC}">
      <dgm:prSet/>
      <dgm:spPr/>
      <dgm:t>
        <a:bodyPr/>
        <a:lstStyle/>
        <a:p>
          <a:endParaRPr lang="en-US"/>
        </a:p>
      </dgm:t>
    </dgm:pt>
    <dgm:pt modelId="{ECB84B5F-F426-4ACC-A3F5-10D372A21F74}" type="sibTrans" cxnId="{21412521-65EE-46B6-B26F-EF698CFECCEC}">
      <dgm:prSet/>
      <dgm:spPr/>
      <dgm:t>
        <a:bodyPr/>
        <a:lstStyle/>
        <a:p>
          <a:endParaRPr lang="en-US"/>
        </a:p>
      </dgm:t>
    </dgm:pt>
    <dgm:pt modelId="{1ABCD260-BA57-4938-8538-DFABFE09271B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dirty="0" err="1"/>
            <a:t>KaTembe</a:t>
          </a:r>
          <a:r>
            <a:rPr lang="en-US" sz="800" dirty="0"/>
            <a:t>: 		4</a:t>
          </a:r>
          <a:endParaRPr lang="pt-PT" sz="800" b="0" dirty="0"/>
        </a:p>
      </dgm:t>
    </dgm:pt>
    <dgm:pt modelId="{74787BB1-B53C-4A17-B94A-699F8C4F89B4}" type="parTrans" cxnId="{09975D9B-1972-460F-8E1C-6AA66FD7DB23}">
      <dgm:prSet/>
      <dgm:spPr/>
      <dgm:t>
        <a:bodyPr/>
        <a:lstStyle/>
        <a:p>
          <a:endParaRPr lang="en-US"/>
        </a:p>
      </dgm:t>
    </dgm:pt>
    <dgm:pt modelId="{83A24E74-9577-4CE7-8BAC-55F3B0B30692}" type="sibTrans" cxnId="{09975D9B-1972-460F-8E1C-6AA66FD7DB23}">
      <dgm:prSet/>
      <dgm:spPr/>
      <dgm:t>
        <a:bodyPr/>
        <a:lstStyle/>
        <a:p>
          <a:endParaRPr lang="en-US"/>
        </a:p>
      </dgm:t>
    </dgm:pt>
    <dgm:pt modelId="{22889EF9-85DC-4315-9070-DBB34C83EDEF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dirty="0"/>
            <a:t>KaNyaka		0</a:t>
          </a:r>
          <a:endParaRPr lang="pt-PT" sz="800" b="0" dirty="0"/>
        </a:p>
      </dgm:t>
    </dgm:pt>
    <dgm:pt modelId="{E3F69A5E-1E47-4D0F-9605-E0CB476CB21B}" type="parTrans" cxnId="{9EA87DFD-078A-4D90-9D61-6BA79F757263}">
      <dgm:prSet/>
      <dgm:spPr/>
      <dgm:t>
        <a:bodyPr/>
        <a:lstStyle/>
        <a:p>
          <a:endParaRPr lang="en-US"/>
        </a:p>
      </dgm:t>
    </dgm:pt>
    <dgm:pt modelId="{0BFBECF8-14CD-4CA4-8A5B-287A3A8970FF}" type="sibTrans" cxnId="{9EA87DFD-078A-4D90-9D61-6BA79F757263}">
      <dgm:prSet/>
      <dgm:spPr/>
      <dgm:t>
        <a:bodyPr/>
        <a:lstStyle/>
        <a:p>
          <a:endParaRPr lang="en-US"/>
        </a:p>
      </dgm:t>
    </dgm:pt>
    <dgm:pt modelId="{26E24B7B-18AE-4479-9FBE-2E17B2337522}">
      <dgm:prSet phldrT="[Texto]" custT="1"/>
      <dgm:spPr/>
      <dgm:t>
        <a:bodyPr/>
        <a:lstStyle/>
        <a:p>
          <a:r>
            <a:rPr lang="pt-PT" sz="1100" b="1" dirty="0"/>
            <a:t>2012</a:t>
          </a:r>
        </a:p>
      </dgm:t>
    </dgm:pt>
    <dgm:pt modelId="{66DE3D84-88CA-46E2-B63D-554E9497CBFE}" type="parTrans" cxnId="{00449B4B-B019-41C2-BFBE-262B1CF60D39}">
      <dgm:prSet/>
      <dgm:spPr/>
      <dgm:t>
        <a:bodyPr/>
        <a:lstStyle/>
        <a:p>
          <a:endParaRPr lang="pt-PT" sz="1100"/>
        </a:p>
      </dgm:t>
    </dgm:pt>
    <dgm:pt modelId="{8148635B-848E-4F58-B9E0-CBB470C098A2}" type="sibTrans" cxnId="{00449B4B-B019-41C2-BFBE-262B1CF60D39}">
      <dgm:prSet/>
      <dgm:spPr/>
      <dgm:t>
        <a:bodyPr/>
        <a:lstStyle/>
        <a:p>
          <a:endParaRPr lang="pt-PT" sz="1100"/>
        </a:p>
      </dgm:t>
    </dgm:pt>
    <dgm:pt modelId="{C4D8CC64-8B3E-4E79-8702-B8711E479545}">
      <dgm:prSet phldrT="[Texto]" custT="1"/>
      <dgm:spPr/>
      <dgm:t>
        <a:bodyPr anchor="ctr"/>
        <a:lstStyle/>
        <a:p>
          <a:pPr algn="l">
            <a:lnSpc>
              <a:spcPct val="100000"/>
            </a:lnSpc>
          </a:pPr>
          <a:r>
            <a:rPr lang="en-US" sz="800" dirty="0" err="1"/>
            <a:t>Nhlamankulu</a:t>
          </a:r>
          <a:r>
            <a:rPr lang="pt-PT" sz="800" b="1" dirty="0"/>
            <a:t>: 	</a:t>
          </a:r>
          <a:r>
            <a:rPr lang="en-US" sz="800" b="0" dirty="0"/>
            <a:t>189</a:t>
          </a:r>
          <a:endParaRPr lang="pt-PT" sz="800" b="0" dirty="0"/>
        </a:p>
      </dgm:t>
    </dgm:pt>
    <dgm:pt modelId="{80271984-C5F5-47DC-AC67-412D14D4BA68}" type="parTrans" cxnId="{80C75936-F8D6-45F3-912F-AB56DA3BD608}">
      <dgm:prSet/>
      <dgm:spPr/>
      <dgm:t>
        <a:bodyPr/>
        <a:lstStyle/>
        <a:p>
          <a:endParaRPr lang="pt-PT" sz="1100"/>
        </a:p>
      </dgm:t>
    </dgm:pt>
    <dgm:pt modelId="{3E335E04-6D5E-4E16-91E6-EB901D45C33C}" type="sibTrans" cxnId="{80C75936-F8D6-45F3-912F-AB56DA3BD608}">
      <dgm:prSet/>
      <dgm:spPr/>
      <dgm:t>
        <a:bodyPr/>
        <a:lstStyle/>
        <a:p>
          <a:endParaRPr lang="pt-PT" sz="1100"/>
        </a:p>
      </dgm:t>
    </dgm:pt>
    <dgm:pt modelId="{0343A66F-B16D-4E63-B7CE-1CEAAB44D477}">
      <dgm:prSet phldrT="[Texto]" custT="1"/>
      <dgm:spPr/>
      <dgm:t>
        <a:bodyPr/>
        <a:lstStyle/>
        <a:p>
          <a:pPr algn="l">
            <a:lnSpc>
              <a:spcPct val="100000"/>
            </a:lnSpc>
            <a:buNone/>
          </a:pPr>
          <a:r>
            <a:rPr lang="en-US" sz="800" dirty="0" err="1"/>
            <a:t>KaMaxakeni</a:t>
          </a:r>
          <a:r>
            <a:rPr lang="en-US" sz="800" dirty="0"/>
            <a:t>: 		2</a:t>
          </a:r>
          <a:endParaRPr lang="pt-PT" sz="800" b="0" dirty="0"/>
        </a:p>
      </dgm:t>
    </dgm:pt>
    <dgm:pt modelId="{524E4931-68EB-4766-A926-8CBE36850F20}" type="parTrans" cxnId="{D43043E3-505E-42FA-AA51-B386AE0A1FE6}">
      <dgm:prSet/>
      <dgm:spPr/>
      <dgm:t>
        <a:bodyPr/>
        <a:lstStyle/>
        <a:p>
          <a:endParaRPr lang="en-US" sz="1800"/>
        </a:p>
      </dgm:t>
    </dgm:pt>
    <dgm:pt modelId="{9D11D7CD-7C76-4830-A47D-2F30E7724AA5}" type="sibTrans" cxnId="{D43043E3-505E-42FA-AA51-B386AE0A1FE6}">
      <dgm:prSet/>
      <dgm:spPr/>
      <dgm:t>
        <a:bodyPr/>
        <a:lstStyle/>
        <a:p>
          <a:endParaRPr lang="en-US" sz="1800"/>
        </a:p>
      </dgm:t>
    </dgm:pt>
    <dgm:pt modelId="{7F4168F8-D530-4B8F-A626-66B9006698B6}">
      <dgm:prSet phldrT="[Texto]" custT="1"/>
      <dgm:spPr/>
      <dgm:t>
        <a:bodyPr/>
        <a:lstStyle/>
        <a:p>
          <a:pPr algn="l">
            <a:lnSpc>
              <a:spcPct val="100000"/>
            </a:lnSpc>
            <a:buNone/>
          </a:pPr>
          <a:r>
            <a:rPr lang="en-US" sz="800" dirty="0" err="1"/>
            <a:t>KaMavota</a:t>
          </a:r>
          <a:r>
            <a:rPr lang="en-US" sz="800" dirty="0"/>
            <a:t>: 		162</a:t>
          </a:r>
          <a:endParaRPr lang="pt-PT" sz="800" b="0" dirty="0"/>
        </a:p>
      </dgm:t>
    </dgm:pt>
    <dgm:pt modelId="{344457BC-4070-4971-8996-782A1AF98BB3}" type="parTrans" cxnId="{934A8717-1999-4255-9C83-C6EAB3080639}">
      <dgm:prSet/>
      <dgm:spPr/>
      <dgm:t>
        <a:bodyPr/>
        <a:lstStyle/>
        <a:p>
          <a:endParaRPr lang="en-US" sz="1800"/>
        </a:p>
      </dgm:t>
    </dgm:pt>
    <dgm:pt modelId="{2A914187-80C7-4341-818E-B19556794106}" type="sibTrans" cxnId="{934A8717-1999-4255-9C83-C6EAB3080639}">
      <dgm:prSet/>
      <dgm:spPr/>
      <dgm:t>
        <a:bodyPr/>
        <a:lstStyle/>
        <a:p>
          <a:endParaRPr lang="en-US" sz="1800"/>
        </a:p>
      </dgm:t>
    </dgm:pt>
    <dgm:pt modelId="{11E1FACD-1647-4D2D-ACEA-38C9A2DF9923}">
      <dgm:prSet phldrT="[Texto]" custT="1"/>
      <dgm:spPr/>
      <dgm:t>
        <a:bodyPr/>
        <a:lstStyle/>
        <a:p>
          <a:pPr algn="l">
            <a:lnSpc>
              <a:spcPct val="100000"/>
            </a:lnSpc>
            <a:buNone/>
          </a:pPr>
          <a:r>
            <a:rPr lang="en-US" sz="800" dirty="0" err="1"/>
            <a:t>KaMubukwana</a:t>
          </a:r>
          <a:r>
            <a:rPr lang="en-US" sz="800" dirty="0"/>
            <a:t>: 	7</a:t>
          </a:r>
          <a:endParaRPr lang="pt-PT" sz="800" b="0" dirty="0"/>
        </a:p>
      </dgm:t>
    </dgm:pt>
    <dgm:pt modelId="{CF46E768-DA15-4B17-905E-C49D18388F49}" type="parTrans" cxnId="{21AE25B2-DF87-4D38-921F-E18DEA502AC2}">
      <dgm:prSet/>
      <dgm:spPr/>
      <dgm:t>
        <a:bodyPr/>
        <a:lstStyle/>
        <a:p>
          <a:endParaRPr lang="en-US" sz="1800"/>
        </a:p>
      </dgm:t>
    </dgm:pt>
    <dgm:pt modelId="{CB34AE3F-5F2D-4651-846A-351E53DF9903}" type="sibTrans" cxnId="{21AE25B2-DF87-4D38-921F-E18DEA502AC2}">
      <dgm:prSet/>
      <dgm:spPr/>
      <dgm:t>
        <a:bodyPr/>
        <a:lstStyle/>
        <a:p>
          <a:endParaRPr lang="en-US" sz="1800"/>
        </a:p>
      </dgm:t>
    </dgm:pt>
    <dgm:pt modelId="{BD1EC750-1CCD-4541-99BD-FF0E50BA1238}">
      <dgm:prSet phldrT="[Texto]" custT="1"/>
      <dgm:spPr/>
      <dgm:t>
        <a:bodyPr/>
        <a:lstStyle/>
        <a:p>
          <a:pPr algn="l">
            <a:lnSpc>
              <a:spcPct val="100000"/>
            </a:lnSpc>
            <a:buNone/>
          </a:pPr>
          <a:r>
            <a:rPr lang="en-US" sz="800" dirty="0" err="1"/>
            <a:t>KaTembe</a:t>
          </a:r>
          <a:r>
            <a:rPr lang="en-US" sz="800" dirty="0"/>
            <a:t>: 		0</a:t>
          </a:r>
          <a:endParaRPr lang="pt-PT" sz="800" b="0" dirty="0"/>
        </a:p>
      </dgm:t>
    </dgm:pt>
    <dgm:pt modelId="{7DDDD742-0F28-471A-B93B-AB5D319931E9}" type="parTrans" cxnId="{542B04CB-FACE-4AE2-849B-D1D8ECFC21A0}">
      <dgm:prSet/>
      <dgm:spPr/>
      <dgm:t>
        <a:bodyPr/>
        <a:lstStyle/>
        <a:p>
          <a:endParaRPr lang="en-US" sz="1800"/>
        </a:p>
      </dgm:t>
    </dgm:pt>
    <dgm:pt modelId="{AF3236C1-521D-4755-A98B-1593D146F6A6}" type="sibTrans" cxnId="{542B04CB-FACE-4AE2-849B-D1D8ECFC21A0}">
      <dgm:prSet/>
      <dgm:spPr/>
      <dgm:t>
        <a:bodyPr/>
        <a:lstStyle/>
        <a:p>
          <a:endParaRPr lang="en-US" sz="1800"/>
        </a:p>
      </dgm:t>
    </dgm:pt>
    <dgm:pt modelId="{3CC5C86C-915A-4706-9544-35FA5E980EF1}">
      <dgm:prSet phldrT="[Texto]" custT="1"/>
      <dgm:spPr/>
      <dgm:t>
        <a:bodyPr/>
        <a:lstStyle/>
        <a:p>
          <a:pPr algn="l">
            <a:lnSpc>
              <a:spcPct val="100000"/>
            </a:lnSpc>
            <a:buNone/>
          </a:pPr>
          <a:r>
            <a:rPr lang="en-US" sz="800" dirty="0"/>
            <a:t>KaNyaka		1</a:t>
          </a:r>
          <a:endParaRPr lang="pt-PT" sz="800" b="0" dirty="0"/>
        </a:p>
      </dgm:t>
    </dgm:pt>
    <dgm:pt modelId="{10D4E06A-C650-41A8-8AC7-A5A35C69F72B}" type="parTrans" cxnId="{CF0FCF6F-46A1-4BFB-812E-C4257F431A31}">
      <dgm:prSet/>
      <dgm:spPr/>
      <dgm:t>
        <a:bodyPr/>
        <a:lstStyle/>
        <a:p>
          <a:endParaRPr lang="en-US" sz="1800"/>
        </a:p>
      </dgm:t>
    </dgm:pt>
    <dgm:pt modelId="{4601BB44-BD58-4B5C-B724-84CD69FC59CA}" type="sibTrans" cxnId="{CF0FCF6F-46A1-4BFB-812E-C4257F431A31}">
      <dgm:prSet/>
      <dgm:spPr/>
      <dgm:t>
        <a:bodyPr/>
        <a:lstStyle/>
        <a:p>
          <a:endParaRPr lang="en-US" sz="1800"/>
        </a:p>
      </dgm:t>
    </dgm:pt>
    <dgm:pt modelId="{1385B9E6-B849-4BCA-8DE9-7C1AFA7112C1}">
      <dgm:prSet phldrT="[Texto]" custT="1"/>
      <dgm:spPr/>
      <dgm:t>
        <a:bodyPr spcFirstLastPara="0" vert="horz" wrap="square" lIns="26670" tIns="26670" rIns="35560" bIns="40005" numCol="1" spcCol="1270" anchor="t" anchorCtr="0"/>
        <a:lstStyle/>
        <a:p>
          <a:pPr algn="l">
            <a:lnSpc>
              <a:spcPct val="100000"/>
            </a:lnSpc>
          </a:pPr>
          <a:r>
            <a:rPr lang="pt-PT" sz="800" b="0" kern="1200" dirty="0" err="1"/>
            <a:t>KaMpfumu</a:t>
          </a:r>
          <a:r>
            <a:rPr lang="pt-PT" sz="800" b="1" kern="1200" dirty="0"/>
            <a:t>: 		</a:t>
          </a:r>
          <a:r>
            <a:rPr lang="en-US" sz="800" kern="1200" dirty="0"/>
            <a:t>253</a:t>
          </a:r>
          <a:endParaRPr lang="pt-PT" sz="800" kern="1200" dirty="0"/>
        </a:p>
      </dgm:t>
    </dgm:pt>
    <dgm:pt modelId="{898BA4C4-7D72-4ACA-BE56-241BCB35CC9F}" type="parTrans" cxnId="{5EE3E6F0-92DE-4969-B912-8FED71C43C6E}">
      <dgm:prSet/>
      <dgm:spPr/>
      <dgm:t>
        <a:bodyPr/>
        <a:lstStyle/>
        <a:p>
          <a:endParaRPr lang="en-US" sz="1800"/>
        </a:p>
      </dgm:t>
    </dgm:pt>
    <dgm:pt modelId="{B0487CF5-B2D5-479B-A661-098B70A8B89D}" type="sibTrans" cxnId="{5EE3E6F0-92DE-4969-B912-8FED71C43C6E}">
      <dgm:prSet/>
      <dgm:spPr/>
      <dgm:t>
        <a:bodyPr/>
        <a:lstStyle/>
        <a:p>
          <a:endParaRPr lang="en-US" sz="1800"/>
        </a:p>
      </dgm:t>
    </dgm:pt>
    <dgm:pt modelId="{6D53399A-5884-467E-86CA-D99166CE94EE}" type="pres">
      <dgm:prSet presAssocID="{A037A994-827C-42E7-B50A-DEED8C186439}" presName="Name0" presStyleCnt="0">
        <dgm:presLayoutVars>
          <dgm:dir/>
          <dgm:animLvl val="lvl"/>
          <dgm:resizeHandles val="exact"/>
        </dgm:presLayoutVars>
      </dgm:prSet>
      <dgm:spPr/>
    </dgm:pt>
    <dgm:pt modelId="{540817C1-6561-4991-914A-AC9A8A9EB302}" type="pres">
      <dgm:prSet presAssocID="{26E24B7B-18AE-4479-9FBE-2E17B2337522}" presName="composite" presStyleCnt="0"/>
      <dgm:spPr/>
    </dgm:pt>
    <dgm:pt modelId="{C5CC311C-3919-4641-BC63-F2C27F3911F7}" type="pres">
      <dgm:prSet presAssocID="{26E24B7B-18AE-4479-9FBE-2E17B2337522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0ABEC532-CB64-47AE-B338-676E4DEF4AE8}" type="pres">
      <dgm:prSet presAssocID="{26E24B7B-18AE-4479-9FBE-2E17B2337522}" presName="desTx" presStyleLbl="alignAccFollowNode1" presStyleIdx="0" presStyleCnt="4">
        <dgm:presLayoutVars>
          <dgm:bulletEnabled val="1"/>
        </dgm:presLayoutVars>
      </dgm:prSet>
      <dgm:spPr/>
    </dgm:pt>
    <dgm:pt modelId="{4FF28CF3-D3D4-4509-9CD8-635D2A2B48D5}" type="pres">
      <dgm:prSet presAssocID="{8148635B-848E-4F58-B9E0-CBB470C098A2}" presName="space" presStyleCnt="0"/>
      <dgm:spPr/>
    </dgm:pt>
    <dgm:pt modelId="{B1215D73-9592-40B0-BF73-115571C162C3}" type="pres">
      <dgm:prSet presAssocID="{550A08EB-CCFF-49B8-AB7D-831F151099E6}" presName="composite" presStyleCnt="0"/>
      <dgm:spPr/>
    </dgm:pt>
    <dgm:pt modelId="{442A170E-5354-45BE-8146-0D4F1C9FE201}" type="pres">
      <dgm:prSet presAssocID="{550A08EB-CCFF-49B8-AB7D-831F151099E6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199B5677-DCF4-445E-8E90-D7A80ACE74D6}" type="pres">
      <dgm:prSet presAssocID="{550A08EB-CCFF-49B8-AB7D-831F151099E6}" presName="desTx" presStyleLbl="alignAccFollowNode1" presStyleIdx="1" presStyleCnt="4">
        <dgm:presLayoutVars>
          <dgm:bulletEnabled val="1"/>
        </dgm:presLayoutVars>
      </dgm:prSet>
      <dgm:spPr/>
    </dgm:pt>
    <dgm:pt modelId="{5C802360-C7B3-42EE-BC76-48C1764341A9}" type="pres">
      <dgm:prSet presAssocID="{B343D7D5-3738-425D-8245-9F201E14713F}" presName="space" presStyleCnt="0"/>
      <dgm:spPr/>
    </dgm:pt>
    <dgm:pt modelId="{58C510F1-61E7-45EA-918C-765B528A3582}" type="pres">
      <dgm:prSet presAssocID="{B64D22C4-BC7F-423A-8177-8EAE6ABC0ED9}" presName="composite" presStyleCnt="0"/>
      <dgm:spPr/>
    </dgm:pt>
    <dgm:pt modelId="{7D1C3BE7-B630-41F4-9BA8-24F013FC4CCD}" type="pres">
      <dgm:prSet presAssocID="{B64D22C4-BC7F-423A-8177-8EAE6ABC0ED9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CDF39851-ADBF-4393-9AB2-98DDEE3237B2}" type="pres">
      <dgm:prSet presAssocID="{B64D22C4-BC7F-423A-8177-8EAE6ABC0ED9}" presName="desTx" presStyleLbl="alignAccFollowNode1" presStyleIdx="2" presStyleCnt="4">
        <dgm:presLayoutVars>
          <dgm:bulletEnabled val="1"/>
        </dgm:presLayoutVars>
      </dgm:prSet>
      <dgm:spPr/>
    </dgm:pt>
    <dgm:pt modelId="{E6E396AE-CEF9-4D2F-A301-18CA21F553FA}" type="pres">
      <dgm:prSet presAssocID="{AEE6CF97-723F-4FD3-98A7-2286A3AFAEFC}" presName="space" presStyleCnt="0"/>
      <dgm:spPr/>
    </dgm:pt>
    <dgm:pt modelId="{A6F9BEA1-EBF6-4A5F-8B30-8ABBB20D99B0}" type="pres">
      <dgm:prSet presAssocID="{9CADE8BE-541D-4FD1-9169-0E440327B252}" presName="composite" presStyleCnt="0"/>
      <dgm:spPr/>
    </dgm:pt>
    <dgm:pt modelId="{6CA5CB89-965F-46F4-AB63-5A87591C812D}" type="pres">
      <dgm:prSet presAssocID="{9CADE8BE-541D-4FD1-9169-0E440327B252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FD162D3A-1177-4F1B-9F5D-C4AE692DD6E1}" type="pres">
      <dgm:prSet presAssocID="{9CADE8BE-541D-4FD1-9169-0E440327B252}" presName="desTx" presStyleLbl="alignAccFollowNode1" presStyleIdx="3" presStyleCnt="4" custScaleY="100000">
        <dgm:presLayoutVars>
          <dgm:bulletEnabled val="1"/>
        </dgm:presLayoutVars>
      </dgm:prSet>
      <dgm:spPr/>
    </dgm:pt>
  </dgm:ptLst>
  <dgm:cxnLst>
    <dgm:cxn modelId="{C4F05C13-A6DA-4CDC-B930-63F9E2A6C7AC}" srcId="{550A08EB-CCFF-49B8-AB7D-831F151099E6}" destId="{401B2E07-C5FA-4388-B55B-90B20E9FE5E0}" srcOrd="1" destOrd="0" parTransId="{D18FA821-DCB6-4AFE-9893-CBB72BC9671D}" sibTransId="{0CEB4CB1-77AE-4F26-9B79-4ED4514B7972}"/>
    <dgm:cxn modelId="{9DC21D14-3874-4CDF-AB01-34037555DC3A}" type="presOf" srcId="{0C7C878B-DB94-4A7C-A183-46C294B065B5}" destId="{CDF39851-ADBF-4393-9AB2-98DDEE3237B2}" srcOrd="0" destOrd="1" presId="urn:microsoft.com/office/officeart/2005/8/layout/hList1"/>
    <dgm:cxn modelId="{934A8717-1999-4255-9C83-C6EAB3080639}" srcId="{26E24B7B-18AE-4479-9FBE-2E17B2337522}" destId="{7F4168F8-D530-4B8F-A626-66B9006698B6}" srcOrd="3" destOrd="0" parTransId="{344457BC-4070-4971-8996-782A1AF98BB3}" sibTransId="{2A914187-80C7-4341-818E-B19556794106}"/>
    <dgm:cxn modelId="{2D454A1A-88B5-4134-913F-5A2A49A03BC7}" srcId="{B64D22C4-BC7F-423A-8177-8EAE6ABC0ED9}" destId="{7B88E41D-48C4-47CC-B07B-A8C359BFE796}" srcOrd="3" destOrd="0" parTransId="{52EE8020-88BC-4656-B388-025E16BAEC27}" sibTransId="{ED44EC06-1983-45DD-8CBF-5DB5B1529FBD}"/>
    <dgm:cxn modelId="{21412521-65EE-46B6-B26F-EF698CFECCEC}" srcId="{9CADE8BE-541D-4FD1-9169-0E440327B252}" destId="{9856CF24-72AD-43F1-8051-45021A907558}" srcOrd="4" destOrd="0" parTransId="{2C4AB902-A0D9-4587-916F-86A8556B07A5}" sibTransId="{ECB84B5F-F426-4ACC-A3F5-10D372A21F74}"/>
    <dgm:cxn modelId="{10E8B724-D363-4E75-BBE7-AB9DF3A9763F}" srcId="{B64D22C4-BC7F-423A-8177-8EAE6ABC0ED9}" destId="{2A68F0AA-B1AE-4183-8315-27F0EE5F5F86}" srcOrd="0" destOrd="0" parTransId="{BB07A91D-D3E0-4C45-8E09-284E76E11CC0}" sibTransId="{A383DC93-412F-4A85-A095-8432B6408CB2}"/>
    <dgm:cxn modelId="{EC2E112F-BA9D-4817-860D-98EDFB8D1923}" type="presOf" srcId="{11E1FACD-1647-4D2D-ACEA-38C9A2DF9923}" destId="{0ABEC532-CB64-47AE-B338-676E4DEF4AE8}" srcOrd="0" destOrd="4" presId="urn:microsoft.com/office/officeart/2005/8/layout/hList1"/>
    <dgm:cxn modelId="{AA1F9632-5270-472D-8370-4A7BA30F8322}" type="presOf" srcId="{30A8477A-F0D4-4ED1-A419-B13E8C3FFDA2}" destId="{199B5677-DCF4-445E-8E90-D7A80ACE74D6}" srcOrd="0" destOrd="6" presId="urn:microsoft.com/office/officeart/2005/8/layout/hList1"/>
    <dgm:cxn modelId="{80C75936-F8D6-45F3-912F-AB56DA3BD608}" srcId="{26E24B7B-18AE-4479-9FBE-2E17B2337522}" destId="{C4D8CC64-8B3E-4E79-8702-B8711E479545}" srcOrd="1" destOrd="0" parTransId="{80271984-C5F5-47DC-AC67-412D14D4BA68}" sibTransId="{3E335E04-6D5E-4E16-91E6-EB901D45C33C}"/>
    <dgm:cxn modelId="{4FC29137-8F29-46B3-B67F-32FE4075563A}" srcId="{A037A994-827C-42E7-B50A-DEED8C186439}" destId="{B64D22C4-BC7F-423A-8177-8EAE6ABC0ED9}" srcOrd="2" destOrd="0" parTransId="{963CD5A6-3603-419E-BC62-F7BA9EC628DE}" sibTransId="{AEE6CF97-723F-4FD3-98A7-2286A3AFAEFC}"/>
    <dgm:cxn modelId="{4172A839-E6D2-474A-B596-4B1C0F0EEC44}" type="presOf" srcId="{0343A66F-B16D-4E63-B7CE-1CEAAB44D477}" destId="{0ABEC532-CB64-47AE-B338-676E4DEF4AE8}" srcOrd="0" destOrd="2" presId="urn:microsoft.com/office/officeart/2005/8/layout/hList1"/>
    <dgm:cxn modelId="{A42AE53C-81B9-415A-860E-73C4B6E00F7D}" srcId="{B64D22C4-BC7F-423A-8177-8EAE6ABC0ED9}" destId="{E27A83F2-8AAA-4C5A-B474-BCE2807C5590}" srcOrd="5" destOrd="0" parTransId="{C8CDFA23-84BC-410F-900E-1EA5BBC19AB0}" sibTransId="{8C0D4749-9499-498C-BD07-441282B070C6}"/>
    <dgm:cxn modelId="{CF60B73E-BBAC-47CA-B6CA-3FD689BFC80E}" type="presOf" srcId="{616AF4CE-31B5-429C-B407-AE3C5A0AA55A}" destId="{FD162D3A-1177-4F1B-9F5D-C4AE692DD6E1}" srcOrd="0" destOrd="0" presId="urn:microsoft.com/office/officeart/2005/8/layout/hList1"/>
    <dgm:cxn modelId="{5805D964-E31A-4B16-A703-40FC4965059D}" type="presOf" srcId="{B64D22C4-BC7F-423A-8177-8EAE6ABC0ED9}" destId="{7D1C3BE7-B630-41F4-9BA8-24F013FC4CCD}" srcOrd="0" destOrd="0" presId="urn:microsoft.com/office/officeart/2005/8/layout/hList1"/>
    <dgm:cxn modelId="{09A09E69-DD2F-4A4D-8999-1BD503EA2A6F}" type="presOf" srcId="{9856CF24-72AD-43F1-8051-45021A907558}" destId="{FD162D3A-1177-4F1B-9F5D-C4AE692DD6E1}" srcOrd="0" destOrd="4" presId="urn:microsoft.com/office/officeart/2005/8/layout/hList1"/>
    <dgm:cxn modelId="{145AC749-FFA7-4F79-BAF9-115C3700D4E8}" type="presOf" srcId="{C4D8CC64-8B3E-4E79-8702-B8711E479545}" destId="{0ABEC532-CB64-47AE-B338-676E4DEF4AE8}" srcOrd="0" destOrd="1" presId="urn:microsoft.com/office/officeart/2005/8/layout/hList1"/>
    <dgm:cxn modelId="{AA5AD469-A858-4AFB-BAB6-76D059B05BB8}" type="presOf" srcId="{C610424B-4D53-4BE9-A1E5-30FD840018DA}" destId="{FD162D3A-1177-4F1B-9F5D-C4AE692DD6E1}" srcOrd="0" destOrd="3" presId="urn:microsoft.com/office/officeart/2005/8/layout/hList1"/>
    <dgm:cxn modelId="{CE2C586A-8F6A-482B-9DB8-A1EBF9560C09}" type="presOf" srcId="{9FD56C76-81D1-4F74-BC1C-C06B49A06B28}" destId="{199B5677-DCF4-445E-8E90-D7A80ACE74D6}" srcOrd="0" destOrd="4" presId="urn:microsoft.com/office/officeart/2005/8/layout/hList1"/>
    <dgm:cxn modelId="{00449B4B-B019-41C2-BFBE-262B1CF60D39}" srcId="{A037A994-827C-42E7-B50A-DEED8C186439}" destId="{26E24B7B-18AE-4479-9FBE-2E17B2337522}" srcOrd="0" destOrd="0" parTransId="{66DE3D84-88CA-46E2-B63D-554E9497CBFE}" sibTransId="{8148635B-848E-4F58-B9E0-CBB470C098A2}"/>
    <dgm:cxn modelId="{46A5986D-9564-42E3-AF07-8B2DC4CB95D4}" type="presOf" srcId="{1385B9E6-B849-4BCA-8DE9-7C1AFA7112C1}" destId="{0ABEC532-CB64-47AE-B338-676E4DEF4AE8}" srcOrd="0" destOrd="0" presId="urn:microsoft.com/office/officeart/2005/8/layout/hList1"/>
    <dgm:cxn modelId="{06DE0B6F-158F-4B5E-954D-CF94C06D519C}" srcId="{550A08EB-CCFF-49B8-AB7D-831F151099E6}" destId="{D422C4EF-7F6D-4494-A451-051C8CF40385}" srcOrd="0" destOrd="0" parTransId="{D971FE7A-F6E1-4BF1-A469-0101F22386EC}" sibTransId="{7258E857-90B3-48DD-8C6D-BEA898903C9B}"/>
    <dgm:cxn modelId="{BDAE326F-2629-4D05-AA7A-52272777CDC0}" type="presOf" srcId="{2A68F0AA-B1AE-4183-8315-27F0EE5F5F86}" destId="{CDF39851-ADBF-4393-9AB2-98DDEE3237B2}" srcOrd="0" destOrd="0" presId="urn:microsoft.com/office/officeart/2005/8/layout/hList1"/>
    <dgm:cxn modelId="{CF0FCF6F-46A1-4BFB-812E-C4257F431A31}" srcId="{26E24B7B-18AE-4479-9FBE-2E17B2337522}" destId="{3CC5C86C-915A-4706-9544-35FA5E980EF1}" srcOrd="6" destOrd="0" parTransId="{10D4E06A-C650-41A8-8AC7-A5A35C69F72B}" sibTransId="{4601BB44-BD58-4B5C-B724-84CD69FC59CA}"/>
    <dgm:cxn modelId="{DC76D650-9CAF-4B29-A418-8BFEC3041E04}" type="presOf" srcId="{E27A83F2-8AAA-4C5A-B474-BCE2807C5590}" destId="{CDF39851-ADBF-4393-9AB2-98DDEE3237B2}" srcOrd="0" destOrd="5" presId="urn:microsoft.com/office/officeart/2005/8/layout/hList1"/>
    <dgm:cxn modelId="{43D6ED74-725E-4D21-9489-C8C7D5D96227}" type="presOf" srcId="{BD1EC750-1CCD-4541-99BD-FF0E50BA1238}" destId="{0ABEC532-CB64-47AE-B338-676E4DEF4AE8}" srcOrd="0" destOrd="5" presId="urn:microsoft.com/office/officeart/2005/8/layout/hList1"/>
    <dgm:cxn modelId="{7B6C8875-E522-4320-BE25-67A2EAC98C80}" type="presOf" srcId="{7F4168F8-D530-4B8F-A626-66B9006698B6}" destId="{0ABEC532-CB64-47AE-B338-676E4DEF4AE8}" srcOrd="0" destOrd="3" presId="urn:microsoft.com/office/officeart/2005/8/layout/hList1"/>
    <dgm:cxn modelId="{8F16B675-C35F-4686-B78B-7BA4D4ABEBEE}" type="presOf" srcId="{02A66406-BFCF-4667-86C7-9F94EB04946C}" destId="{CDF39851-ADBF-4393-9AB2-98DDEE3237B2}" srcOrd="0" destOrd="6" presId="urn:microsoft.com/office/officeart/2005/8/layout/hList1"/>
    <dgm:cxn modelId="{8DDFFC55-3120-4B9B-BCCE-3D71D985EA8B}" type="presOf" srcId="{1ABCD260-BA57-4938-8538-DFABFE09271B}" destId="{FD162D3A-1177-4F1B-9F5D-C4AE692DD6E1}" srcOrd="0" destOrd="5" presId="urn:microsoft.com/office/officeart/2005/8/layout/hList1"/>
    <dgm:cxn modelId="{7954AE56-76C6-45BD-8B95-7FE890D912C1}" srcId="{550A08EB-CCFF-49B8-AB7D-831F151099E6}" destId="{9FD56C76-81D1-4F74-BC1C-C06B49A06B28}" srcOrd="4" destOrd="0" parTransId="{37355883-7EA5-4B48-ACD3-47238A9D8DEA}" sibTransId="{D2DA5731-68A5-4DD6-9936-228B24246C7E}"/>
    <dgm:cxn modelId="{6CFD6558-22E6-4DE5-B43B-0ABE3BD52169}" type="presOf" srcId="{550A08EB-CCFF-49B8-AB7D-831F151099E6}" destId="{442A170E-5354-45BE-8146-0D4F1C9FE201}" srcOrd="0" destOrd="0" presId="urn:microsoft.com/office/officeart/2005/8/layout/hList1"/>
    <dgm:cxn modelId="{7EAC5858-FB34-4F94-B5B2-33992BC526E3}" type="presOf" srcId="{F2155614-16FB-4E76-8D63-DFDF05344D58}" destId="{199B5677-DCF4-445E-8E90-D7A80ACE74D6}" srcOrd="0" destOrd="2" presId="urn:microsoft.com/office/officeart/2005/8/layout/hList1"/>
    <dgm:cxn modelId="{743FF578-AA4B-49F9-9087-771C834D0AD5}" type="presOf" srcId="{7B88E41D-48C4-47CC-B07B-A8C359BFE796}" destId="{CDF39851-ADBF-4393-9AB2-98DDEE3237B2}" srcOrd="0" destOrd="3" presId="urn:microsoft.com/office/officeart/2005/8/layout/hList1"/>
    <dgm:cxn modelId="{D07F6E7B-1120-4E8A-BC1F-A4C391695D27}" type="presOf" srcId="{3CC5C86C-915A-4706-9544-35FA5E980EF1}" destId="{0ABEC532-CB64-47AE-B338-676E4DEF4AE8}" srcOrd="0" destOrd="6" presId="urn:microsoft.com/office/officeart/2005/8/layout/hList1"/>
    <dgm:cxn modelId="{C6DE177E-54D0-4C44-8CAB-D36560F1A0C0}" srcId="{B64D22C4-BC7F-423A-8177-8EAE6ABC0ED9}" destId="{02A66406-BFCF-4667-86C7-9F94EB04946C}" srcOrd="6" destOrd="0" parTransId="{F69CB705-7298-4C17-9B92-E4BD6B6BF16A}" sibTransId="{0ECD35F2-2240-4D91-B608-E2C7AE6FB46E}"/>
    <dgm:cxn modelId="{CC915184-A8DC-4CEF-8AFF-DFD0DCE6783D}" srcId="{B64D22C4-BC7F-423A-8177-8EAE6ABC0ED9}" destId="{1F704F95-A078-4835-B5D0-9AFECE5873E8}" srcOrd="4" destOrd="0" parTransId="{EF15A5F9-FAAF-4DE5-B499-32DBA269B2B9}" sibTransId="{3DC2F5C7-4391-424F-9DDB-E6FEDB438EBF}"/>
    <dgm:cxn modelId="{04EFE588-0F20-4E4C-AF3F-FE60F5C65054}" srcId="{550A08EB-CCFF-49B8-AB7D-831F151099E6}" destId="{30A8477A-F0D4-4ED1-A419-B13E8C3FFDA2}" srcOrd="6" destOrd="0" parTransId="{17FD8EE5-8BE2-4A66-9FE8-9FD762633808}" sibTransId="{DDA1BC1E-4B75-43C3-8F9F-3DDB4024A504}"/>
    <dgm:cxn modelId="{4E71C589-BEAD-41A7-A69B-C2DD88A3ED84}" srcId="{9CADE8BE-541D-4FD1-9169-0E440327B252}" destId="{FC2E27C8-78A5-4023-B348-AC67D74CBC77}" srcOrd="1" destOrd="0" parTransId="{8A5FCF6E-8E71-422B-8BCF-9C1FD2990D0D}" sibTransId="{4D652B0A-5947-494C-8EF9-95004F775693}"/>
    <dgm:cxn modelId="{C2C4F693-0128-44D8-94A8-8BB9192E0B20}" srcId="{9CADE8BE-541D-4FD1-9169-0E440327B252}" destId="{616AF4CE-31B5-429C-B407-AE3C5A0AA55A}" srcOrd="0" destOrd="0" parTransId="{F7B8866F-570F-4BE7-8F56-C1F3A13066F3}" sibTransId="{09F3DA1F-4952-4CE8-BC5A-C23F7E82F30D}"/>
    <dgm:cxn modelId="{09975D9B-1972-460F-8E1C-6AA66FD7DB23}" srcId="{9CADE8BE-541D-4FD1-9169-0E440327B252}" destId="{1ABCD260-BA57-4938-8538-DFABFE09271B}" srcOrd="5" destOrd="0" parTransId="{74787BB1-B53C-4A17-B94A-699F8C4F89B4}" sibTransId="{83A24E74-9577-4CE7-8BAC-55F3B0B30692}"/>
    <dgm:cxn modelId="{C42103A1-6C2C-42A9-BC7C-4CE73B1C310D}" srcId="{9CADE8BE-541D-4FD1-9169-0E440327B252}" destId="{C610424B-4D53-4BE9-A1E5-30FD840018DA}" srcOrd="3" destOrd="0" parTransId="{FAED40C8-49A0-4AB7-8083-AB3CAFF52A25}" sibTransId="{359C9DC0-BB08-44AF-9C76-9471EA1F749E}"/>
    <dgm:cxn modelId="{40BAD8A6-5E50-464C-915C-F7BC19CF3036}" type="presOf" srcId="{DB244EE7-ADED-4DEC-B574-60A98DE17424}" destId="{199B5677-DCF4-445E-8E90-D7A80ACE74D6}" srcOrd="0" destOrd="3" presId="urn:microsoft.com/office/officeart/2005/8/layout/hList1"/>
    <dgm:cxn modelId="{8048ECA6-0450-4F1C-A49F-56CA414AE65D}" type="presOf" srcId="{9CADE8BE-541D-4FD1-9169-0E440327B252}" destId="{6CA5CB89-965F-46F4-AB63-5A87591C812D}" srcOrd="0" destOrd="0" presId="urn:microsoft.com/office/officeart/2005/8/layout/hList1"/>
    <dgm:cxn modelId="{2E2CFAA7-1867-49FF-A83C-8CB9AB57786F}" srcId="{A037A994-827C-42E7-B50A-DEED8C186439}" destId="{9CADE8BE-541D-4FD1-9169-0E440327B252}" srcOrd="3" destOrd="0" parTransId="{559AD12E-32B4-4ABA-B38B-2325EFB8E2C8}" sibTransId="{FFBE46E7-AC1B-4716-92DF-87EA7DC9A7AB}"/>
    <dgm:cxn modelId="{6ECBB1A9-DCB8-469C-867C-50F3526C8124}" type="presOf" srcId="{44339999-E5B2-4422-A472-D4CA71B02CD1}" destId="{FD162D3A-1177-4F1B-9F5D-C4AE692DD6E1}" srcOrd="0" destOrd="2" presId="urn:microsoft.com/office/officeart/2005/8/layout/hList1"/>
    <dgm:cxn modelId="{D40227AA-1E7B-4523-B68C-720B057A8656}" type="presOf" srcId="{26E24B7B-18AE-4479-9FBE-2E17B2337522}" destId="{C5CC311C-3919-4641-BC63-F2C27F3911F7}" srcOrd="0" destOrd="0" presId="urn:microsoft.com/office/officeart/2005/8/layout/hList1"/>
    <dgm:cxn modelId="{9687E8AA-0FFC-452A-B281-58F4765CC2D8}" srcId="{B64D22C4-BC7F-423A-8177-8EAE6ABC0ED9}" destId="{D18ADBD5-9863-437C-88FF-F772697FB56B}" srcOrd="2" destOrd="0" parTransId="{FF4CFF82-69DC-4CA2-970F-D52A7C506C49}" sibTransId="{3954AE0F-C232-47D3-863D-FD98DA6EDB7A}"/>
    <dgm:cxn modelId="{0E9F72AC-9657-4C09-AFD9-B6729F4831B1}" srcId="{550A08EB-CCFF-49B8-AB7D-831F151099E6}" destId="{DB244EE7-ADED-4DEC-B574-60A98DE17424}" srcOrd="3" destOrd="0" parTransId="{138A7AE7-4973-4383-BB44-0D9DE77762D6}" sibTransId="{2CA27054-E37F-42B5-98FF-96110C6C18E8}"/>
    <dgm:cxn modelId="{3634DFB1-A9FC-4AE5-BD3A-AA42CCE27A81}" type="presOf" srcId="{A037A994-827C-42E7-B50A-DEED8C186439}" destId="{6D53399A-5884-467E-86CA-D99166CE94EE}" srcOrd="0" destOrd="0" presId="urn:microsoft.com/office/officeart/2005/8/layout/hList1"/>
    <dgm:cxn modelId="{21AE25B2-DF87-4D38-921F-E18DEA502AC2}" srcId="{26E24B7B-18AE-4479-9FBE-2E17B2337522}" destId="{11E1FACD-1647-4D2D-ACEA-38C9A2DF9923}" srcOrd="4" destOrd="0" parTransId="{CF46E768-DA15-4B17-905E-C49D18388F49}" sibTransId="{CB34AE3F-5F2D-4651-846A-351E53DF9903}"/>
    <dgm:cxn modelId="{F31C7AB2-5A8A-4227-AA8C-4E3062E896BA}" srcId="{550A08EB-CCFF-49B8-AB7D-831F151099E6}" destId="{F2155614-16FB-4E76-8D63-DFDF05344D58}" srcOrd="2" destOrd="0" parTransId="{AA0934F1-5EB1-4B4C-AA93-E64F55C2FA75}" sibTransId="{600B2925-9C95-41C7-A25E-6BD5C34FAADE}"/>
    <dgm:cxn modelId="{7FB2A1BC-EC4E-4FEF-9CE0-BD13856B0F25}" srcId="{B64D22C4-BC7F-423A-8177-8EAE6ABC0ED9}" destId="{0C7C878B-DB94-4A7C-A183-46C294B065B5}" srcOrd="1" destOrd="0" parTransId="{3C12DFF9-68CD-44F9-AF63-7D894EEED0C0}" sibTransId="{F9F77B49-0763-458D-88B7-2565A42DF001}"/>
    <dgm:cxn modelId="{542B04CB-FACE-4AE2-849B-D1D8ECFC21A0}" srcId="{26E24B7B-18AE-4479-9FBE-2E17B2337522}" destId="{BD1EC750-1CCD-4541-99BD-FF0E50BA1238}" srcOrd="5" destOrd="0" parTransId="{7DDDD742-0F28-471A-B93B-AB5D319931E9}" sibTransId="{AF3236C1-521D-4755-A98B-1593D146F6A6}"/>
    <dgm:cxn modelId="{48614ACC-36B1-46E1-A837-312912F6034D}" type="presOf" srcId="{1F704F95-A078-4835-B5D0-9AFECE5873E8}" destId="{CDF39851-ADBF-4393-9AB2-98DDEE3237B2}" srcOrd="0" destOrd="4" presId="urn:microsoft.com/office/officeart/2005/8/layout/hList1"/>
    <dgm:cxn modelId="{714A1ACF-2FE6-4690-A909-8E2293D47C0D}" srcId="{550A08EB-CCFF-49B8-AB7D-831F151099E6}" destId="{9C821522-8804-42DA-A39F-047338F0CA5C}" srcOrd="5" destOrd="0" parTransId="{D6556AAF-DA2F-4A67-8CEA-A33EA2A3A819}" sibTransId="{D6007833-C88F-4147-8914-6672FA243D3D}"/>
    <dgm:cxn modelId="{D5467BD7-6F4B-4B5C-8CA2-C2EB111ABB22}" type="presOf" srcId="{22889EF9-85DC-4315-9070-DBB34C83EDEF}" destId="{FD162D3A-1177-4F1B-9F5D-C4AE692DD6E1}" srcOrd="0" destOrd="6" presId="urn:microsoft.com/office/officeart/2005/8/layout/hList1"/>
    <dgm:cxn modelId="{2840B9DE-86C2-4D93-BFDC-73B26D4EF12C}" type="presOf" srcId="{D18ADBD5-9863-437C-88FF-F772697FB56B}" destId="{CDF39851-ADBF-4393-9AB2-98DDEE3237B2}" srcOrd="0" destOrd="2" presId="urn:microsoft.com/office/officeart/2005/8/layout/hList1"/>
    <dgm:cxn modelId="{233BFADF-3B3A-4D4F-8EC5-330D9799B8A0}" srcId="{9CADE8BE-541D-4FD1-9169-0E440327B252}" destId="{44339999-E5B2-4422-A472-D4CA71B02CD1}" srcOrd="2" destOrd="0" parTransId="{13A6C234-237C-4CA0-B2FE-FE1DABAC8D72}" sibTransId="{B6279867-F161-4B70-9E75-22D2B5C418A4}"/>
    <dgm:cxn modelId="{8A797FE1-3CC9-4BFD-8F42-3CE9C66C5E6A}" type="presOf" srcId="{9C821522-8804-42DA-A39F-047338F0CA5C}" destId="{199B5677-DCF4-445E-8E90-D7A80ACE74D6}" srcOrd="0" destOrd="5" presId="urn:microsoft.com/office/officeart/2005/8/layout/hList1"/>
    <dgm:cxn modelId="{2D9D51E2-976C-4A14-950A-20781632F032}" srcId="{A037A994-827C-42E7-B50A-DEED8C186439}" destId="{550A08EB-CCFF-49B8-AB7D-831F151099E6}" srcOrd="1" destOrd="0" parTransId="{B969B556-6865-47AE-94E1-0C1B6BAF6836}" sibTransId="{B343D7D5-3738-425D-8245-9F201E14713F}"/>
    <dgm:cxn modelId="{D43043E3-505E-42FA-AA51-B386AE0A1FE6}" srcId="{26E24B7B-18AE-4479-9FBE-2E17B2337522}" destId="{0343A66F-B16D-4E63-B7CE-1CEAAB44D477}" srcOrd="2" destOrd="0" parTransId="{524E4931-68EB-4766-A926-8CBE36850F20}" sibTransId="{9D11D7CD-7C76-4830-A47D-2F30E7724AA5}"/>
    <dgm:cxn modelId="{5EE3E6F0-92DE-4969-B912-8FED71C43C6E}" srcId="{26E24B7B-18AE-4479-9FBE-2E17B2337522}" destId="{1385B9E6-B849-4BCA-8DE9-7C1AFA7112C1}" srcOrd="0" destOrd="0" parTransId="{898BA4C4-7D72-4ACA-BE56-241BCB35CC9F}" sibTransId="{B0487CF5-B2D5-479B-A661-098B70A8B89D}"/>
    <dgm:cxn modelId="{A580E8F2-91ED-4FA5-B2E2-7BC40551520C}" type="presOf" srcId="{FC2E27C8-78A5-4023-B348-AC67D74CBC77}" destId="{FD162D3A-1177-4F1B-9F5D-C4AE692DD6E1}" srcOrd="0" destOrd="1" presId="urn:microsoft.com/office/officeart/2005/8/layout/hList1"/>
    <dgm:cxn modelId="{3C2B21F3-BEF8-496A-BE1B-6CE3005A7458}" type="presOf" srcId="{D422C4EF-7F6D-4494-A451-051C8CF40385}" destId="{199B5677-DCF4-445E-8E90-D7A80ACE74D6}" srcOrd="0" destOrd="0" presId="urn:microsoft.com/office/officeart/2005/8/layout/hList1"/>
    <dgm:cxn modelId="{85DFC5F4-6C73-4E18-A81C-94B7BF8654D3}" type="presOf" srcId="{401B2E07-C5FA-4388-B55B-90B20E9FE5E0}" destId="{199B5677-DCF4-445E-8E90-D7A80ACE74D6}" srcOrd="0" destOrd="1" presId="urn:microsoft.com/office/officeart/2005/8/layout/hList1"/>
    <dgm:cxn modelId="{9EA87DFD-078A-4D90-9D61-6BA79F757263}" srcId="{9CADE8BE-541D-4FD1-9169-0E440327B252}" destId="{22889EF9-85DC-4315-9070-DBB34C83EDEF}" srcOrd="6" destOrd="0" parTransId="{E3F69A5E-1E47-4D0F-9605-E0CB476CB21B}" sibTransId="{0BFBECF8-14CD-4CA4-8A5B-287A3A8970FF}"/>
    <dgm:cxn modelId="{248DCD46-984B-41DA-8720-2D115D8A46EA}" type="presParOf" srcId="{6D53399A-5884-467E-86CA-D99166CE94EE}" destId="{540817C1-6561-4991-914A-AC9A8A9EB302}" srcOrd="0" destOrd="0" presId="urn:microsoft.com/office/officeart/2005/8/layout/hList1"/>
    <dgm:cxn modelId="{0EA2D5FA-6418-43C8-8652-F68EF7D77D25}" type="presParOf" srcId="{540817C1-6561-4991-914A-AC9A8A9EB302}" destId="{C5CC311C-3919-4641-BC63-F2C27F3911F7}" srcOrd="0" destOrd="0" presId="urn:microsoft.com/office/officeart/2005/8/layout/hList1"/>
    <dgm:cxn modelId="{C808E581-FCA5-4FA3-8731-576CCE4DD6BC}" type="presParOf" srcId="{540817C1-6561-4991-914A-AC9A8A9EB302}" destId="{0ABEC532-CB64-47AE-B338-676E4DEF4AE8}" srcOrd="1" destOrd="0" presId="urn:microsoft.com/office/officeart/2005/8/layout/hList1"/>
    <dgm:cxn modelId="{46911B77-0A09-4D8A-99D5-F5D318970807}" type="presParOf" srcId="{6D53399A-5884-467E-86CA-D99166CE94EE}" destId="{4FF28CF3-D3D4-4509-9CD8-635D2A2B48D5}" srcOrd="1" destOrd="0" presId="urn:microsoft.com/office/officeart/2005/8/layout/hList1"/>
    <dgm:cxn modelId="{526F2F71-40A1-4796-81D5-0242C669CE54}" type="presParOf" srcId="{6D53399A-5884-467E-86CA-D99166CE94EE}" destId="{B1215D73-9592-40B0-BF73-115571C162C3}" srcOrd="2" destOrd="0" presId="urn:microsoft.com/office/officeart/2005/8/layout/hList1"/>
    <dgm:cxn modelId="{DEC2A7A0-5A1B-465B-8A46-55E4218CEAA3}" type="presParOf" srcId="{B1215D73-9592-40B0-BF73-115571C162C3}" destId="{442A170E-5354-45BE-8146-0D4F1C9FE201}" srcOrd="0" destOrd="0" presId="urn:microsoft.com/office/officeart/2005/8/layout/hList1"/>
    <dgm:cxn modelId="{60979978-3D9D-4C8C-B318-6117A2822BCC}" type="presParOf" srcId="{B1215D73-9592-40B0-BF73-115571C162C3}" destId="{199B5677-DCF4-445E-8E90-D7A80ACE74D6}" srcOrd="1" destOrd="0" presId="urn:microsoft.com/office/officeart/2005/8/layout/hList1"/>
    <dgm:cxn modelId="{B758AFC9-872F-486D-840D-8D78ED82ADE3}" type="presParOf" srcId="{6D53399A-5884-467E-86CA-D99166CE94EE}" destId="{5C802360-C7B3-42EE-BC76-48C1764341A9}" srcOrd="3" destOrd="0" presId="urn:microsoft.com/office/officeart/2005/8/layout/hList1"/>
    <dgm:cxn modelId="{27F6DFC9-D9A6-4E40-A0C9-2D8C44278FC8}" type="presParOf" srcId="{6D53399A-5884-467E-86CA-D99166CE94EE}" destId="{58C510F1-61E7-45EA-918C-765B528A3582}" srcOrd="4" destOrd="0" presId="urn:microsoft.com/office/officeart/2005/8/layout/hList1"/>
    <dgm:cxn modelId="{D9679029-FF8B-4B96-8D45-E1E8BCA56A50}" type="presParOf" srcId="{58C510F1-61E7-45EA-918C-765B528A3582}" destId="{7D1C3BE7-B630-41F4-9BA8-24F013FC4CCD}" srcOrd="0" destOrd="0" presId="urn:microsoft.com/office/officeart/2005/8/layout/hList1"/>
    <dgm:cxn modelId="{74ACBAC0-55D0-4698-B209-06D468E0F1A7}" type="presParOf" srcId="{58C510F1-61E7-45EA-918C-765B528A3582}" destId="{CDF39851-ADBF-4393-9AB2-98DDEE3237B2}" srcOrd="1" destOrd="0" presId="urn:microsoft.com/office/officeart/2005/8/layout/hList1"/>
    <dgm:cxn modelId="{B989447A-F42C-4AEB-BD06-5C01AE212BD7}" type="presParOf" srcId="{6D53399A-5884-467E-86CA-D99166CE94EE}" destId="{E6E396AE-CEF9-4D2F-A301-18CA21F553FA}" srcOrd="5" destOrd="0" presId="urn:microsoft.com/office/officeart/2005/8/layout/hList1"/>
    <dgm:cxn modelId="{929C0D2E-5466-4054-8100-6B289EBD5F22}" type="presParOf" srcId="{6D53399A-5884-467E-86CA-D99166CE94EE}" destId="{A6F9BEA1-EBF6-4A5F-8B30-8ABBB20D99B0}" srcOrd="6" destOrd="0" presId="urn:microsoft.com/office/officeart/2005/8/layout/hList1"/>
    <dgm:cxn modelId="{7CD274B2-EDBF-4D3D-8130-60417F26A849}" type="presParOf" srcId="{A6F9BEA1-EBF6-4A5F-8B30-8ABBB20D99B0}" destId="{6CA5CB89-965F-46F4-AB63-5A87591C812D}" srcOrd="0" destOrd="0" presId="urn:microsoft.com/office/officeart/2005/8/layout/hList1"/>
    <dgm:cxn modelId="{628E438B-7306-4510-84EF-EB34DBAB2353}" type="presParOf" srcId="{A6F9BEA1-EBF6-4A5F-8B30-8ABBB20D99B0}" destId="{FD162D3A-1177-4F1B-9F5D-C4AE692DD6E1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037A994-827C-42E7-B50A-DEED8C186439}" type="doc">
      <dgm:prSet loTypeId="urn:microsoft.com/office/officeart/2005/8/layout/hList1" loCatId="list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pt-PT"/>
        </a:p>
      </dgm:t>
    </dgm:pt>
    <dgm:pt modelId="{B64D22C4-BC7F-423A-8177-8EAE6ABC0ED9}">
      <dgm:prSet phldrT="[Texto]" custT="1"/>
      <dgm:spPr/>
      <dgm:t>
        <a:bodyPr/>
        <a:lstStyle/>
        <a:p>
          <a:r>
            <a:rPr lang="pt-PT" sz="1100" b="1" dirty="0"/>
            <a:t>2024</a:t>
          </a:r>
        </a:p>
      </dgm:t>
    </dgm:pt>
    <dgm:pt modelId="{963CD5A6-3603-419E-BC62-F7BA9EC628DE}" type="parTrans" cxnId="{4FC29137-8F29-46B3-B67F-32FE4075563A}">
      <dgm:prSet/>
      <dgm:spPr/>
      <dgm:t>
        <a:bodyPr/>
        <a:lstStyle/>
        <a:p>
          <a:endParaRPr lang="pt-PT" sz="1100"/>
        </a:p>
      </dgm:t>
    </dgm:pt>
    <dgm:pt modelId="{AEE6CF97-723F-4FD3-98A7-2286A3AFAEFC}" type="sibTrans" cxnId="{4FC29137-8F29-46B3-B67F-32FE4075563A}">
      <dgm:prSet/>
      <dgm:spPr/>
      <dgm:t>
        <a:bodyPr/>
        <a:lstStyle/>
        <a:p>
          <a:endParaRPr lang="pt-PT" sz="1100"/>
        </a:p>
      </dgm:t>
    </dgm:pt>
    <dgm:pt modelId="{2A68F0AA-B1AE-4183-8315-27F0EE5F5F86}">
      <dgm:prSet phldrT="[Texto]" custT="1"/>
      <dgm:spPr/>
      <dgm:t>
        <a:bodyPr anchor="ctr"/>
        <a:lstStyle/>
        <a:p>
          <a:pPr algn="just">
            <a:lnSpc>
              <a:spcPct val="100000"/>
            </a:lnSpc>
          </a:pPr>
          <a:r>
            <a:rPr lang="pt-PT" sz="800" b="0" dirty="0" err="1"/>
            <a:t>KaMpfumu</a:t>
          </a:r>
          <a:r>
            <a:rPr lang="pt-PT" sz="800" b="1" dirty="0"/>
            <a:t>: 		</a:t>
          </a:r>
          <a:r>
            <a:rPr lang="en-US" sz="800" dirty="0"/>
            <a:t>62</a:t>
          </a:r>
          <a:endParaRPr lang="pt-PT" sz="800" dirty="0"/>
        </a:p>
      </dgm:t>
    </dgm:pt>
    <dgm:pt modelId="{BB07A91D-D3E0-4C45-8E09-284E76E11CC0}" type="parTrans" cxnId="{10E8B724-D363-4E75-BBE7-AB9DF3A9763F}">
      <dgm:prSet/>
      <dgm:spPr/>
      <dgm:t>
        <a:bodyPr/>
        <a:lstStyle/>
        <a:p>
          <a:endParaRPr lang="pt-PT" sz="1100"/>
        </a:p>
      </dgm:t>
    </dgm:pt>
    <dgm:pt modelId="{A383DC93-412F-4A85-A095-8432B6408CB2}" type="sibTrans" cxnId="{10E8B724-D363-4E75-BBE7-AB9DF3A9763F}">
      <dgm:prSet/>
      <dgm:spPr/>
      <dgm:t>
        <a:bodyPr/>
        <a:lstStyle/>
        <a:p>
          <a:endParaRPr lang="pt-PT" sz="1100"/>
        </a:p>
      </dgm:t>
    </dgm:pt>
    <dgm:pt modelId="{9CADE8BE-541D-4FD1-9169-0E440327B252}">
      <dgm:prSet phldrT="[Texto]" custT="1"/>
      <dgm:spPr/>
      <dgm:t>
        <a:bodyPr/>
        <a:lstStyle/>
        <a:p>
          <a:r>
            <a:rPr lang="pt-PT" sz="1100" b="1" dirty="0"/>
            <a:t>2025</a:t>
          </a:r>
        </a:p>
      </dgm:t>
    </dgm:pt>
    <dgm:pt modelId="{559AD12E-32B4-4ABA-B38B-2325EFB8E2C8}" type="parTrans" cxnId="{2E2CFAA7-1867-49FF-A83C-8CB9AB57786F}">
      <dgm:prSet/>
      <dgm:spPr/>
      <dgm:t>
        <a:bodyPr/>
        <a:lstStyle/>
        <a:p>
          <a:endParaRPr lang="pt-PT" sz="1100"/>
        </a:p>
      </dgm:t>
    </dgm:pt>
    <dgm:pt modelId="{FFBE46E7-AC1B-4716-92DF-87EA7DC9A7AB}" type="sibTrans" cxnId="{2E2CFAA7-1867-49FF-A83C-8CB9AB57786F}">
      <dgm:prSet/>
      <dgm:spPr/>
      <dgm:t>
        <a:bodyPr/>
        <a:lstStyle/>
        <a:p>
          <a:endParaRPr lang="pt-PT" sz="1100"/>
        </a:p>
      </dgm:t>
    </dgm:pt>
    <dgm:pt modelId="{616AF4CE-31B5-429C-B407-AE3C5A0AA55A}">
      <dgm:prSet phldrT="[Texto]" custT="1"/>
      <dgm:spPr/>
      <dgm:t>
        <a:bodyPr anchor="ctr"/>
        <a:lstStyle/>
        <a:p>
          <a:pPr algn="just">
            <a:lnSpc>
              <a:spcPct val="100000"/>
            </a:lnSpc>
          </a:pPr>
          <a:r>
            <a:rPr lang="pt-PT" sz="800" b="0" dirty="0" err="1"/>
            <a:t>KaMpfumu</a:t>
          </a:r>
          <a:r>
            <a:rPr lang="pt-PT" sz="800" b="1" dirty="0"/>
            <a:t>:		</a:t>
          </a:r>
          <a:r>
            <a:rPr lang="en-US" sz="800" dirty="0"/>
            <a:t>80</a:t>
          </a:r>
          <a:endParaRPr lang="pt-PT" sz="800" dirty="0"/>
        </a:p>
      </dgm:t>
    </dgm:pt>
    <dgm:pt modelId="{F7B8866F-570F-4BE7-8F56-C1F3A13066F3}" type="parTrans" cxnId="{C2C4F693-0128-44D8-94A8-8BB9192E0B20}">
      <dgm:prSet/>
      <dgm:spPr/>
      <dgm:t>
        <a:bodyPr/>
        <a:lstStyle/>
        <a:p>
          <a:endParaRPr lang="pt-PT" sz="1100"/>
        </a:p>
      </dgm:t>
    </dgm:pt>
    <dgm:pt modelId="{09F3DA1F-4952-4CE8-BC5A-C23F7E82F30D}" type="sibTrans" cxnId="{C2C4F693-0128-44D8-94A8-8BB9192E0B20}">
      <dgm:prSet/>
      <dgm:spPr/>
      <dgm:t>
        <a:bodyPr/>
        <a:lstStyle/>
        <a:p>
          <a:endParaRPr lang="pt-PT" sz="1100"/>
        </a:p>
      </dgm:t>
    </dgm:pt>
    <dgm:pt modelId="{550A08EB-CCFF-49B8-AB7D-831F151099E6}">
      <dgm:prSet phldrT="[Texto]" custT="1"/>
      <dgm:spPr/>
      <dgm:t>
        <a:bodyPr/>
        <a:lstStyle/>
        <a:p>
          <a:r>
            <a:rPr lang="pt-PT" sz="1100" b="1" dirty="0"/>
            <a:t>2023</a:t>
          </a:r>
        </a:p>
      </dgm:t>
    </dgm:pt>
    <dgm:pt modelId="{B969B556-6865-47AE-94E1-0C1B6BAF6836}" type="parTrans" cxnId="{2D9D51E2-976C-4A14-950A-20781632F032}">
      <dgm:prSet/>
      <dgm:spPr/>
      <dgm:t>
        <a:bodyPr/>
        <a:lstStyle/>
        <a:p>
          <a:endParaRPr lang="pt-PT" sz="1100"/>
        </a:p>
      </dgm:t>
    </dgm:pt>
    <dgm:pt modelId="{B343D7D5-3738-425D-8245-9F201E14713F}" type="sibTrans" cxnId="{2D9D51E2-976C-4A14-950A-20781632F032}">
      <dgm:prSet/>
      <dgm:spPr/>
      <dgm:t>
        <a:bodyPr/>
        <a:lstStyle/>
        <a:p>
          <a:endParaRPr lang="pt-PT" sz="1100"/>
        </a:p>
      </dgm:t>
    </dgm:pt>
    <dgm:pt modelId="{D422C4EF-7F6D-4494-A451-051C8CF40385}">
      <dgm:prSet phldrT="[Texto]" custT="1"/>
      <dgm:spPr/>
      <dgm:t>
        <a:bodyPr anchor="ctr"/>
        <a:lstStyle/>
        <a:p>
          <a:pPr algn="just">
            <a:lnSpc>
              <a:spcPct val="100000"/>
            </a:lnSpc>
          </a:pPr>
          <a:r>
            <a:rPr lang="pt-PT" sz="800" b="0" dirty="0" err="1"/>
            <a:t>KaMpfumu</a:t>
          </a:r>
          <a:r>
            <a:rPr lang="pt-PT" sz="800" b="1" dirty="0"/>
            <a:t>::		</a:t>
          </a:r>
          <a:r>
            <a:rPr lang="en-US" sz="800" b="1" dirty="0"/>
            <a:t>46</a:t>
          </a:r>
          <a:endParaRPr lang="pt-PT" sz="800" dirty="0"/>
        </a:p>
      </dgm:t>
    </dgm:pt>
    <dgm:pt modelId="{D971FE7A-F6E1-4BF1-A469-0101F22386EC}" type="parTrans" cxnId="{06DE0B6F-158F-4B5E-954D-CF94C06D519C}">
      <dgm:prSet/>
      <dgm:spPr/>
      <dgm:t>
        <a:bodyPr/>
        <a:lstStyle/>
        <a:p>
          <a:endParaRPr lang="pt-PT" sz="1100"/>
        </a:p>
      </dgm:t>
    </dgm:pt>
    <dgm:pt modelId="{7258E857-90B3-48DD-8C6D-BEA898903C9B}" type="sibTrans" cxnId="{06DE0B6F-158F-4B5E-954D-CF94C06D519C}">
      <dgm:prSet/>
      <dgm:spPr/>
      <dgm:t>
        <a:bodyPr/>
        <a:lstStyle/>
        <a:p>
          <a:endParaRPr lang="pt-PT" sz="1100"/>
        </a:p>
      </dgm:t>
    </dgm:pt>
    <dgm:pt modelId="{401B2E07-C5FA-4388-B55B-90B20E9FE5E0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dirty="0" err="1"/>
            <a:t>Nhlamankulu</a:t>
          </a:r>
          <a:r>
            <a:rPr lang="pt-PT" sz="800" b="1" dirty="0"/>
            <a:t>: 	</a:t>
          </a:r>
          <a:r>
            <a:rPr lang="en-US" sz="800" b="0" dirty="0"/>
            <a:t>46</a:t>
          </a:r>
          <a:endParaRPr lang="pt-PT" sz="800" b="0" dirty="0"/>
        </a:p>
      </dgm:t>
    </dgm:pt>
    <dgm:pt modelId="{D18FA821-DCB6-4AFE-9893-CBB72BC9671D}" type="parTrans" cxnId="{C4F05C13-A6DA-4CDC-B930-63F9E2A6C7AC}">
      <dgm:prSet/>
      <dgm:spPr/>
      <dgm:t>
        <a:bodyPr/>
        <a:lstStyle/>
        <a:p>
          <a:endParaRPr lang="en-US"/>
        </a:p>
      </dgm:t>
    </dgm:pt>
    <dgm:pt modelId="{0CEB4CB1-77AE-4F26-9B79-4ED4514B7972}" type="sibTrans" cxnId="{C4F05C13-A6DA-4CDC-B930-63F9E2A6C7AC}">
      <dgm:prSet/>
      <dgm:spPr/>
      <dgm:t>
        <a:bodyPr/>
        <a:lstStyle/>
        <a:p>
          <a:endParaRPr lang="en-US"/>
        </a:p>
      </dgm:t>
    </dgm:pt>
    <dgm:pt modelId="{F2155614-16FB-4E76-8D63-DFDF05344D58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dirty="0" err="1"/>
            <a:t>KaMaxakeni</a:t>
          </a:r>
          <a:r>
            <a:rPr lang="en-US" sz="800" dirty="0"/>
            <a:t>: 		0</a:t>
          </a:r>
          <a:endParaRPr lang="pt-PT" sz="800" b="0" dirty="0"/>
        </a:p>
      </dgm:t>
    </dgm:pt>
    <dgm:pt modelId="{AA0934F1-5EB1-4B4C-AA93-E64F55C2FA75}" type="parTrans" cxnId="{F31C7AB2-5A8A-4227-AA8C-4E3062E896BA}">
      <dgm:prSet/>
      <dgm:spPr/>
      <dgm:t>
        <a:bodyPr/>
        <a:lstStyle/>
        <a:p>
          <a:endParaRPr lang="en-US"/>
        </a:p>
      </dgm:t>
    </dgm:pt>
    <dgm:pt modelId="{600B2925-9C95-41C7-A25E-6BD5C34FAADE}" type="sibTrans" cxnId="{F31C7AB2-5A8A-4227-AA8C-4E3062E896BA}">
      <dgm:prSet/>
      <dgm:spPr/>
      <dgm:t>
        <a:bodyPr/>
        <a:lstStyle/>
        <a:p>
          <a:endParaRPr lang="en-US"/>
        </a:p>
      </dgm:t>
    </dgm:pt>
    <dgm:pt modelId="{DB244EE7-ADED-4DEC-B574-60A98DE17424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dirty="0" err="1"/>
            <a:t>KaMavota</a:t>
          </a:r>
          <a:r>
            <a:rPr lang="en-US" sz="800" dirty="0"/>
            <a:t>: 		14</a:t>
          </a:r>
          <a:endParaRPr lang="pt-PT" sz="800" b="0" dirty="0"/>
        </a:p>
      </dgm:t>
    </dgm:pt>
    <dgm:pt modelId="{138A7AE7-4973-4383-BB44-0D9DE77762D6}" type="parTrans" cxnId="{0E9F72AC-9657-4C09-AFD9-B6729F4831B1}">
      <dgm:prSet/>
      <dgm:spPr/>
      <dgm:t>
        <a:bodyPr/>
        <a:lstStyle/>
        <a:p>
          <a:endParaRPr lang="en-US"/>
        </a:p>
      </dgm:t>
    </dgm:pt>
    <dgm:pt modelId="{2CA27054-E37F-42B5-98FF-96110C6C18E8}" type="sibTrans" cxnId="{0E9F72AC-9657-4C09-AFD9-B6729F4831B1}">
      <dgm:prSet/>
      <dgm:spPr/>
      <dgm:t>
        <a:bodyPr/>
        <a:lstStyle/>
        <a:p>
          <a:endParaRPr lang="en-US"/>
        </a:p>
      </dgm:t>
    </dgm:pt>
    <dgm:pt modelId="{9FD56C76-81D1-4F74-BC1C-C06B49A06B28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dirty="0" err="1"/>
            <a:t>KaMubukwana</a:t>
          </a:r>
          <a:r>
            <a:rPr lang="en-US" sz="800" dirty="0"/>
            <a:t>: 	2</a:t>
          </a:r>
          <a:endParaRPr lang="pt-PT" sz="800" b="0" dirty="0"/>
        </a:p>
      </dgm:t>
    </dgm:pt>
    <dgm:pt modelId="{37355883-7EA5-4B48-ACD3-47238A9D8DEA}" type="parTrans" cxnId="{7954AE56-76C6-45BD-8B95-7FE890D912C1}">
      <dgm:prSet/>
      <dgm:spPr/>
      <dgm:t>
        <a:bodyPr/>
        <a:lstStyle/>
        <a:p>
          <a:endParaRPr lang="en-US"/>
        </a:p>
      </dgm:t>
    </dgm:pt>
    <dgm:pt modelId="{D2DA5731-68A5-4DD6-9936-228B24246C7E}" type="sibTrans" cxnId="{7954AE56-76C6-45BD-8B95-7FE890D912C1}">
      <dgm:prSet/>
      <dgm:spPr/>
      <dgm:t>
        <a:bodyPr/>
        <a:lstStyle/>
        <a:p>
          <a:endParaRPr lang="en-US"/>
        </a:p>
      </dgm:t>
    </dgm:pt>
    <dgm:pt modelId="{9C821522-8804-42DA-A39F-047338F0CA5C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dirty="0" err="1"/>
            <a:t>KaTembe</a:t>
          </a:r>
          <a:r>
            <a:rPr lang="en-US" sz="800" dirty="0"/>
            <a:t>: 		0</a:t>
          </a:r>
          <a:endParaRPr lang="pt-PT" sz="800" b="0" dirty="0"/>
        </a:p>
      </dgm:t>
    </dgm:pt>
    <dgm:pt modelId="{D6556AAF-DA2F-4A67-8CEA-A33EA2A3A819}" type="parTrans" cxnId="{714A1ACF-2FE6-4690-A909-8E2293D47C0D}">
      <dgm:prSet/>
      <dgm:spPr/>
      <dgm:t>
        <a:bodyPr/>
        <a:lstStyle/>
        <a:p>
          <a:endParaRPr lang="en-US"/>
        </a:p>
      </dgm:t>
    </dgm:pt>
    <dgm:pt modelId="{D6007833-C88F-4147-8914-6672FA243D3D}" type="sibTrans" cxnId="{714A1ACF-2FE6-4690-A909-8E2293D47C0D}">
      <dgm:prSet/>
      <dgm:spPr/>
      <dgm:t>
        <a:bodyPr/>
        <a:lstStyle/>
        <a:p>
          <a:endParaRPr lang="en-US"/>
        </a:p>
      </dgm:t>
    </dgm:pt>
    <dgm:pt modelId="{30A8477A-F0D4-4ED1-A419-B13E8C3FFDA2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dirty="0"/>
            <a:t>KaNyaka		1</a:t>
          </a:r>
          <a:endParaRPr lang="pt-PT" sz="800" b="0" dirty="0"/>
        </a:p>
      </dgm:t>
    </dgm:pt>
    <dgm:pt modelId="{17FD8EE5-8BE2-4A66-9FE8-9FD762633808}" type="parTrans" cxnId="{04EFE588-0F20-4E4C-AF3F-FE60F5C65054}">
      <dgm:prSet/>
      <dgm:spPr/>
      <dgm:t>
        <a:bodyPr/>
        <a:lstStyle/>
        <a:p>
          <a:endParaRPr lang="en-US"/>
        </a:p>
      </dgm:t>
    </dgm:pt>
    <dgm:pt modelId="{DDA1BC1E-4B75-43C3-8F9F-3DDB4024A504}" type="sibTrans" cxnId="{04EFE588-0F20-4E4C-AF3F-FE60F5C65054}">
      <dgm:prSet/>
      <dgm:spPr/>
      <dgm:t>
        <a:bodyPr/>
        <a:lstStyle/>
        <a:p>
          <a:endParaRPr lang="en-US"/>
        </a:p>
      </dgm:t>
    </dgm:pt>
    <dgm:pt modelId="{0C7C878B-DB94-4A7C-A183-46C294B065B5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dirty="0" err="1"/>
            <a:t>Nhlamankulu</a:t>
          </a:r>
          <a:r>
            <a:rPr lang="pt-PT" sz="800" b="1" dirty="0"/>
            <a:t>:		</a:t>
          </a:r>
          <a:r>
            <a:rPr lang="en-US" sz="800" b="0" dirty="0"/>
            <a:t>19</a:t>
          </a:r>
          <a:endParaRPr lang="pt-PT" sz="800" b="0" dirty="0"/>
        </a:p>
      </dgm:t>
    </dgm:pt>
    <dgm:pt modelId="{3C12DFF9-68CD-44F9-AF63-7D894EEED0C0}" type="parTrans" cxnId="{7FB2A1BC-EC4E-4FEF-9CE0-BD13856B0F25}">
      <dgm:prSet/>
      <dgm:spPr/>
      <dgm:t>
        <a:bodyPr/>
        <a:lstStyle/>
        <a:p>
          <a:endParaRPr lang="en-US"/>
        </a:p>
      </dgm:t>
    </dgm:pt>
    <dgm:pt modelId="{F9F77B49-0763-458D-88B7-2565A42DF001}" type="sibTrans" cxnId="{7FB2A1BC-EC4E-4FEF-9CE0-BD13856B0F25}">
      <dgm:prSet/>
      <dgm:spPr/>
      <dgm:t>
        <a:bodyPr/>
        <a:lstStyle/>
        <a:p>
          <a:endParaRPr lang="en-US"/>
        </a:p>
      </dgm:t>
    </dgm:pt>
    <dgm:pt modelId="{D18ADBD5-9863-437C-88FF-F772697FB56B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dirty="0" err="1"/>
            <a:t>KaMaxakeni</a:t>
          </a:r>
          <a:r>
            <a:rPr lang="en-US" sz="800" dirty="0"/>
            <a:t>: 		0</a:t>
          </a:r>
          <a:endParaRPr lang="pt-PT" sz="800" b="0" dirty="0"/>
        </a:p>
      </dgm:t>
    </dgm:pt>
    <dgm:pt modelId="{FF4CFF82-69DC-4CA2-970F-D52A7C506C49}" type="parTrans" cxnId="{9687E8AA-0FFC-452A-B281-58F4765CC2D8}">
      <dgm:prSet/>
      <dgm:spPr/>
      <dgm:t>
        <a:bodyPr/>
        <a:lstStyle/>
        <a:p>
          <a:endParaRPr lang="en-US"/>
        </a:p>
      </dgm:t>
    </dgm:pt>
    <dgm:pt modelId="{3954AE0F-C232-47D3-863D-FD98DA6EDB7A}" type="sibTrans" cxnId="{9687E8AA-0FFC-452A-B281-58F4765CC2D8}">
      <dgm:prSet/>
      <dgm:spPr/>
      <dgm:t>
        <a:bodyPr/>
        <a:lstStyle/>
        <a:p>
          <a:endParaRPr lang="en-US"/>
        </a:p>
      </dgm:t>
    </dgm:pt>
    <dgm:pt modelId="{7B88E41D-48C4-47CC-B07B-A8C359BFE796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dirty="0" err="1"/>
            <a:t>KaMavota</a:t>
          </a:r>
          <a:r>
            <a:rPr lang="en-US" sz="800" dirty="0"/>
            <a:t>: 		13</a:t>
          </a:r>
          <a:endParaRPr lang="pt-PT" sz="800" b="0" dirty="0"/>
        </a:p>
      </dgm:t>
    </dgm:pt>
    <dgm:pt modelId="{52EE8020-88BC-4656-B388-025E16BAEC27}" type="parTrans" cxnId="{2D454A1A-88B5-4134-913F-5A2A49A03BC7}">
      <dgm:prSet/>
      <dgm:spPr/>
      <dgm:t>
        <a:bodyPr/>
        <a:lstStyle/>
        <a:p>
          <a:endParaRPr lang="en-US"/>
        </a:p>
      </dgm:t>
    </dgm:pt>
    <dgm:pt modelId="{ED44EC06-1983-45DD-8CBF-5DB5B1529FBD}" type="sibTrans" cxnId="{2D454A1A-88B5-4134-913F-5A2A49A03BC7}">
      <dgm:prSet/>
      <dgm:spPr/>
      <dgm:t>
        <a:bodyPr/>
        <a:lstStyle/>
        <a:p>
          <a:endParaRPr lang="en-US"/>
        </a:p>
      </dgm:t>
    </dgm:pt>
    <dgm:pt modelId="{1F704F95-A078-4835-B5D0-9AFECE5873E8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dirty="0" err="1"/>
            <a:t>KaMubukwana</a:t>
          </a:r>
          <a:r>
            <a:rPr lang="en-US" sz="800" dirty="0"/>
            <a:t>: 	2</a:t>
          </a:r>
          <a:endParaRPr lang="pt-PT" sz="800" b="0" dirty="0"/>
        </a:p>
      </dgm:t>
    </dgm:pt>
    <dgm:pt modelId="{EF15A5F9-FAAF-4DE5-B499-32DBA269B2B9}" type="parTrans" cxnId="{CC915184-A8DC-4CEF-8AFF-DFD0DCE6783D}">
      <dgm:prSet/>
      <dgm:spPr/>
      <dgm:t>
        <a:bodyPr/>
        <a:lstStyle/>
        <a:p>
          <a:endParaRPr lang="en-US"/>
        </a:p>
      </dgm:t>
    </dgm:pt>
    <dgm:pt modelId="{3DC2F5C7-4391-424F-9DDB-E6FEDB438EBF}" type="sibTrans" cxnId="{CC915184-A8DC-4CEF-8AFF-DFD0DCE6783D}">
      <dgm:prSet/>
      <dgm:spPr/>
      <dgm:t>
        <a:bodyPr/>
        <a:lstStyle/>
        <a:p>
          <a:endParaRPr lang="en-US"/>
        </a:p>
      </dgm:t>
    </dgm:pt>
    <dgm:pt modelId="{E27A83F2-8AAA-4C5A-B474-BCE2807C5590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dirty="0" err="1"/>
            <a:t>KaTembe</a:t>
          </a:r>
          <a:r>
            <a:rPr lang="en-US" sz="800" dirty="0"/>
            <a:t>: 		0</a:t>
          </a:r>
          <a:endParaRPr lang="pt-PT" sz="800" b="0" dirty="0"/>
        </a:p>
      </dgm:t>
    </dgm:pt>
    <dgm:pt modelId="{C8CDFA23-84BC-410F-900E-1EA5BBC19AB0}" type="parTrans" cxnId="{A42AE53C-81B9-415A-860E-73C4B6E00F7D}">
      <dgm:prSet/>
      <dgm:spPr/>
      <dgm:t>
        <a:bodyPr/>
        <a:lstStyle/>
        <a:p>
          <a:endParaRPr lang="en-US"/>
        </a:p>
      </dgm:t>
    </dgm:pt>
    <dgm:pt modelId="{8C0D4749-9499-498C-BD07-441282B070C6}" type="sibTrans" cxnId="{A42AE53C-81B9-415A-860E-73C4B6E00F7D}">
      <dgm:prSet/>
      <dgm:spPr/>
      <dgm:t>
        <a:bodyPr/>
        <a:lstStyle/>
        <a:p>
          <a:endParaRPr lang="en-US"/>
        </a:p>
      </dgm:t>
    </dgm:pt>
    <dgm:pt modelId="{02A66406-BFCF-4667-86C7-9F94EB04946C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dirty="0"/>
            <a:t>KaNyaka		0</a:t>
          </a:r>
          <a:endParaRPr lang="pt-PT" sz="800" b="0" dirty="0"/>
        </a:p>
      </dgm:t>
    </dgm:pt>
    <dgm:pt modelId="{F69CB705-7298-4C17-9B92-E4BD6B6BF16A}" type="parTrans" cxnId="{C6DE177E-54D0-4C44-8CAB-D36560F1A0C0}">
      <dgm:prSet/>
      <dgm:spPr/>
      <dgm:t>
        <a:bodyPr/>
        <a:lstStyle/>
        <a:p>
          <a:endParaRPr lang="en-US"/>
        </a:p>
      </dgm:t>
    </dgm:pt>
    <dgm:pt modelId="{0ECD35F2-2240-4D91-B608-E2C7AE6FB46E}" type="sibTrans" cxnId="{C6DE177E-54D0-4C44-8CAB-D36560F1A0C0}">
      <dgm:prSet/>
      <dgm:spPr/>
      <dgm:t>
        <a:bodyPr/>
        <a:lstStyle/>
        <a:p>
          <a:endParaRPr lang="en-US"/>
        </a:p>
      </dgm:t>
    </dgm:pt>
    <dgm:pt modelId="{FC2E27C8-78A5-4023-B348-AC67D74CBC77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dirty="0" err="1"/>
            <a:t>Nhlamankulu</a:t>
          </a:r>
          <a:r>
            <a:rPr lang="pt-PT" sz="800" b="1" dirty="0"/>
            <a:t>:		</a:t>
          </a:r>
          <a:r>
            <a:rPr lang="en-US" sz="800" b="0" dirty="0"/>
            <a:t>14</a:t>
          </a:r>
          <a:endParaRPr lang="pt-PT" sz="800" b="0" dirty="0"/>
        </a:p>
      </dgm:t>
    </dgm:pt>
    <dgm:pt modelId="{8A5FCF6E-8E71-422B-8BCF-9C1FD2990D0D}" type="parTrans" cxnId="{4E71C589-BEAD-41A7-A69B-C2DD88A3ED84}">
      <dgm:prSet/>
      <dgm:spPr/>
      <dgm:t>
        <a:bodyPr/>
        <a:lstStyle/>
        <a:p>
          <a:endParaRPr lang="en-US"/>
        </a:p>
      </dgm:t>
    </dgm:pt>
    <dgm:pt modelId="{4D652B0A-5947-494C-8EF9-95004F775693}" type="sibTrans" cxnId="{4E71C589-BEAD-41A7-A69B-C2DD88A3ED84}">
      <dgm:prSet/>
      <dgm:spPr/>
      <dgm:t>
        <a:bodyPr/>
        <a:lstStyle/>
        <a:p>
          <a:endParaRPr lang="en-US"/>
        </a:p>
      </dgm:t>
    </dgm:pt>
    <dgm:pt modelId="{44339999-E5B2-4422-A472-D4CA71B02CD1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dirty="0" err="1"/>
            <a:t>KaMaxakeni</a:t>
          </a:r>
          <a:r>
            <a:rPr lang="en-US" sz="800" dirty="0"/>
            <a:t>: 		0</a:t>
          </a:r>
          <a:endParaRPr lang="pt-PT" sz="800" b="0" dirty="0"/>
        </a:p>
      </dgm:t>
    </dgm:pt>
    <dgm:pt modelId="{13A6C234-237C-4CA0-B2FE-FE1DABAC8D72}" type="parTrans" cxnId="{233BFADF-3B3A-4D4F-8EC5-330D9799B8A0}">
      <dgm:prSet/>
      <dgm:spPr/>
      <dgm:t>
        <a:bodyPr/>
        <a:lstStyle/>
        <a:p>
          <a:endParaRPr lang="en-US"/>
        </a:p>
      </dgm:t>
    </dgm:pt>
    <dgm:pt modelId="{B6279867-F161-4B70-9E75-22D2B5C418A4}" type="sibTrans" cxnId="{233BFADF-3B3A-4D4F-8EC5-330D9799B8A0}">
      <dgm:prSet/>
      <dgm:spPr/>
      <dgm:t>
        <a:bodyPr/>
        <a:lstStyle/>
        <a:p>
          <a:endParaRPr lang="en-US"/>
        </a:p>
      </dgm:t>
    </dgm:pt>
    <dgm:pt modelId="{C610424B-4D53-4BE9-A1E5-30FD840018DA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dirty="0" err="1"/>
            <a:t>KaMavota</a:t>
          </a:r>
          <a:r>
            <a:rPr lang="en-US" sz="800" dirty="0"/>
            <a:t>: 		10</a:t>
          </a:r>
          <a:endParaRPr lang="pt-PT" sz="800" b="0" dirty="0"/>
        </a:p>
      </dgm:t>
    </dgm:pt>
    <dgm:pt modelId="{FAED40C8-49A0-4AB7-8083-AB3CAFF52A25}" type="parTrans" cxnId="{C42103A1-6C2C-42A9-BC7C-4CE73B1C310D}">
      <dgm:prSet/>
      <dgm:spPr/>
      <dgm:t>
        <a:bodyPr/>
        <a:lstStyle/>
        <a:p>
          <a:endParaRPr lang="en-US"/>
        </a:p>
      </dgm:t>
    </dgm:pt>
    <dgm:pt modelId="{359C9DC0-BB08-44AF-9C76-9471EA1F749E}" type="sibTrans" cxnId="{C42103A1-6C2C-42A9-BC7C-4CE73B1C310D}">
      <dgm:prSet/>
      <dgm:spPr/>
      <dgm:t>
        <a:bodyPr/>
        <a:lstStyle/>
        <a:p>
          <a:endParaRPr lang="en-US"/>
        </a:p>
      </dgm:t>
    </dgm:pt>
    <dgm:pt modelId="{9856CF24-72AD-43F1-8051-45021A907558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dirty="0" err="1"/>
            <a:t>KaMubukwana</a:t>
          </a:r>
          <a:r>
            <a:rPr lang="en-US" sz="800" dirty="0"/>
            <a:t>: 	0</a:t>
          </a:r>
          <a:endParaRPr lang="pt-PT" sz="800" b="0" dirty="0"/>
        </a:p>
      </dgm:t>
    </dgm:pt>
    <dgm:pt modelId="{2C4AB902-A0D9-4587-916F-86A8556B07A5}" type="parTrans" cxnId="{21412521-65EE-46B6-B26F-EF698CFECCEC}">
      <dgm:prSet/>
      <dgm:spPr/>
      <dgm:t>
        <a:bodyPr/>
        <a:lstStyle/>
        <a:p>
          <a:endParaRPr lang="en-US"/>
        </a:p>
      </dgm:t>
    </dgm:pt>
    <dgm:pt modelId="{ECB84B5F-F426-4ACC-A3F5-10D372A21F74}" type="sibTrans" cxnId="{21412521-65EE-46B6-B26F-EF698CFECCEC}">
      <dgm:prSet/>
      <dgm:spPr/>
      <dgm:t>
        <a:bodyPr/>
        <a:lstStyle/>
        <a:p>
          <a:endParaRPr lang="en-US"/>
        </a:p>
      </dgm:t>
    </dgm:pt>
    <dgm:pt modelId="{1ABCD260-BA57-4938-8538-DFABFE09271B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dirty="0" err="1"/>
            <a:t>KaTembe</a:t>
          </a:r>
          <a:r>
            <a:rPr lang="en-US" sz="800" dirty="0"/>
            <a:t>: 		1</a:t>
          </a:r>
          <a:endParaRPr lang="pt-PT" sz="800" b="0" dirty="0"/>
        </a:p>
      </dgm:t>
    </dgm:pt>
    <dgm:pt modelId="{74787BB1-B53C-4A17-B94A-699F8C4F89B4}" type="parTrans" cxnId="{09975D9B-1972-460F-8E1C-6AA66FD7DB23}">
      <dgm:prSet/>
      <dgm:spPr/>
      <dgm:t>
        <a:bodyPr/>
        <a:lstStyle/>
        <a:p>
          <a:endParaRPr lang="en-US"/>
        </a:p>
      </dgm:t>
    </dgm:pt>
    <dgm:pt modelId="{83A24E74-9577-4CE7-8BAC-55F3B0B30692}" type="sibTrans" cxnId="{09975D9B-1972-460F-8E1C-6AA66FD7DB23}">
      <dgm:prSet/>
      <dgm:spPr/>
      <dgm:t>
        <a:bodyPr/>
        <a:lstStyle/>
        <a:p>
          <a:endParaRPr lang="en-US"/>
        </a:p>
      </dgm:t>
    </dgm:pt>
    <dgm:pt modelId="{22889EF9-85DC-4315-9070-DBB34C83EDEF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dirty="0"/>
            <a:t>KaNyaka		0</a:t>
          </a:r>
          <a:endParaRPr lang="pt-PT" sz="800" b="0" dirty="0"/>
        </a:p>
      </dgm:t>
    </dgm:pt>
    <dgm:pt modelId="{E3F69A5E-1E47-4D0F-9605-E0CB476CB21B}" type="parTrans" cxnId="{9EA87DFD-078A-4D90-9D61-6BA79F757263}">
      <dgm:prSet/>
      <dgm:spPr/>
      <dgm:t>
        <a:bodyPr/>
        <a:lstStyle/>
        <a:p>
          <a:endParaRPr lang="en-US"/>
        </a:p>
      </dgm:t>
    </dgm:pt>
    <dgm:pt modelId="{0BFBECF8-14CD-4CA4-8A5B-287A3A8970FF}" type="sibTrans" cxnId="{9EA87DFD-078A-4D90-9D61-6BA79F757263}">
      <dgm:prSet/>
      <dgm:spPr/>
      <dgm:t>
        <a:bodyPr/>
        <a:lstStyle/>
        <a:p>
          <a:endParaRPr lang="en-US"/>
        </a:p>
      </dgm:t>
    </dgm:pt>
    <dgm:pt modelId="{26E24B7B-18AE-4479-9FBE-2E17B2337522}">
      <dgm:prSet phldrT="[Texto]" custT="1"/>
      <dgm:spPr/>
      <dgm:t>
        <a:bodyPr/>
        <a:lstStyle/>
        <a:p>
          <a:r>
            <a:rPr lang="pt-PT" sz="1100" b="1" dirty="0"/>
            <a:t>2012</a:t>
          </a:r>
        </a:p>
      </dgm:t>
    </dgm:pt>
    <dgm:pt modelId="{66DE3D84-88CA-46E2-B63D-554E9497CBFE}" type="parTrans" cxnId="{00449B4B-B019-41C2-BFBE-262B1CF60D39}">
      <dgm:prSet/>
      <dgm:spPr/>
      <dgm:t>
        <a:bodyPr/>
        <a:lstStyle/>
        <a:p>
          <a:endParaRPr lang="pt-PT" sz="1100"/>
        </a:p>
      </dgm:t>
    </dgm:pt>
    <dgm:pt modelId="{8148635B-848E-4F58-B9E0-CBB470C098A2}" type="sibTrans" cxnId="{00449B4B-B019-41C2-BFBE-262B1CF60D39}">
      <dgm:prSet/>
      <dgm:spPr/>
      <dgm:t>
        <a:bodyPr/>
        <a:lstStyle/>
        <a:p>
          <a:endParaRPr lang="pt-PT" sz="1100"/>
        </a:p>
      </dgm:t>
    </dgm:pt>
    <dgm:pt modelId="{C4D8CC64-8B3E-4E79-8702-B8711E479545}">
      <dgm:prSet phldrT="[Texto]" custT="1"/>
      <dgm:spPr/>
      <dgm:t>
        <a:bodyPr anchor="ctr"/>
        <a:lstStyle/>
        <a:p>
          <a:pPr algn="l">
            <a:lnSpc>
              <a:spcPct val="100000"/>
            </a:lnSpc>
          </a:pPr>
          <a:r>
            <a:rPr lang="en-US" sz="800" dirty="0" err="1"/>
            <a:t>Nhlamankulu</a:t>
          </a:r>
          <a:r>
            <a:rPr lang="pt-PT" sz="800" b="1" dirty="0"/>
            <a:t>: 	</a:t>
          </a:r>
          <a:r>
            <a:rPr lang="en-US" sz="800" b="0" dirty="0"/>
            <a:t>35</a:t>
          </a:r>
          <a:endParaRPr lang="pt-PT" sz="800" b="0" dirty="0"/>
        </a:p>
      </dgm:t>
    </dgm:pt>
    <dgm:pt modelId="{80271984-C5F5-47DC-AC67-412D14D4BA68}" type="parTrans" cxnId="{80C75936-F8D6-45F3-912F-AB56DA3BD608}">
      <dgm:prSet/>
      <dgm:spPr/>
      <dgm:t>
        <a:bodyPr/>
        <a:lstStyle/>
        <a:p>
          <a:endParaRPr lang="pt-PT" sz="1100"/>
        </a:p>
      </dgm:t>
    </dgm:pt>
    <dgm:pt modelId="{3E335E04-6D5E-4E16-91E6-EB901D45C33C}" type="sibTrans" cxnId="{80C75936-F8D6-45F3-912F-AB56DA3BD608}">
      <dgm:prSet/>
      <dgm:spPr/>
      <dgm:t>
        <a:bodyPr/>
        <a:lstStyle/>
        <a:p>
          <a:endParaRPr lang="pt-PT" sz="1100"/>
        </a:p>
      </dgm:t>
    </dgm:pt>
    <dgm:pt modelId="{0343A66F-B16D-4E63-B7CE-1CEAAB44D477}">
      <dgm:prSet phldrT="[Texto]" custT="1"/>
      <dgm:spPr/>
      <dgm:t>
        <a:bodyPr/>
        <a:lstStyle/>
        <a:p>
          <a:pPr algn="l">
            <a:lnSpc>
              <a:spcPct val="100000"/>
            </a:lnSpc>
            <a:buNone/>
          </a:pPr>
          <a:r>
            <a:rPr lang="en-US" sz="800" dirty="0" err="1"/>
            <a:t>KaMaxakeni</a:t>
          </a:r>
          <a:r>
            <a:rPr lang="en-US" sz="800" dirty="0"/>
            <a:t>: 		2</a:t>
          </a:r>
          <a:endParaRPr lang="pt-PT" sz="800" b="0" dirty="0"/>
        </a:p>
      </dgm:t>
    </dgm:pt>
    <dgm:pt modelId="{524E4931-68EB-4766-A926-8CBE36850F20}" type="parTrans" cxnId="{D43043E3-505E-42FA-AA51-B386AE0A1FE6}">
      <dgm:prSet/>
      <dgm:spPr/>
      <dgm:t>
        <a:bodyPr/>
        <a:lstStyle/>
        <a:p>
          <a:endParaRPr lang="en-US" sz="1800"/>
        </a:p>
      </dgm:t>
    </dgm:pt>
    <dgm:pt modelId="{9D11D7CD-7C76-4830-A47D-2F30E7724AA5}" type="sibTrans" cxnId="{D43043E3-505E-42FA-AA51-B386AE0A1FE6}">
      <dgm:prSet/>
      <dgm:spPr/>
      <dgm:t>
        <a:bodyPr/>
        <a:lstStyle/>
        <a:p>
          <a:endParaRPr lang="en-US" sz="1800"/>
        </a:p>
      </dgm:t>
    </dgm:pt>
    <dgm:pt modelId="{7F4168F8-D530-4B8F-A626-66B9006698B6}">
      <dgm:prSet phldrT="[Texto]" custT="1"/>
      <dgm:spPr/>
      <dgm:t>
        <a:bodyPr/>
        <a:lstStyle/>
        <a:p>
          <a:pPr algn="l">
            <a:lnSpc>
              <a:spcPct val="100000"/>
            </a:lnSpc>
            <a:buNone/>
          </a:pPr>
          <a:r>
            <a:rPr lang="en-US" sz="800" dirty="0" err="1"/>
            <a:t>KaMavota</a:t>
          </a:r>
          <a:r>
            <a:rPr lang="en-US" sz="800" dirty="0"/>
            <a:t>: 		10</a:t>
          </a:r>
          <a:endParaRPr lang="pt-PT" sz="800" b="0" dirty="0"/>
        </a:p>
      </dgm:t>
    </dgm:pt>
    <dgm:pt modelId="{344457BC-4070-4971-8996-782A1AF98BB3}" type="parTrans" cxnId="{934A8717-1999-4255-9C83-C6EAB3080639}">
      <dgm:prSet/>
      <dgm:spPr/>
      <dgm:t>
        <a:bodyPr/>
        <a:lstStyle/>
        <a:p>
          <a:endParaRPr lang="en-US" sz="1800"/>
        </a:p>
      </dgm:t>
    </dgm:pt>
    <dgm:pt modelId="{2A914187-80C7-4341-818E-B19556794106}" type="sibTrans" cxnId="{934A8717-1999-4255-9C83-C6EAB3080639}">
      <dgm:prSet/>
      <dgm:spPr/>
      <dgm:t>
        <a:bodyPr/>
        <a:lstStyle/>
        <a:p>
          <a:endParaRPr lang="en-US" sz="1800"/>
        </a:p>
      </dgm:t>
    </dgm:pt>
    <dgm:pt modelId="{11E1FACD-1647-4D2D-ACEA-38C9A2DF9923}">
      <dgm:prSet phldrT="[Texto]" custT="1"/>
      <dgm:spPr/>
      <dgm:t>
        <a:bodyPr/>
        <a:lstStyle/>
        <a:p>
          <a:pPr algn="l">
            <a:lnSpc>
              <a:spcPct val="100000"/>
            </a:lnSpc>
            <a:buNone/>
          </a:pPr>
          <a:r>
            <a:rPr lang="en-US" sz="800" dirty="0" err="1"/>
            <a:t>KaMubukwana</a:t>
          </a:r>
          <a:r>
            <a:rPr lang="en-US" sz="800" dirty="0"/>
            <a:t>: 	2</a:t>
          </a:r>
          <a:endParaRPr lang="pt-PT" sz="800" b="0" dirty="0"/>
        </a:p>
      </dgm:t>
    </dgm:pt>
    <dgm:pt modelId="{CF46E768-DA15-4B17-905E-C49D18388F49}" type="parTrans" cxnId="{21AE25B2-DF87-4D38-921F-E18DEA502AC2}">
      <dgm:prSet/>
      <dgm:spPr/>
      <dgm:t>
        <a:bodyPr/>
        <a:lstStyle/>
        <a:p>
          <a:endParaRPr lang="en-US" sz="1800"/>
        </a:p>
      </dgm:t>
    </dgm:pt>
    <dgm:pt modelId="{CB34AE3F-5F2D-4651-846A-351E53DF9903}" type="sibTrans" cxnId="{21AE25B2-DF87-4D38-921F-E18DEA502AC2}">
      <dgm:prSet/>
      <dgm:spPr/>
      <dgm:t>
        <a:bodyPr/>
        <a:lstStyle/>
        <a:p>
          <a:endParaRPr lang="en-US" sz="1800"/>
        </a:p>
      </dgm:t>
    </dgm:pt>
    <dgm:pt modelId="{BD1EC750-1CCD-4541-99BD-FF0E50BA1238}">
      <dgm:prSet phldrT="[Texto]" custT="1"/>
      <dgm:spPr/>
      <dgm:t>
        <a:bodyPr/>
        <a:lstStyle/>
        <a:p>
          <a:pPr algn="l">
            <a:lnSpc>
              <a:spcPct val="100000"/>
            </a:lnSpc>
            <a:buNone/>
          </a:pPr>
          <a:r>
            <a:rPr lang="en-US" sz="800" dirty="0" err="1"/>
            <a:t>KaTembe</a:t>
          </a:r>
          <a:r>
            <a:rPr lang="en-US" sz="800" dirty="0"/>
            <a:t>: 		0</a:t>
          </a:r>
          <a:endParaRPr lang="pt-PT" sz="800" b="0" dirty="0"/>
        </a:p>
      </dgm:t>
    </dgm:pt>
    <dgm:pt modelId="{7DDDD742-0F28-471A-B93B-AB5D319931E9}" type="parTrans" cxnId="{542B04CB-FACE-4AE2-849B-D1D8ECFC21A0}">
      <dgm:prSet/>
      <dgm:spPr/>
      <dgm:t>
        <a:bodyPr/>
        <a:lstStyle/>
        <a:p>
          <a:endParaRPr lang="en-US" sz="1800"/>
        </a:p>
      </dgm:t>
    </dgm:pt>
    <dgm:pt modelId="{AF3236C1-521D-4755-A98B-1593D146F6A6}" type="sibTrans" cxnId="{542B04CB-FACE-4AE2-849B-D1D8ECFC21A0}">
      <dgm:prSet/>
      <dgm:spPr/>
      <dgm:t>
        <a:bodyPr/>
        <a:lstStyle/>
        <a:p>
          <a:endParaRPr lang="en-US" sz="1800"/>
        </a:p>
      </dgm:t>
    </dgm:pt>
    <dgm:pt modelId="{3CC5C86C-915A-4706-9544-35FA5E980EF1}">
      <dgm:prSet phldrT="[Texto]" custT="1"/>
      <dgm:spPr/>
      <dgm:t>
        <a:bodyPr/>
        <a:lstStyle/>
        <a:p>
          <a:pPr algn="l">
            <a:lnSpc>
              <a:spcPct val="100000"/>
            </a:lnSpc>
            <a:buNone/>
          </a:pPr>
          <a:r>
            <a:rPr lang="en-US" sz="800" dirty="0"/>
            <a:t>KaNyaka		1</a:t>
          </a:r>
          <a:endParaRPr lang="pt-PT" sz="800" b="0" dirty="0"/>
        </a:p>
      </dgm:t>
    </dgm:pt>
    <dgm:pt modelId="{10D4E06A-C650-41A8-8AC7-A5A35C69F72B}" type="parTrans" cxnId="{CF0FCF6F-46A1-4BFB-812E-C4257F431A31}">
      <dgm:prSet/>
      <dgm:spPr/>
      <dgm:t>
        <a:bodyPr/>
        <a:lstStyle/>
        <a:p>
          <a:endParaRPr lang="en-US" sz="1800"/>
        </a:p>
      </dgm:t>
    </dgm:pt>
    <dgm:pt modelId="{4601BB44-BD58-4B5C-B724-84CD69FC59CA}" type="sibTrans" cxnId="{CF0FCF6F-46A1-4BFB-812E-C4257F431A31}">
      <dgm:prSet/>
      <dgm:spPr/>
      <dgm:t>
        <a:bodyPr/>
        <a:lstStyle/>
        <a:p>
          <a:endParaRPr lang="en-US" sz="1800"/>
        </a:p>
      </dgm:t>
    </dgm:pt>
    <dgm:pt modelId="{1385B9E6-B849-4BCA-8DE9-7C1AFA7112C1}">
      <dgm:prSet phldrT="[Texto]" custT="1"/>
      <dgm:spPr/>
      <dgm:t>
        <a:bodyPr spcFirstLastPara="0" vert="horz" wrap="square" lIns="26670" tIns="26670" rIns="35560" bIns="40005" numCol="1" spcCol="1270" anchor="t" anchorCtr="0"/>
        <a:lstStyle/>
        <a:p>
          <a:pPr algn="l">
            <a:lnSpc>
              <a:spcPct val="100000"/>
            </a:lnSpc>
          </a:pPr>
          <a:r>
            <a:rPr lang="pt-PT" sz="800" b="0" kern="1200" dirty="0" err="1"/>
            <a:t>KaMpfumu</a:t>
          </a:r>
          <a:r>
            <a:rPr lang="pt-PT" sz="800" b="1" kern="1200" dirty="0"/>
            <a:t>: 		</a:t>
          </a:r>
          <a:r>
            <a:rPr lang="en-US" sz="800" kern="1200" dirty="0"/>
            <a:t>12</a:t>
          </a:r>
          <a:endParaRPr lang="pt-PT" sz="800" kern="1200" dirty="0"/>
        </a:p>
      </dgm:t>
    </dgm:pt>
    <dgm:pt modelId="{898BA4C4-7D72-4ACA-BE56-241BCB35CC9F}" type="parTrans" cxnId="{5EE3E6F0-92DE-4969-B912-8FED71C43C6E}">
      <dgm:prSet/>
      <dgm:spPr/>
      <dgm:t>
        <a:bodyPr/>
        <a:lstStyle/>
        <a:p>
          <a:endParaRPr lang="en-US" sz="1800"/>
        </a:p>
      </dgm:t>
    </dgm:pt>
    <dgm:pt modelId="{B0487CF5-B2D5-479B-A661-098B70A8B89D}" type="sibTrans" cxnId="{5EE3E6F0-92DE-4969-B912-8FED71C43C6E}">
      <dgm:prSet/>
      <dgm:spPr/>
      <dgm:t>
        <a:bodyPr/>
        <a:lstStyle/>
        <a:p>
          <a:endParaRPr lang="en-US" sz="1800"/>
        </a:p>
      </dgm:t>
    </dgm:pt>
    <dgm:pt modelId="{6D53399A-5884-467E-86CA-D99166CE94EE}" type="pres">
      <dgm:prSet presAssocID="{A037A994-827C-42E7-B50A-DEED8C186439}" presName="Name0" presStyleCnt="0">
        <dgm:presLayoutVars>
          <dgm:dir/>
          <dgm:animLvl val="lvl"/>
          <dgm:resizeHandles val="exact"/>
        </dgm:presLayoutVars>
      </dgm:prSet>
      <dgm:spPr/>
    </dgm:pt>
    <dgm:pt modelId="{540817C1-6561-4991-914A-AC9A8A9EB302}" type="pres">
      <dgm:prSet presAssocID="{26E24B7B-18AE-4479-9FBE-2E17B2337522}" presName="composite" presStyleCnt="0"/>
      <dgm:spPr/>
    </dgm:pt>
    <dgm:pt modelId="{C5CC311C-3919-4641-BC63-F2C27F3911F7}" type="pres">
      <dgm:prSet presAssocID="{26E24B7B-18AE-4479-9FBE-2E17B2337522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0ABEC532-CB64-47AE-B338-676E4DEF4AE8}" type="pres">
      <dgm:prSet presAssocID="{26E24B7B-18AE-4479-9FBE-2E17B2337522}" presName="desTx" presStyleLbl="alignAccFollowNode1" presStyleIdx="0" presStyleCnt="4">
        <dgm:presLayoutVars>
          <dgm:bulletEnabled val="1"/>
        </dgm:presLayoutVars>
      </dgm:prSet>
      <dgm:spPr/>
    </dgm:pt>
    <dgm:pt modelId="{4FF28CF3-D3D4-4509-9CD8-635D2A2B48D5}" type="pres">
      <dgm:prSet presAssocID="{8148635B-848E-4F58-B9E0-CBB470C098A2}" presName="space" presStyleCnt="0"/>
      <dgm:spPr/>
    </dgm:pt>
    <dgm:pt modelId="{B1215D73-9592-40B0-BF73-115571C162C3}" type="pres">
      <dgm:prSet presAssocID="{550A08EB-CCFF-49B8-AB7D-831F151099E6}" presName="composite" presStyleCnt="0"/>
      <dgm:spPr/>
    </dgm:pt>
    <dgm:pt modelId="{442A170E-5354-45BE-8146-0D4F1C9FE201}" type="pres">
      <dgm:prSet presAssocID="{550A08EB-CCFF-49B8-AB7D-831F151099E6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199B5677-DCF4-445E-8E90-D7A80ACE74D6}" type="pres">
      <dgm:prSet presAssocID="{550A08EB-CCFF-49B8-AB7D-831F151099E6}" presName="desTx" presStyleLbl="alignAccFollowNode1" presStyleIdx="1" presStyleCnt="4">
        <dgm:presLayoutVars>
          <dgm:bulletEnabled val="1"/>
        </dgm:presLayoutVars>
      </dgm:prSet>
      <dgm:spPr/>
    </dgm:pt>
    <dgm:pt modelId="{5C802360-C7B3-42EE-BC76-48C1764341A9}" type="pres">
      <dgm:prSet presAssocID="{B343D7D5-3738-425D-8245-9F201E14713F}" presName="space" presStyleCnt="0"/>
      <dgm:spPr/>
    </dgm:pt>
    <dgm:pt modelId="{58C510F1-61E7-45EA-918C-765B528A3582}" type="pres">
      <dgm:prSet presAssocID="{B64D22C4-BC7F-423A-8177-8EAE6ABC0ED9}" presName="composite" presStyleCnt="0"/>
      <dgm:spPr/>
    </dgm:pt>
    <dgm:pt modelId="{7D1C3BE7-B630-41F4-9BA8-24F013FC4CCD}" type="pres">
      <dgm:prSet presAssocID="{B64D22C4-BC7F-423A-8177-8EAE6ABC0ED9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CDF39851-ADBF-4393-9AB2-98DDEE3237B2}" type="pres">
      <dgm:prSet presAssocID="{B64D22C4-BC7F-423A-8177-8EAE6ABC0ED9}" presName="desTx" presStyleLbl="alignAccFollowNode1" presStyleIdx="2" presStyleCnt="4">
        <dgm:presLayoutVars>
          <dgm:bulletEnabled val="1"/>
        </dgm:presLayoutVars>
      </dgm:prSet>
      <dgm:spPr/>
    </dgm:pt>
    <dgm:pt modelId="{E6E396AE-CEF9-4D2F-A301-18CA21F553FA}" type="pres">
      <dgm:prSet presAssocID="{AEE6CF97-723F-4FD3-98A7-2286A3AFAEFC}" presName="space" presStyleCnt="0"/>
      <dgm:spPr/>
    </dgm:pt>
    <dgm:pt modelId="{A6F9BEA1-EBF6-4A5F-8B30-8ABBB20D99B0}" type="pres">
      <dgm:prSet presAssocID="{9CADE8BE-541D-4FD1-9169-0E440327B252}" presName="composite" presStyleCnt="0"/>
      <dgm:spPr/>
    </dgm:pt>
    <dgm:pt modelId="{6CA5CB89-965F-46F4-AB63-5A87591C812D}" type="pres">
      <dgm:prSet presAssocID="{9CADE8BE-541D-4FD1-9169-0E440327B252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FD162D3A-1177-4F1B-9F5D-C4AE692DD6E1}" type="pres">
      <dgm:prSet presAssocID="{9CADE8BE-541D-4FD1-9169-0E440327B252}" presName="desTx" presStyleLbl="alignAccFollowNode1" presStyleIdx="3" presStyleCnt="4" custScaleY="100000">
        <dgm:presLayoutVars>
          <dgm:bulletEnabled val="1"/>
        </dgm:presLayoutVars>
      </dgm:prSet>
      <dgm:spPr/>
    </dgm:pt>
  </dgm:ptLst>
  <dgm:cxnLst>
    <dgm:cxn modelId="{C4F05C13-A6DA-4CDC-B930-63F9E2A6C7AC}" srcId="{550A08EB-CCFF-49B8-AB7D-831F151099E6}" destId="{401B2E07-C5FA-4388-B55B-90B20E9FE5E0}" srcOrd="1" destOrd="0" parTransId="{D18FA821-DCB6-4AFE-9893-CBB72BC9671D}" sibTransId="{0CEB4CB1-77AE-4F26-9B79-4ED4514B7972}"/>
    <dgm:cxn modelId="{9DC21D14-3874-4CDF-AB01-34037555DC3A}" type="presOf" srcId="{0C7C878B-DB94-4A7C-A183-46C294B065B5}" destId="{CDF39851-ADBF-4393-9AB2-98DDEE3237B2}" srcOrd="0" destOrd="1" presId="urn:microsoft.com/office/officeart/2005/8/layout/hList1"/>
    <dgm:cxn modelId="{934A8717-1999-4255-9C83-C6EAB3080639}" srcId="{26E24B7B-18AE-4479-9FBE-2E17B2337522}" destId="{7F4168F8-D530-4B8F-A626-66B9006698B6}" srcOrd="3" destOrd="0" parTransId="{344457BC-4070-4971-8996-782A1AF98BB3}" sibTransId="{2A914187-80C7-4341-818E-B19556794106}"/>
    <dgm:cxn modelId="{2D454A1A-88B5-4134-913F-5A2A49A03BC7}" srcId="{B64D22C4-BC7F-423A-8177-8EAE6ABC0ED9}" destId="{7B88E41D-48C4-47CC-B07B-A8C359BFE796}" srcOrd="3" destOrd="0" parTransId="{52EE8020-88BC-4656-B388-025E16BAEC27}" sibTransId="{ED44EC06-1983-45DD-8CBF-5DB5B1529FBD}"/>
    <dgm:cxn modelId="{21412521-65EE-46B6-B26F-EF698CFECCEC}" srcId="{9CADE8BE-541D-4FD1-9169-0E440327B252}" destId="{9856CF24-72AD-43F1-8051-45021A907558}" srcOrd="4" destOrd="0" parTransId="{2C4AB902-A0D9-4587-916F-86A8556B07A5}" sibTransId="{ECB84B5F-F426-4ACC-A3F5-10D372A21F74}"/>
    <dgm:cxn modelId="{10E8B724-D363-4E75-BBE7-AB9DF3A9763F}" srcId="{B64D22C4-BC7F-423A-8177-8EAE6ABC0ED9}" destId="{2A68F0AA-B1AE-4183-8315-27F0EE5F5F86}" srcOrd="0" destOrd="0" parTransId="{BB07A91D-D3E0-4C45-8E09-284E76E11CC0}" sibTransId="{A383DC93-412F-4A85-A095-8432B6408CB2}"/>
    <dgm:cxn modelId="{EC2E112F-BA9D-4817-860D-98EDFB8D1923}" type="presOf" srcId="{11E1FACD-1647-4D2D-ACEA-38C9A2DF9923}" destId="{0ABEC532-CB64-47AE-B338-676E4DEF4AE8}" srcOrd="0" destOrd="4" presId="urn:microsoft.com/office/officeart/2005/8/layout/hList1"/>
    <dgm:cxn modelId="{AA1F9632-5270-472D-8370-4A7BA30F8322}" type="presOf" srcId="{30A8477A-F0D4-4ED1-A419-B13E8C3FFDA2}" destId="{199B5677-DCF4-445E-8E90-D7A80ACE74D6}" srcOrd="0" destOrd="6" presId="urn:microsoft.com/office/officeart/2005/8/layout/hList1"/>
    <dgm:cxn modelId="{80C75936-F8D6-45F3-912F-AB56DA3BD608}" srcId="{26E24B7B-18AE-4479-9FBE-2E17B2337522}" destId="{C4D8CC64-8B3E-4E79-8702-B8711E479545}" srcOrd="1" destOrd="0" parTransId="{80271984-C5F5-47DC-AC67-412D14D4BA68}" sibTransId="{3E335E04-6D5E-4E16-91E6-EB901D45C33C}"/>
    <dgm:cxn modelId="{4FC29137-8F29-46B3-B67F-32FE4075563A}" srcId="{A037A994-827C-42E7-B50A-DEED8C186439}" destId="{B64D22C4-BC7F-423A-8177-8EAE6ABC0ED9}" srcOrd="2" destOrd="0" parTransId="{963CD5A6-3603-419E-BC62-F7BA9EC628DE}" sibTransId="{AEE6CF97-723F-4FD3-98A7-2286A3AFAEFC}"/>
    <dgm:cxn modelId="{4172A839-E6D2-474A-B596-4B1C0F0EEC44}" type="presOf" srcId="{0343A66F-B16D-4E63-B7CE-1CEAAB44D477}" destId="{0ABEC532-CB64-47AE-B338-676E4DEF4AE8}" srcOrd="0" destOrd="2" presId="urn:microsoft.com/office/officeart/2005/8/layout/hList1"/>
    <dgm:cxn modelId="{A42AE53C-81B9-415A-860E-73C4B6E00F7D}" srcId="{B64D22C4-BC7F-423A-8177-8EAE6ABC0ED9}" destId="{E27A83F2-8AAA-4C5A-B474-BCE2807C5590}" srcOrd="5" destOrd="0" parTransId="{C8CDFA23-84BC-410F-900E-1EA5BBC19AB0}" sibTransId="{8C0D4749-9499-498C-BD07-441282B070C6}"/>
    <dgm:cxn modelId="{CF60B73E-BBAC-47CA-B6CA-3FD689BFC80E}" type="presOf" srcId="{616AF4CE-31B5-429C-B407-AE3C5A0AA55A}" destId="{FD162D3A-1177-4F1B-9F5D-C4AE692DD6E1}" srcOrd="0" destOrd="0" presId="urn:microsoft.com/office/officeart/2005/8/layout/hList1"/>
    <dgm:cxn modelId="{5805D964-E31A-4B16-A703-40FC4965059D}" type="presOf" srcId="{B64D22C4-BC7F-423A-8177-8EAE6ABC0ED9}" destId="{7D1C3BE7-B630-41F4-9BA8-24F013FC4CCD}" srcOrd="0" destOrd="0" presId="urn:microsoft.com/office/officeart/2005/8/layout/hList1"/>
    <dgm:cxn modelId="{09A09E69-DD2F-4A4D-8999-1BD503EA2A6F}" type="presOf" srcId="{9856CF24-72AD-43F1-8051-45021A907558}" destId="{FD162D3A-1177-4F1B-9F5D-C4AE692DD6E1}" srcOrd="0" destOrd="4" presId="urn:microsoft.com/office/officeart/2005/8/layout/hList1"/>
    <dgm:cxn modelId="{145AC749-FFA7-4F79-BAF9-115C3700D4E8}" type="presOf" srcId="{C4D8CC64-8B3E-4E79-8702-B8711E479545}" destId="{0ABEC532-CB64-47AE-B338-676E4DEF4AE8}" srcOrd="0" destOrd="1" presId="urn:microsoft.com/office/officeart/2005/8/layout/hList1"/>
    <dgm:cxn modelId="{AA5AD469-A858-4AFB-BAB6-76D059B05BB8}" type="presOf" srcId="{C610424B-4D53-4BE9-A1E5-30FD840018DA}" destId="{FD162D3A-1177-4F1B-9F5D-C4AE692DD6E1}" srcOrd="0" destOrd="3" presId="urn:microsoft.com/office/officeart/2005/8/layout/hList1"/>
    <dgm:cxn modelId="{CE2C586A-8F6A-482B-9DB8-A1EBF9560C09}" type="presOf" srcId="{9FD56C76-81D1-4F74-BC1C-C06B49A06B28}" destId="{199B5677-DCF4-445E-8E90-D7A80ACE74D6}" srcOrd="0" destOrd="4" presId="urn:microsoft.com/office/officeart/2005/8/layout/hList1"/>
    <dgm:cxn modelId="{00449B4B-B019-41C2-BFBE-262B1CF60D39}" srcId="{A037A994-827C-42E7-B50A-DEED8C186439}" destId="{26E24B7B-18AE-4479-9FBE-2E17B2337522}" srcOrd="0" destOrd="0" parTransId="{66DE3D84-88CA-46E2-B63D-554E9497CBFE}" sibTransId="{8148635B-848E-4F58-B9E0-CBB470C098A2}"/>
    <dgm:cxn modelId="{46A5986D-9564-42E3-AF07-8B2DC4CB95D4}" type="presOf" srcId="{1385B9E6-B849-4BCA-8DE9-7C1AFA7112C1}" destId="{0ABEC532-CB64-47AE-B338-676E4DEF4AE8}" srcOrd="0" destOrd="0" presId="urn:microsoft.com/office/officeart/2005/8/layout/hList1"/>
    <dgm:cxn modelId="{06DE0B6F-158F-4B5E-954D-CF94C06D519C}" srcId="{550A08EB-CCFF-49B8-AB7D-831F151099E6}" destId="{D422C4EF-7F6D-4494-A451-051C8CF40385}" srcOrd="0" destOrd="0" parTransId="{D971FE7A-F6E1-4BF1-A469-0101F22386EC}" sibTransId="{7258E857-90B3-48DD-8C6D-BEA898903C9B}"/>
    <dgm:cxn modelId="{BDAE326F-2629-4D05-AA7A-52272777CDC0}" type="presOf" srcId="{2A68F0AA-B1AE-4183-8315-27F0EE5F5F86}" destId="{CDF39851-ADBF-4393-9AB2-98DDEE3237B2}" srcOrd="0" destOrd="0" presId="urn:microsoft.com/office/officeart/2005/8/layout/hList1"/>
    <dgm:cxn modelId="{CF0FCF6F-46A1-4BFB-812E-C4257F431A31}" srcId="{26E24B7B-18AE-4479-9FBE-2E17B2337522}" destId="{3CC5C86C-915A-4706-9544-35FA5E980EF1}" srcOrd="6" destOrd="0" parTransId="{10D4E06A-C650-41A8-8AC7-A5A35C69F72B}" sibTransId="{4601BB44-BD58-4B5C-B724-84CD69FC59CA}"/>
    <dgm:cxn modelId="{DC76D650-9CAF-4B29-A418-8BFEC3041E04}" type="presOf" srcId="{E27A83F2-8AAA-4C5A-B474-BCE2807C5590}" destId="{CDF39851-ADBF-4393-9AB2-98DDEE3237B2}" srcOrd="0" destOrd="5" presId="urn:microsoft.com/office/officeart/2005/8/layout/hList1"/>
    <dgm:cxn modelId="{43D6ED74-725E-4D21-9489-C8C7D5D96227}" type="presOf" srcId="{BD1EC750-1CCD-4541-99BD-FF0E50BA1238}" destId="{0ABEC532-CB64-47AE-B338-676E4DEF4AE8}" srcOrd="0" destOrd="5" presId="urn:microsoft.com/office/officeart/2005/8/layout/hList1"/>
    <dgm:cxn modelId="{7B6C8875-E522-4320-BE25-67A2EAC98C80}" type="presOf" srcId="{7F4168F8-D530-4B8F-A626-66B9006698B6}" destId="{0ABEC532-CB64-47AE-B338-676E4DEF4AE8}" srcOrd="0" destOrd="3" presId="urn:microsoft.com/office/officeart/2005/8/layout/hList1"/>
    <dgm:cxn modelId="{8F16B675-C35F-4686-B78B-7BA4D4ABEBEE}" type="presOf" srcId="{02A66406-BFCF-4667-86C7-9F94EB04946C}" destId="{CDF39851-ADBF-4393-9AB2-98DDEE3237B2}" srcOrd="0" destOrd="6" presId="urn:microsoft.com/office/officeart/2005/8/layout/hList1"/>
    <dgm:cxn modelId="{8DDFFC55-3120-4B9B-BCCE-3D71D985EA8B}" type="presOf" srcId="{1ABCD260-BA57-4938-8538-DFABFE09271B}" destId="{FD162D3A-1177-4F1B-9F5D-C4AE692DD6E1}" srcOrd="0" destOrd="5" presId="urn:microsoft.com/office/officeart/2005/8/layout/hList1"/>
    <dgm:cxn modelId="{7954AE56-76C6-45BD-8B95-7FE890D912C1}" srcId="{550A08EB-CCFF-49B8-AB7D-831F151099E6}" destId="{9FD56C76-81D1-4F74-BC1C-C06B49A06B28}" srcOrd="4" destOrd="0" parTransId="{37355883-7EA5-4B48-ACD3-47238A9D8DEA}" sibTransId="{D2DA5731-68A5-4DD6-9936-228B24246C7E}"/>
    <dgm:cxn modelId="{6CFD6558-22E6-4DE5-B43B-0ABE3BD52169}" type="presOf" srcId="{550A08EB-CCFF-49B8-AB7D-831F151099E6}" destId="{442A170E-5354-45BE-8146-0D4F1C9FE201}" srcOrd="0" destOrd="0" presId="urn:microsoft.com/office/officeart/2005/8/layout/hList1"/>
    <dgm:cxn modelId="{7EAC5858-FB34-4F94-B5B2-33992BC526E3}" type="presOf" srcId="{F2155614-16FB-4E76-8D63-DFDF05344D58}" destId="{199B5677-DCF4-445E-8E90-D7A80ACE74D6}" srcOrd="0" destOrd="2" presId="urn:microsoft.com/office/officeart/2005/8/layout/hList1"/>
    <dgm:cxn modelId="{743FF578-AA4B-49F9-9087-771C834D0AD5}" type="presOf" srcId="{7B88E41D-48C4-47CC-B07B-A8C359BFE796}" destId="{CDF39851-ADBF-4393-9AB2-98DDEE3237B2}" srcOrd="0" destOrd="3" presId="urn:microsoft.com/office/officeart/2005/8/layout/hList1"/>
    <dgm:cxn modelId="{D07F6E7B-1120-4E8A-BC1F-A4C391695D27}" type="presOf" srcId="{3CC5C86C-915A-4706-9544-35FA5E980EF1}" destId="{0ABEC532-CB64-47AE-B338-676E4DEF4AE8}" srcOrd="0" destOrd="6" presId="urn:microsoft.com/office/officeart/2005/8/layout/hList1"/>
    <dgm:cxn modelId="{C6DE177E-54D0-4C44-8CAB-D36560F1A0C0}" srcId="{B64D22C4-BC7F-423A-8177-8EAE6ABC0ED9}" destId="{02A66406-BFCF-4667-86C7-9F94EB04946C}" srcOrd="6" destOrd="0" parTransId="{F69CB705-7298-4C17-9B92-E4BD6B6BF16A}" sibTransId="{0ECD35F2-2240-4D91-B608-E2C7AE6FB46E}"/>
    <dgm:cxn modelId="{CC915184-A8DC-4CEF-8AFF-DFD0DCE6783D}" srcId="{B64D22C4-BC7F-423A-8177-8EAE6ABC0ED9}" destId="{1F704F95-A078-4835-B5D0-9AFECE5873E8}" srcOrd="4" destOrd="0" parTransId="{EF15A5F9-FAAF-4DE5-B499-32DBA269B2B9}" sibTransId="{3DC2F5C7-4391-424F-9DDB-E6FEDB438EBF}"/>
    <dgm:cxn modelId="{04EFE588-0F20-4E4C-AF3F-FE60F5C65054}" srcId="{550A08EB-CCFF-49B8-AB7D-831F151099E6}" destId="{30A8477A-F0D4-4ED1-A419-B13E8C3FFDA2}" srcOrd="6" destOrd="0" parTransId="{17FD8EE5-8BE2-4A66-9FE8-9FD762633808}" sibTransId="{DDA1BC1E-4B75-43C3-8F9F-3DDB4024A504}"/>
    <dgm:cxn modelId="{4E71C589-BEAD-41A7-A69B-C2DD88A3ED84}" srcId="{9CADE8BE-541D-4FD1-9169-0E440327B252}" destId="{FC2E27C8-78A5-4023-B348-AC67D74CBC77}" srcOrd="1" destOrd="0" parTransId="{8A5FCF6E-8E71-422B-8BCF-9C1FD2990D0D}" sibTransId="{4D652B0A-5947-494C-8EF9-95004F775693}"/>
    <dgm:cxn modelId="{C2C4F693-0128-44D8-94A8-8BB9192E0B20}" srcId="{9CADE8BE-541D-4FD1-9169-0E440327B252}" destId="{616AF4CE-31B5-429C-B407-AE3C5A0AA55A}" srcOrd="0" destOrd="0" parTransId="{F7B8866F-570F-4BE7-8F56-C1F3A13066F3}" sibTransId="{09F3DA1F-4952-4CE8-BC5A-C23F7E82F30D}"/>
    <dgm:cxn modelId="{09975D9B-1972-460F-8E1C-6AA66FD7DB23}" srcId="{9CADE8BE-541D-4FD1-9169-0E440327B252}" destId="{1ABCD260-BA57-4938-8538-DFABFE09271B}" srcOrd="5" destOrd="0" parTransId="{74787BB1-B53C-4A17-B94A-699F8C4F89B4}" sibTransId="{83A24E74-9577-4CE7-8BAC-55F3B0B30692}"/>
    <dgm:cxn modelId="{C42103A1-6C2C-42A9-BC7C-4CE73B1C310D}" srcId="{9CADE8BE-541D-4FD1-9169-0E440327B252}" destId="{C610424B-4D53-4BE9-A1E5-30FD840018DA}" srcOrd="3" destOrd="0" parTransId="{FAED40C8-49A0-4AB7-8083-AB3CAFF52A25}" sibTransId="{359C9DC0-BB08-44AF-9C76-9471EA1F749E}"/>
    <dgm:cxn modelId="{40BAD8A6-5E50-464C-915C-F7BC19CF3036}" type="presOf" srcId="{DB244EE7-ADED-4DEC-B574-60A98DE17424}" destId="{199B5677-DCF4-445E-8E90-D7A80ACE74D6}" srcOrd="0" destOrd="3" presId="urn:microsoft.com/office/officeart/2005/8/layout/hList1"/>
    <dgm:cxn modelId="{8048ECA6-0450-4F1C-A49F-56CA414AE65D}" type="presOf" srcId="{9CADE8BE-541D-4FD1-9169-0E440327B252}" destId="{6CA5CB89-965F-46F4-AB63-5A87591C812D}" srcOrd="0" destOrd="0" presId="urn:microsoft.com/office/officeart/2005/8/layout/hList1"/>
    <dgm:cxn modelId="{2E2CFAA7-1867-49FF-A83C-8CB9AB57786F}" srcId="{A037A994-827C-42E7-B50A-DEED8C186439}" destId="{9CADE8BE-541D-4FD1-9169-0E440327B252}" srcOrd="3" destOrd="0" parTransId="{559AD12E-32B4-4ABA-B38B-2325EFB8E2C8}" sibTransId="{FFBE46E7-AC1B-4716-92DF-87EA7DC9A7AB}"/>
    <dgm:cxn modelId="{6ECBB1A9-DCB8-469C-867C-50F3526C8124}" type="presOf" srcId="{44339999-E5B2-4422-A472-D4CA71B02CD1}" destId="{FD162D3A-1177-4F1B-9F5D-C4AE692DD6E1}" srcOrd="0" destOrd="2" presId="urn:microsoft.com/office/officeart/2005/8/layout/hList1"/>
    <dgm:cxn modelId="{D40227AA-1E7B-4523-B68C-720B057A8656}" type="presOf" srcId="{26E24B7B-18AE-4479-9FBE-2E17B2337522}" destId="{C5CC311C-3919-4641-BC63-F2C27F3911F7}" srcOrd="0" destOrd="0" presId="urn:microsoft.com/office/officeart/2005/8/layout/hList1"/>
    <dgm:cxn modelId="{9687E8AA-0FFC-452A-B281-58F4765CC2D8}" srcId="{B64D22C4-BC7F-423A-8177-8EAE6ABC0ED9}" destId="{D18ADBD5-9863-437C-88FF-F772697FB56B}" srcOrd="2" destOrd="0" parTransId="{FF4CFF82-69DC-4CA2-970F-D52A7C506C49}" sibTransId="{3954AE0F-C232-47D3-863D-FD98DA6EDB7A}"/>
    <dgm:cxn modelId="{0E9F72AC-9657-4C09-AFD9-B6729F4831B1}" srcId="{550A08EB-CCFF-49B8-AB7D-831F151099E6}" destId="{DB244EE7-ADED-4DEC-B574-60A98DE17424}" srcOrd="3" destOrd="0" parTransId="{138A7AE7-4973-4383-BB44-0D9DE77762D6}" sibTransId="{2CA27054-E37F-42B5-98FF-96110C6C18E8}"/>
    <dgm:cxn modelId="{3634DFB1-A9FC-4AE5-BD3A-AA42CCE27A81}" type="presOf" srcId="{A037A994-827C-42E7-B50A-DEED8C186439}" destId="{6D53399A-5884-467E-86CA-D99166CE94EE}" srcOrd="0" destOrd="0" presId="urn:microsoft.com/office/officeart/2005/8/layout/hList1"/>
    <dgm:cxn modelId="{21AE25B2-DF87-4D38-921F-E18DEA502AC2}" srcId="{26E24B7B-18AE-4479-9FBE-2E17B2337522}" destId="{11E1FACD-1647-4D2D-ACEA-38C9A2DF9923}" srcOrd="4" destOrd="0" parTransId="{CF46E768-DA15-4B17-905E-C49D18388F49}" sibTransId="{CB34AE3F-5F2D-4651-846A-351E53DF9903}"/>
    <dgm:cxn modelId="{F31C7AB2-5A8A-4227-AA8C-4E3062E896BA}" srcId="{550A08EB-CCFF-49B8-AB7D-831F151099E6}" destId="{F2155614-16FB-4E76-8D63-DFDF05344D58}" srcOrd="2" destOrd="0" parTransId="{AA0934F1-5EB1-4B4C-AA93-E64F55C2FA75}" sibTransId="{600B2925-9C95-41C7-A25E-6BD5C34FAADE}"/>
    <dgm:cxn modelId="{7FB2A1BC-EC4E-4FEF-9CE0-BD13856B0F25}" srcId="{B64D22C4-BC7F-423A-8177-8EAE6ABC0ED9}" destId="{0C7C878B-DB94-4A7C-A183-46C294B065B5}" srcOrd="1" destOrd="0" parTransId="{3C12DFF9-68CD-44F9-AF63-7D894EEED0C0}" sibTransId="{F9F77B49-0763-458D-88B7-2565A42DF001}"/>
    <dgm:cxn modelId="{542B04CB-FACE-4AE2-849B-D1D8ECFC21A0}" srcId="{26E24B7B-18AE-4479-9FBE-2E17B2337522}" destId="{BD1EC750-1CCD-4541-99BD-FF0E50BA1238}" srcOrd="5" destOrd="0" parTransId="{7DDDD742-0F28-471A-B93B-AB5D319931E9}" sibTransId="{AF3236C1-521D-4755-A98B-1593D146F6A6}"/>
    <dgm:cxn modelId="{48614ACC-36B1-46E1-A837-312912F6034D}" type="presOf" srcId="{1F704F95-A078-4835-B5D0-9AFECE5873E8}" destId="{CDF39851-ADBF-4393-9AB2-98DDEE3237B2}" srcOrd="0" destOrd="4" presId="urn:microsoft.com/office/officeart/2005/8/layout/hList1"/>
    <dgm:cxn modelId="{714A1ACF-2FE6-4690-A909-8E2293D47C0D}" srcId="{550A08EB-CCFF-49B8-AB7D-831F151099E6}" destId="{9C821522-8804-42DA-A39F-047338F0CA5C}" srcOrd="5" destOrd="0" parTransId="{D6556AAF-DA2F-4A67-8CEA-A33EA2A3A819}" sibTransId="{D6007833-C88F-4147-8914-6672FA243D3D}"/>
    <dgm:cxn modelId="{D5467BD7-6F4B-4B5C-8CA2-C2EB111ABB22}" type="presOf" srcId="{22889EF9-85DC-4315-9070-DBB34C83EDEF}" destId="{FD162D3A-1177-4F1B-9F5D-C4AE692DD6E1}" srcOrd="0" destOrd="6" presId="urn:microsoft.com/office/officeart/2005/8/layout/hList1"/>
    <dgm:cxn modelId="{2840B9DE-86C2-4D93-BFDC-73B26D4EF12C}" type="presOf" srcId="{D18ADBD5-9863-437C-88FF-F772697FB56B}" destId="{CDF39851-ADBF-4393-9AB2-98DDEE3237B2}" srcOrd="0" destOrd="2" presId="urn:microsoft.com/office/officeart/2005/8/layout/hList1"/>
    <dgm:cxn modelId="{233BFADF-3B3A-4D4F-8EC5-330D9799B8A0}" srcId="{9CADE8BE-541D-4FD1-9169-0E440327B252}" destId="{44339999-E5B2-4422-A472-D4CA71B02CD1}" srcOrd="2" destOrd="0" parTransId="{13A6C234-237C-4CA0-B2FE-FE1DABAC8D72}" sibTransId="{B6279867-F161-4B70-9E75-22D2B5C418A4}"/>
    <dgm:cxn modelId="{8A797FE1-3CC9-4BFD-8F42-3CE9C66C5E6A}" type="presOf" srcId="{9C821522-8804-42DA-A39F-047338F0CA5C}" destId="{199B5677-DCF4-445E-8E90-D7A80ACE74D6}" srcOrd="0" destOrd="5" presId="urn:microsoft.com/office/officeart/2005/8/layout/hList1"/>
    <dgm:cxn modelId="{2D9D51E2-976C-4A14-950A-20781632F032}" srcId="{A037A994-827C-42E7-B50A-DEED8C186439}" destId="{550A08EB-CCFF-49B8-AB7D-831F151099E6}" srcOrd="1" destOrd="0" parTransId="{B969B556-6865-47AE-94E1-0C1B6BAF6836}" sibTransId="{B343D7D5-3738-425D-8245-9F201E14713F}"/>
    <dgm:cxn modelId="{D43043E3-505E-42FA-AA51-B386AE0A1FE6}" srcId="{26E24B7B-18AE-4479-9FBE-2E17B2337522}" destId="{0343A66F-B16D-4E63-B7CE-1CEAAB44D477}" srcOrd="2" destOrd="0" parTransId="{524E4931-68EB-4766-A926-8CBE36850F20}" sibTransId="{9D11D7CD-7C76-4830-A47D-2F30E7724AA5}"/>
    <dgm:cxn modelId="{5EE3E6F0-92DE-4969-B912-8FED71C43C6E}" srcId="{26E24B7B-18AE-4479-9FBE-2E17B2337522}" destId="{1385B9E6-B849-4BCA-8DE9-7C1AFA7112C1}" srcOrd="0" destOrd="0" parTransId="{898BA4C4-7D72-4ACA-BE56-241BCB35CC9F}" sibTransId="{B0487CF5-B2D5-479B-A661-098B70A8B89D}"/>
    <dgm:cxn modelId="{A580E8F2-91ED-4FA5-B2E2-7BC40551520C}" type="presOf" srcId="{FC2E27C8-78A5-4023-B348-AC67D74CBC77}" destId="{FD162D3A-1177-4F1B-9F5D-C4AE692DD6E1}" srcOrd="0" destOrd="1" presId="urn:microsoft.com/office/officeart/2005/8/layout/hList1"/>
    <dgm:cxn modelId="{3C2B21F3-BEF8-496A-BE1B-6CE3005A7458}" type="presOf" srcId="{D422C4EF-7F6D-4494-A451-051C8CF40385}" destId="{199B5677-DCF4-445E-8E90-D7A80ACE74D6}" srcOrd="0" destOrd="0" presId="urn:microsoft.com/office/officeart/2005/8/layout/hList1"/>
    <dgm:cxn modelId="{85DFC5F4-6C73-4E18-A81C-94B7BF8654D3}" type="presOf" srcId="{401B2E07-C5FA-4388-B55B-90B20E9FE5E0}" destId="{199B5677-DCF4-445E-8E90-D7A80ACE74D6}" srcOrd="0" destOrd="1" presId="urn:microsoft.com/office/officeart/2005/8/layout/hList1"/>
    <dgm:cxn modelId="{9EA87DFD-078A-4D90-9D61-6BA79F757263}" srcId="{9CADE8BE-541D-4FD1-9169-0E440327B252}" destId="{22889EF9-85DC-4315-9070-DBB34C83EDEF}" srcOrd="6" destOrd="0" parTransId="{E3F69A5E-1E47-4D0F-9605-E0CB476CB21B}" sibTransId="{0BFBECF8-14CD-4CA4-8A5B-287A3A8970FF}"/>
    <dgm:cxn modelId="{248DCD46-984B-41DA-8720-2D115D8A46EA}" type="presParOf" srcId="{6D53399A-5884-467E-86CA-D99166CE94EE}" destId="{540817C1-6561-4991-914A-AC9A8A9EB302}" srcOrd="0" destOrd="0" presId="urn:microsoft.com/office/officeart/2005/8/layout/hList1"/>
    <dgm:cxn modelId="{0EA2D5FA-6418-43C8-8652-F68EF7D77D25}" type="presParOf" srcId="{540817C1-6561-4991-914A-AC9A8A9EB302}" destId="{C5CC311C-3919-4641-BC63-F2C27F3911F7}" srcOrd="0" destOrd="0" presId="urn:microsoft.com/office/officeart/2005/8/layout/hList1"/>
    <dgm:cxn modelId="{C808E581-FCA5-4FA3-8731-576CCE4DD6BC}" type="presParOf" srcId="{540817C1-6561-4991-914A-AC9A8A9EB302}" destId="{0ABEC532-CB64-47AE-B338-676E4DEF4AE8}" srcOrd="1" destOrd="0" presId="urn:microsoft.com/office/officeart/2005/8/layout/hList1"/>
    <dgm:cxn modelId="{46911B77-0A09-4D8A-99D5-F5D318970807}" type="presParOf" srcId="{6D53399A-5884-467E-86CA-D99166CE94EE}" destId="{4FF28CF3-D3D4-4509-9CD8-635D2A2B48D5}" srcOrd="1" destOrd="0" presId="urn:microsoft.com/office/officeart/2005/8/layout/hList1"/>
    <dgm:cxn modelId="{526F2F71-40A1-4796-81D5-0242C669CE54}" type="presParOf" srcId="{6D53399A-5884-467E-86CA-D99166CE94EE}" destId="{B1215D73-9592-40B0-BF73-115571C162C3}" srcOrd="2" destOrd="0" presId="urn:microsoft.com/office/officeart/2005/8/layout/hList1"/>
    <dgm:cxn modelId="{DEC2A7A0-5A1B-465B-8A46-55E4218CEAA3}" type="presParOf" srcId="{B1215D73-9592-40B0-BF73-115571C162C3}" destId="{442A170E-5354-45BE-8146-0D4F1C9FE201}" srcOrd="0" destOrd="0" presId="urn:microsoft.com/office/officeart/2005/8/layout/hList1"/>
    <dgm:cxn modelId="{60979978-3D9D-4C8C-B318-6117A2822BCC}" type="presParOf" srcId="{B1215D73-9592-40B0-BF73-115571C162C3}" destId="{199B5677-DCF4-445E-8E90-D7A80ACE74D6}" srcOrd="1" destOrd="0" presId="urn:microsoft.com/office/officeart/2005/8/layout/hList1"/>
    <dgm:cxn modelId="{B758AFC9-872F-486D-840D-8D78ED82ADE3}" type="presParOf" srcId="{6D53399A-5884-467E-86CA-D99166CE94EE}" destId="{5C802360-C7B3-42EE-BC76-48C1764341A9}" srcOrd="3" destOrd="0" presId="urn:microsoft.com/office/officeart/2005/8/layout/hList1"/>
    <dgm:cxn modelId="{27F6DFC9-D9A6-4E40-A0C9-2D8C44278FC8}" type="presParOf" srcId="{6D53399A-5884-467E-86CA-D99166CE94EE}" destId="{58C510F1-61E7-45EA-918C-765B528A3582}" srcOrd="4" destOrd="0" presId="urn:microsoft.com/office/officeart/2005/8/layout/hList1"/>
    <dgm:cxn modelId="{D9679029-FF8B-4B96-8D45-E1E8BCA56A50}" type="presParOf" srcId="{58C510F1-61E7-45EA-918C-765B528A3582}" destId="{7D1C3BE7-B630-41F4-9BA8-24F013FC4CCD}" srcOrd="0" destOrd="0" presId="urn:microsoft.com/office/officeart/2005/8/layout/hList1"/>
    <dgm:cxn modelId="{74ACBAC0-55D0-4698-B209-06D468E0F1A7}" type="presParOf" srcId="{58C510F1-61E7-45EA-918C-765B528A3582}" destId="{CDF39851-ADBF-4393-9AB2-98DDEE3237B2}" srcOrd="1" destOrd="0" presId="urn:microsoft.com/office/officeart/2005/8/layout/hList1"/>
    <dgm:cxn modelId="{B989447A-F42C-4AEB-BD06-5C01AE212BD7}" type="presParOf" srcId="{6D53399A-5884-467E-86CA-D99166CE94EE}" destId="{E6E396AE-CEF9-4D2F-A301-18CA21F553FA}" srcOrd="5" destOrd="0" presId="urn:microsoft.com/office/officeart/2005/8/layout/hList1"/>
    <dgm:cxn modelId="{929C0D2E-5466-4054-8100-6B289EBD5F22}" type="presParOf" srcId="{6D53399A-5884-467E-86CA-D99166CE94EE}" destId="{A6F9BEA1-EBF6-4A5F-8B30-8ABBB20D99B0}" srcOrd="6" destOrd="0" presId="urn:microsoft.com/office/officeart/2005/8/layout/hList1"/>
    <dgm:cxn modelId="{7CD274B2-EDBF-4D3D-8130-60417F26A849}" type="presParOf" srcId="{A6F9BEA1-EBF6-4A5F-8B30-8ABBB20D99B0}" destId="{6CA5CB89-965F-46F4-AB63-5A87591C812D}" srcOrd="0" destOrd="0" presId="urn:microsoft.com/office/officeart/2005/8/layout/hList1"/>
    <dgm:cxn modelId="{628E438B-7306-4510-84EF-EB34DBAB2353}" type="presParOf" srcId="{A6F9BEA1-EBF6-4A5F-8B30-8ABBB20D99B0}" destId="{FD162D3A-1177-4F1B-9F5D-C4AE692DD6E1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037A994-827C-42E7-B50A-DEED8C186439}" type="doc">
      <dgm:prSet loTypeId="urn:microsoft.com/office/officeart/2005/8/layout/hList1" loCatId="list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pt-PT"/>
        </a:p>
      </dgm:t>
    </dgm:pt>
    <dgm:pt modelId="{B64D22C4-BC7F-423A-8177-8EAE6ABC0ED9}">
      <dgm:prSet phldrT="[Texto]" custT="1"/>
      <dgm:spPr/>
      <dgm:t>
        <a:bodyPr/>
        <a:lstStyle/>
        <a:p>
          <a:r>
            <a:rPr lang="pt-PT" sz="1100" b="1" dirty="0"/>
            <a:t>2024</a:t>
          </a:r>
        </a:p>
      </dgm:t>
    </dgm:pt>
    <dgm:pt modelId="{963CD5A6-3603-419E-BC62-F7BA9EC628DE}" type="parTrans" cxnId="{4FC29137-8F29-46B3-B67F-32FE4075563A}">
      <dgm:prSet/>
      <dgm:spPr/>
      <dgm:t>
        <a:bodyPr/>
        <a:lstStyle/>
        <a:p>
          <a:endParaRPr lang="pt-PT" sz="1100"/>
        </a:p>
      </dgm:t>
    </dgm:pt>
    <dgm:pt modelId="{AEE6CF97-723F-4FD3-98A7-2286A3AFAEFC}" type="sibTrans" cxnId="{4FC29137-8F29-46B3-B67F-32FE4075563A}">
      <dgm:prSet/>
      <dgm:spPr/>
      <dgm:t>
        <a:bodyPr/>
        <a:lstStyle/>
        <a:p>
          <a:endParaRPr lang="pt-PT" sz="1100"/>
        </a:p>
      </dgm:t>
    </dgm:pt>
    <dgm:pt modelId="{2A68F0AA-B1AE-4183-8315-27F0EE5F5F86}">
      <dgm:prSet phldrT="[Texto]" custT="1"/>
      <dgm:spPr/>
      <dgm:t>
        <a:bodyPr anchor="t"/>
        <a:lstStyle/>
        <a:p>
          <a:pPr algn="just">
            <a:lnSpc>
              <a:spcPct val="100000"/>
            </a:lnSpc>
          </a:pPr>
          <a:r>
            <a:rPr lang="en-US" sz="800" b="0" dirty="0" err="1"/>
            <a:t>KaMpfumu</a:t>
          </a:r>
          <a:r>
            <a:rPr lang="en-US" sz="800" b="0" dirty="0"/>
            <a:t>: 		20898</a:t>
          </a:r>
          <a:endParaRPr lang="pt-PT" sz="800" dirty="0"/>
        </a:p>
      </dgm:t>
    </dgm:pt>
    <dgm:pt modelId="{BB07A91D-D3E0-4C45-8E09-284E76E11CC0}" type="parTrans" cxnId="{10E8B724-D363-4E75-BBE7-AB9DF3A9763F}">
      <dgm:prSet/>
      <dgm:spPr/>
      <dgm:t>
        <a:bodyPr/>
        <a:lstStyle/>
        <a:p>
          <a:endParaRPr lang="pt-PT" sz="1100"/>
        </a:p>
      </dgm:t>
    </dgm:pt>
    <dgm:pt modelId="{A383DC93-412F-4A85-A095-8432B6408CB2}" type="sibTrans" cxnId="{10E8B724-D363-4E75-BBE7-AB9DF3A9763F}">
      <dgm:prSet/>
      <dgm:spPr/>
      <dgm:t>
        <a:bodyPr/>
        <a:lstStyle/>
        <a:p>
          <a:endParaRPr lang="pt-PT" sz="1100"/>
        </a:p>
      </dgm:t>
    </dgm:pt>
    <dgm:pt modelId="{9CADE8BE-541D-4FD1-9169-0E440327B252}">
      <dgm:prSet phldrT="[Texto]" custT="1"/>
      <dgm:spPr/>
      <dgm:t>
        <a:bodyPr/>
        <a:lstStyle/>
        <a:p>
          <a:r>
            <a:rPr lang="pt-PT" sz="1100" b="1" dirty="0"/>
            <a:t>2025</a:t>
          </a:r>
        </a:p>
      </dgm:t>
    </dgm:pt>
    <dgm:pt modelId="{559AD12E-32B4-4ABA-B38B-2325EFB8E2C8}" type="parTrans" cxnId="{2E2CFAA7-1867-49FF-A83C-8CB9AB57786F}">
      <dgm:prSet/>
      <dgm:spPr/>
      <dgm:t>
        <a:bodyPr/>
        <a:lstStyle/>
        <a:p>
          <a:endParaRPr lang="pt-PT" sz="1100"/>
        </a:p>
      </dgm:t>
    </dgm:pt>
    <dgm:pt modelId="{FFBE46E7-AC1B-4716-92DF-87EA7DC9A7AB}" type="sibTrans" cxnId="{2E2CFAA7-1867-49FF-A83C-8CB9AB57786F}">
      <dgm:prSet/>
      <dgm:spPr/>
      <dgm:t>
        <a:bodyPr/>
        <a:lstStyle/>
        <a:p>
          <a:endParaRPr lang="pt-PT" sz="1100"/>
        </a:p>
      </dgm:t>
    </dgm:pt>
    <dgm:pt modelId="{616AF4CE-31B5-429C-B407-AE3C5A0AA55A}">
      <dgm:prSet phldrT="[Texto]" custT="1"/>
      <dgm:spPr/>
      <dgm:t>
        <a:bodyPr anchor="t"/>
        <a:lstStyle/>
        <a:p>
          <a:pPr algn="just">
            <a:lnSpc>
              <a:spcPct val="100000"/>
            </a:lnSpc>
          </a:pPr>
          <a:r>
            <a:rPr lang="en-US" sz="800" b="0" dirty="0" err="1"/>
            <a:t>KaMpfumu</a:t>
          </a:r>
          <a:r>
            <a:rPr lang="en-US" sz="800" b="0" dirty="0"/>
            <a:t>: 		25647</a:t>
          </a:r>
          <a:endParaRPr lang="pt-PT" sz="800" dirty="0"/>
        </a:p>
      </dgm:t>
    </dgm:pt>
    <dgm:pt modelId="{F7B8866F-570F-4BE7-8F56-C1F3A13066F3}" type="parTrans" cxnId="{C2C4F693-0128-44D8-94A8-8BB9192E0B20}">
      <dgm:prSet/>
      <dgm:spPr/>
      <dgm:t>
        <a:bodyPr/>
        <a:lstStyle/>
        <a:p>
          <a:endParaRPr lang="pt-PT" sz="1100"/>
        </a:p>
      </dgm:t>
    </dgm:pt>
    <dgm:pt modelId="{09F3DA1F-4952-4CE8-BC5A-C23F7E82F30D}" type="sibTrans" cxnId="{C2C4F693-0128-44D8-94A8-8BB9192E0B20}">
      <dgm:prSet/>
      <dgm:spPr/>
      <dgm:t>
        <a:bodyPr/>
        <a:lstStyle/>
        <a:p>
          <a:endParaRPr lang="pt-PT" sz="1100"/>
        </a:p>
      </dgm:t>
    </dgm:pt>
    <dgm:pt modelId="{550A08EB-CCFF-49B8-AB7D-831F151099E6}">
      <dgm:prSet phldrT="[Texto]" custT="1"/>
      <dgm:spPr/>
      <dgm:t>
        <a:bodyPr/>
        <a:lstStyle/>
        <a:p>
          <a:r>
            <a:rPr lang="pt-PT" sz="1100" b="1" dirty="0"/>
            <a:t>2023</a:t>
          </a:r>
        </a:p>
      </dgm:t>
    </dgm:pt>
    <dgm:pt modelId="{B969B556-6865-47AE-94E1-0C1B6BAF6836}" type="parTrans" cxnId="{2D9D51E2-976C-4A14-950A-20781632F032}">
      <dgm:prSet/>
      <dgm:spPr/>
      <dgm:t>
        <a:bodyPr/>
        <a:lstStyle/>
        <a:p>
          <a:endParaRPr lang="pt-PT" sz="1100"/>
        </a:p>
      </dgm:t>
    </dgm:pt>
    <dgm:pt modelId="{B343D7D5-3738-425D-8245-9F201E14713F}" type="sibTrans" cxnId="{2D9D51E2-976C-4A14-950A-20781632F032}">
      <dgm:prSet/>
      <dgm:spPr/>
      <dgm:t>
        <a:bodyPr/>
        <a:lstStyle/>
        <a:p>
          <a:endParaRPr lang="pt-PT" sz="1100"/>
        </a:p>
      </dgm:t>
    </dgm:pt>
    <dgm:pt modelId="{D422C4EF-7F6D-4494-A451-051C8CF40385}">
      <dgm:prSet phldrT="[Texto]" custT="1"/>
      <dgm:spPr/>
      <dgm:t>
        <a:bodyPr anchor="t"/>
        <a:lstStyle/>
        <a:p>
          <a:pPr algn="just">
            <a:lnSpc>
              <a:spcPct val="100000"/>
            </a:lnSpc>
          </a:pPr>
          <a:r>
            <a:rPr lang="en-US" sz="800" b="0" dirty="0" err="1"/>
            <a:t>KaMpfumu</a:t>
          </a:r>
          <a:r>
            <a:rPr lang="en-US" sz="800" b="0" dirty="0"/>
            <a:t>: 		22827</a:t>
          </a:r>
          <a:endParaRPr lang="pt-PT" sz="800" dirty="0"/>
        </a:p>
      </dgm:t>
    </dgm:pt>
    <dgm:pt modelId="{D971FE7A-F6E1-4BF1-A469-0101F22386EC}" type="parTrans" cxnId="{06DE0B6F-158F-4B5E-954D-CF94C06D519C}">
      <dgm:prSet/>
      <dgm:spPr/>
      <dgm:t>
        <a:bodyPr/>
        <a:lstStyle/>
        <a:p>
          <a:endParaRPr lang="pt-PT" sz="1100"/>
        </a:p>
      </dgm:t>
    </dgm:pt>
    <dgm:pt modelId="{7258E857-90B3-48DD-8C6D-BEA898903C9B}" type="sibTrans" cxnId="{06DE0B6F-158F-4B5E-954D-CF94C06D519C}">
      <dgm:prSet/>
      <dgm:spPr/>
      <dgm:t>
        <a:bodyPr/>
        <a:lstStyle/>
        <a:p>
          <a:endParaRPr lang="pt-PT" sz="1100"/>
        </a:p>
      </dgm:t>
    </dgm:pt>
    <dgm:pt modelId="{30A8477A-F0D4-4ED1-A419-B13E8C3FFDA2}">
      <dgm:prSet custT="1"/>
      <dgm:spPr/>
      <dgm:t>
        <a:bodyPr anchor="t"/>
        <a:lstStyle/>
        <a:p>
          <a:pPr algn="just">
            <a:lnSpc>
              <a:spcPct val="100000"/>
            </a:lnSpc>
          </a:pPr>
          <a:endParaRPr lang="pt-PT" sz="800" b="0" dirty="0"/>
        </a:p>
      </dgm:t>
    </dgm:pt>
    <dgm:pt modelId="{17FD8EE5-8BE2-4A66-9FE8-9FD762633808}" type="parTrans" cxnId="{04EFE588-0F20-4E4C-AF3F-FE60F5C65054}">
      <dgm:prSet/>
      <dgm:spPr/>
      <dgm:t>
        <a:bodyPr/>
        <a:lstStyle/>
        <a:p>
          <a:endParaRPr lang="en-US"/>
        </a:p>
      </dgm:t>
    </dgm:pt>
    <dgm:pt modelId="{DDA1BC1E-4B75-43C3-8F9F-3DDB4024A504}" type="sibTrans" cxnId="{04EFE588-0F20-4E4C-AF3F-FE60F5C65054}">
      <dgm:prSet/>
      <dgm:spPr/>
      <dgm:t>
        <a:bodyPr/>
        <a:lstStyle/>
        <a:p>
          <a:endParaRPr lang="en-US"/>
        </a:p>
      </dgm:t>
    </dgm:pt>
    <dgm:pt modelId="{02A66406-BFCF-4667-86C7-9F94EB04946C}">
      <dgm:prSet custT="1"/>
      <dgm:spPr/>
      <dgm:t>
        <a:bodyPr anchor="t"/>
        <a:lstStyle/>
        <a:p>
          <a:pPr algn="just">
            <a:lnSpc>
              <a:spcPct val="100000"/>
            </a:lnSpc>
          </a:pPr>
          <a:endParaRPr lang="pt-PT" sz="800" b="0" dirty="0"/>
        </a:p>
      </dgm:t>
    </dgm:pt>
    <dgm:pt modelId="{F69CB705-7298-4C17-9B92-E4BD6B6BF16A}" type="parTrans" cxnId="{C6DE177E-54D0-4C44-8CAB-D36560F1A0C0}">
      <dgm:prSet/>
      <dgm:spPr/>
      <dgm:t>
        <a:bodyPr/>
        <a:lstStyle/>
        <a:p>
          <a:endParaRPr lang="en-US"/>
        </a:p>
      </dgm:t>
    </dgm:pt>
    <dgm:pt modelId="{0ECD35F2-2240-4D91-B608-E2C7AE6FB46E}" type="sibTrans" cxnId="{C6DE177E-54D0-4C44-8CAB-D36560F1A0C0}">
      <dgm:prSet/>
      <dgm:spPr/>
      <dgm:t>
        <a:bodyPr/>
        <a:lstStyle/>
        <a:p>
          <a:endParaRPr lang="en-US"/>
        </a:p>
      </dgm:t>
    </dgm:pt>
    <dgm:pt modelId="{26E24B7B-18AE-4479-9FBE-2E17B2337522}">
      <dgm:prSet phldrT="[Texto]" custT="1"/>
      <dgm:spPr/>
      <dgm:t>
        <a:bodyPr/>
        <a:lstStyle/>
        <a:p>
          <a:r>
            <a:rPr lang="pt-PT" sz="1100" b="1" dirty="0"/>
            <a:t>2022</a:t>
          </a:r>
        </a:p>
      </dgm:t>
    </dgm:pt>
    <dgm:pt modelId="{66DE3D84-88CA-46E2-B63D-554E9497CBFE}" type="parTrans" cxnId="{00449B4B-B019-41C2-BFBE-262B1CF60D39}">
      <dgm:prSet/>
      <dgm:spPr/>
      <dgm:t>
        <a:bodyPr/>
        <a:lstStyle/>
        <a:p>
          <a:endParaRPr lang="pt-PT" sz="1100"/>
        </a:p>
      </dgm:t>
    </dgm:pt>
    <dgm:pt modelId="{8148635B-848E-4F58-B9E0-CBB470C098A2}" type="sibTrans" cxnId="{00449B4B-B019-41C2-BFBE-262B1CF60D39}">
      <dgm:prSet/>
      <dgm:spPr/>
      <dgm:t>
        <a:bodyPr/>
        <a:lstStyle/>
        <a:p>
          <a:endParaRPr lang="pt-PT" sz="1100"/>
        </a:p>
      </dgm:t>
    </dgm:pt>
    <dgm:pt modelId="{1385B9E6-B849-4BCA-8DE9-7C1AFA7112C1}">
      <dgm:prSet phldrT="[Texto]" custT="1"/>
      <dgm:spPr/>
      <dgm:t>
        <a:bodyPr spcFirstLastPara="0" vert="horz" wrap="square" lIns="26670" tIns="26670" rIns="35560" bIns="40005" numCol="1" spcCol="1270" anchor="t" anchorCtr="0"/>
        <a:lstStyle/>
        <a:p>
          <a:pPr algn="l">
            <a:lnSpc>
              <a:spcPct val="100000"/>
            </a:lnSpc>
          </a:pPr>
          <a:r>
            <a:rPr lang="pt-PT" sz="800" b="0" kern="1200" dirty="0" err="1"/>
            <a:t>KaMpfumu</a:t>
          </a:r>
          <a:r>
            <a:rPr lang="pt-PT" sz="800" b="1" kern="1200" dirty="0"/>
            <a:t>: 		</a:t>
          </a:r>
          <a:r>
            <a:rPr lang="pt-PT" sz="800" b="0" kern="1200" dirty="0">
              <a:solidFill>
                <a:srgbClr val="000000"/>
              </a:solidFill>
            </a:rPr>
            <a:t>34174</a:t>
          </a:r>
        </a:p>
      </dgm:t>
    </dgm:pt>
    <dgm:pt modelId="{898BA4C4-7D72-4ACA-BE56-241BCB35CC9F}" type="parTrans" cxnId="{5EE3E6F0-92DE-4969-B912-8FED71C43C6E}">
      <dgm:prSet/>
      <dgm:spPr/>
      <dgm:t>
        <a:bodyPr/>
        <a:lstStyle/>
        <a:p>
          <a:endParaRPr lang="en-US" sz="1800"/>
        </a:p>
      </dgm:t>
    </dgm:pt>
    <dgm:pt modelId="{B0487CF5-B2D5-479B-A661-098B70A8B89D}" type="sibTrans" cxnId="{5EE3E6F0-92DE-4969-B912-8FED71C43C6E}">
      <dgm:prSet/>
      <dgm:spPr/>
      <dgm:t>
        <a:bodyPr/>
        <a:lstStyle/>
        <a:p>
          <a:endParaRPr lang="en-US" sz="1800"/>
        </a:p>
      </dgm:t>
    </dgm:pt>
    <dgm:pt modelId="{F014886B-2B90-4F25-8844-9AA9B80DCDCE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 err="1"/>
            <a:t>Nhlamankulu</a:t>
          </a:r>
          <a:r>
            <a:rPr lang="en-US" sz="800" b="0" dirty="0"/>
            <a:t>:		26086</a:t>
          </a:r>
        </a:p>
      </dgm:t>
    </dgm:pt>
    <dgm:pt modelId="{7B1DBFC4-461E-4375-A85C-A80D5E6B05CE}" type="parTrans" cxnId="{AF4784A5-E756-40BC-AE03-1802919E28CA}">
      <dgm:prSet/>
      <dgm:spPr/>
      <dgm:t>
        <a:bodyPr/>
        <a:lstStyle/>
        <a:p>
          <a:endParaRPr lang="en-US"/>
        </a:p>
      </dgm:t>
    </dgm:pt>
    <dgm:pt modelId="{BCCBB2F4-4EF6-4396-BEC6-B44D41695CC1}" type="sibTrans" cxnId="{AF4784A5-E756-40BC-AE03-1802919E28CA}">
      <dgm:prSet/>
      <dgm:spPr/>
      <dgm:t>
        <a:bodyPr/>
        <a:lstStyle/>
        <a:p>
          <a:endParaRPr lang="en-US"/>
        </a:p>
      </dgm:t>
    </dgm:pt>
    <dgm:pt modelId="{D2F0C593-24BA-4F17-B3E2-A3BA8D1DA708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 err="1"/>
            <a:t>KaMaxakene</a:t>
          </a:r>
          <a:r>
            <a:rPr lang="en-US" sz="800" b="0" dirty="0"/>
            <a:t>:		17124</a:t>
          </a:r>
        </a:p>
      </dgm:t>
    </dgm:pt>
    <dgm:pt modelId="{A76F0FE0-6AEF-4AA3-8A08-7C9C32A4A37D}" type="parTrans" cxnId="{D5426A6E-A501-4934-80F3-66A9D62D828E}">
      <dgm:prSet/>
      <dgm:spPr/>
      <dgm:t>
        <a:bodyPr/>
        <a:lstStyle/>
        <a:p>
          <a:endParaRPr lang="en-US"/>
        </a:p>
      </dgm:t>
    </dgm:pt>
    <dgm:pt modelId="{570E3133-0851-4EAE-BE01-7E7318E1A568}" type="sibTrans" cxnId="{D5426A6E-A501-4934-80F3-66A9D62D828E}">
      <dgm:prSet/>
      <dgm:spPr/>
      <dgm:t>
        <a:bodyPr/>
        <a:lstStyle/>
        <a:p>
          <a:endParaRPr lang="en-US"/>
        </a:p>
      </dgm:t>
    </dgm:pt>
    <dgm:pt modelId="{561725C3-51B1-4DF2-9532-245467417AEF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 err="1"/>
            <a:t>KaMavota</a:t>
          </a:r>
          <a:r>
            <a:rPr lang="en-US" sz="800" b="0" dirty="0"/>
            <a:t>: 		38281</a:t>
          </a:r>
        </a:p>
      </dgm:t>
    </dgm:pt>
    <dgm:pt modelId="{CE2CEF55-9F88-401E-9DD9-20502A444965}" type="parTrans" cxnId="{044E50DD-B6CD-4B13-94E8-26A3EF3A72CE}">
      <dgm:prSet/>
      <dgm:spPr/>
      <dgm:t>
        <a:bodyPr/>
        <a:lstStyle/>
        <a:p>
          <a:endParaRPr lang="en-US"/>
        </a:p>
      </dgm:t>
    </dgm:pt>
    <dgm:pt modelId="{5804D9FC-8939-4795-ACE1-1D507BC27513}" type="sibTrans" cxnId="{044E50DD-B6CD-4B13-94E8-26A3EF3A72CE}">
      <dgm:prSet/>
      <dgm:spPr/>
      <dgm:t>
        <a:bodyPr/>
        <a:lstStyle/>
        <a:p>
          <a:endParaRPr lang="en-US"/>
        </a:p>
      </dgm:t>
    </dgm:pt>
    <dgm:pt modelId="{743F74AA-94E9-49D2-AB23-77FE79D63A65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 err="1"/>
            <a:t>KaMubukwana</a:t>
          </a:r>
          <a:r>
            <a:rPr lang="en-US" sz="800" b="0" dirty="0"/>
            <a:t>: 	65935</a:t>
          </a:r>
        </a:p>
      </dgm:t>
    </dgm:pt>
    <dgm:pt modelId="{1EE22654-3FD1-4178-89F1-38D2B6A6ED60}" type="parTrans" cxnId="{28863F56-DC8D-462D-B1F0-90B2F727C2BD}">
      <dgm:prSet/>
      <dgm:spPr/>
      <dgm:t>
        <a:bodyPr/>
        <a:lstStyle/>
        <a:p>
          <a:endParaRPr lang="en-US"/>
        </a:p>
      </dgm:t>
    </dgm:pt>
    <dgm:pt modelId="{3B4E4A0F-99A8-4B00-9CBF-1D2C92251CFD}" type="sibTrans" cxnId="{28863F56-DC8D-462D-B1F0-90B2F727C2BD}">
      <dgm:prSet/>
      <dgm:spPr/>
      <dgm:t>
        <a:bodyPr/>
        <a:lstStyle/>
        <a:p>
          <a:endParaRPr lang="en-US"/>
        </a:p>
      </dgm:t>
    </dgm:pt>
    <dgm:pt modelId="{9F4E15AE-00E4-48BA-89E0-E4C7DFD38EDC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 err="1"/>
            <a:t>KaTembe</a:t>
          </a:r>
          <a:r>
            <a:rPr lang="en-US" sz="800" b="0" dirty="0"/>
            <a:t>: 		7024</a:t>
          </a:r>
        </a:p>
      </dgm:t>
    </dgm:pt>
    <dgm:pt modelId="{15AB9D50-F6F0-4B84-8A47-14477A84A6AA}" type="parTrans" cxnId="{87175F94-BB53-4076-938B-B899EC956AF1}">
      <dgm:prSet/>
      <dgm:spPr/>
      <dgm:t>
        <a:bodyPr/>
        <a:lstStyle/>
        <a:p>
          <a:endParaRPr lang="en-US"/>
        </a:p>
      </dgm:t>
    </dgm:pt>
    <dgm:pt modelId="{F9009B73-341F-4692-B50C-EF3A12B5B6ED}" type="sibTrans" cxnId="{87175F94-BB53-4076-938B-B899EC956AF1}">
      <dgm:prSet/>
      <dgm:spPr/>
      <dgm:t>
        <a:bodyPr/>
        <a:lstStyle/>
        <a:p>
          <a:endParaRPr lang="en-US"/>
        </a:p>
      </dgm:t>
    </dgm:pt>
    <dgm:pt modelId="{C9C013EF-A9E0-469B-B170-2A5B7CA63E69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/>
            <a:t>KaNyaka: 	            641</a:t>
          </a:r>
        </a:p>
      </dgm:t>
    </dgm:pt>
    <dgm:pt modelId="{FACBFB8A-8DC8-480E-85B2-72A4CD696F08}" type="parTrans" cxnId="{474714A1-CD7C-4973-AC45-33B128E41858}">
      <dgm:prSet/>
      <dgm:spPr/>
      <dgm:t>
        <a:bodyPr/>
        <a:lstStyle/>
        <a:p>
          <a:endParaRPr lang="en-US"/>
        </a:p>
      </dgm:t>
    </dgm:pt>
    <dgm:pt modelId="{7DB0EA9B-A582-4EDF-94DA-0634B3F0B3B4}" type="sibTrans" cxnId="{474714A1-CD7C-4973-AC45-33B128E41858}">
      <dgm:prSet/>
      <dgm:spPr/>
      <dgm:t>
        <a:bodyPr/>
        <a:lstStyle/>
        <a:p>
          <a:endParaRPr lang="en-US"/>
        </a:p>
      </dgm:t>
    </dgm:pt>
    <dgm:pt modelId="{710AB261-73C7-41C7-8130-7A9BE89CB80E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 err="1"/>
            <a:t>Nhlamankulu</a:t>
          </a:r>
          <a:r>
            <a:rPr lang="en-US" sz="800" b="0" dirty="0"/>
            <a:t>:		29723</a:t>
          </a:r>
        </a:p>
      </dgm:t>
    </dgm:pt>
    <dgm:pt modelId="{D14B980A-D6F8-439C-9D43-B10124B9642D}" type="parTrans" cxnId="{8595273C-1CAE-4DB3-9A82-8D48F3DCDBE0}">
      <dgm:prSet/>
      <dgm:spPr/>
      <dgm:t>
        <a:bodyPr/>
        <a:lstStyle/>
        <a:p>
          <a:endParaRPr lang="en-US"/>
        </a:p>
      </dgm:t>
    </dgm:pt>
    <dgm:pt modelId="{D7C8A776-B8E4-4493-96FD-B07BF110C713}" type="sibTrans" cxnId="{8595273C-1CAE-4DB3-9A82-8D48F3DCDBE0}">
      <dgm:prSet/>
      <dgm:spPr/>
      <dgm:t>
        <a:bodyPr/>
        <a:lstStyle/>
        <a:p>
          <a:endParaRPr lang="en-US"/>
        </a:p>
      </dgm:t>
    </dgm:pt>
    <dgm:pt modelId="{B3E4C119-E52C-4913-B5FF-7253FA3B0AFD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 err="1"/>
            <a:t>KaMaxakene</a:t>
          </a:r>
          <a:r>
            <a:rPr lang="en-US" sz="800" b="0" dirty="0"/>
            <a:t>:		13190</a:t>
          </a:r>
        </a:p>
      </dgm:t>
    </dgm:pt>
    <dgm:pt modelId="{E0C22130-1DBF-40AE-9C8A-FB1EC3D69F9B}" type="parTrans" cxnId="{621E2915-CC53-42B0-9241-A6890CA77493}">
      <dgm:prSet/>
      <dgm:spPr/>
      <dgm:t>
        <a:bodyPr/>
        <a:lstStyle/>
        <a:p>
          <a:endParaRPr lang="en-US"/>
        </a:p>
      </dgm:t>
    </dgm:pt>
    <dgm:pt modelId="{949238F6-9088-4604-9668-8558BD8255B7}" type="sibTrans" cxnId="{621E2915-CC53-42B0-9241-A6890CA77493}">
      <dgm:prSet/>
      <dgm:spPr/>
      <dgm:t>
        <a:bodyPr/>
        <a:lstStyle/>
        <a:p>
          <a:endParaRPr lang="en-US"/>
        </a:p>
      </dgm:t>
    </dgm:pt>
    <dgm:pt modelId="{FEA88953-B508-46BC-8BAA-BD5CDB798916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 err="1"/>
            <a:t>KaMavota</a:t>
          </a:r>
          <a:r>
            <a:rPr lang="en-US" sz="800" b="0" dirty="0"/>
            <a:t>: 		40552</a:t>
          </a:r>
        </a:p>
      </dgm:t>
    </dgm:pt>
    <dgm:pt modelId="{C97C008A-C6D7-4808-8C6F-A45C266B087C}" type="parTrans" cxnId="{F760CF7B-F121-4BBF-A613-9EFCF8E6E84C}">
      <dgm:prSet/>
      <dgm:spPr/>
      <dgm:t>
        <a:bodyPr/>
        <a:lstStyle/>
        <a:p>
          <a:endParaRPr lang="en-US"/>
        </a:p>
      </dgm:t>
    </dgm:pt>
    <dgm:pt modelId="{1F67E5CE-20AF-4E56-A48E-6BF39A82AFFA}" type="sibTrans" cxnId="{F760CF7B-F121-4BBF-A613-9EFCF8E6E84C}">
      <dgm:prSet/>
      <dgm:spPr/>
      <dgm:t>
        <a:bodyPr/>
        <a:lstStyle/>
        <a:p>
          <a:endParaRPr lang="en-US"/>
        </a:p>
      </dgm:t>
    </dgm:pt>
    <dgm:pt modelId="{3A9AB712-DB85-411F-9693-F107E1EA55DD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 err="1"/>
            <a:t>KaMubukwana</a:t>
          </a:r>
          <a:r>
            <a:rPr lang="en-US" sz="800" b="0" dirty="0"/>
            <a:t>: 	72723</a:t>
          </a:r>
        </a:p>
      </dgm:t>
    </dgm:pt>
    <dgm:pt modelId="{599D422D-C17A-445E-A0C2-7F8737CED9A5}" type="parTrans" cxnId="{B6D75B01-5043-4AA2-93BF-73B615121EBB}">
      <dgm:prSet/>
      <dgm:spPr/>
      <dgm:t>
        <a:bodyPr/>
        <a:lstStyle/>
        <a:p>
          <a:endParaRPr lang="en-US"/>
        </a:p>
      </dgm:t>
    </dgm:pt>
    <dgm:pt modelId="{E371753B-90B4-4AD6-B863-5804A524027D}" type="sibTrans" cxnId="{B6D75B01-5043-4AA2-93BF-73B615121EBB}">
      <dgm:prSet/>
      <dgm:spPr/>
      <dgm:t>
        <a:bodyPr/>
        <a:lstStyle/>
        <a:p>
          <a:endParaRPr lang="en-US"/>
        </a:p>
      </dgm:t>
    </dgm:pt>
    <dgm:pt modelId="{50879049-E04F-4BDD-8154-BC563087FE63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 err="1"/>
            <a:t>KaTembe</a:t>
          </a:r>
          <a:r>
            <a:rPr lang="en-US" sz="800" b="0" dirty="0"/>
            <a:t>: 		5567</a:t>
          </a:r>
        </a:p>
      </dgm:t>
    </dgm:pt>
    <dgm:pt modelId="{CED558F6-D83C-4848-9745-F18EA0A1FEE3}" type="parTrans" cxnId="{18AE1753-A55C-43F8-8A09-305E7ED2C475}">
      <dgm:prSet/>
      <dgm:spPr/>
      <dgm:t>
        <a:bodyPr/>
        <a:lstStyle/>
        <a:p>
          <a:endParaRPr lang="en-US"/>
        </a:p>
      </dgm:t>
    </dgm:pt>
    <dgm:pt modelId="{A04C4101-831C-4AD0-8A92-E3528FC4AD45}" type="sibTrans" cxnId="{18AE1753-A55C-43F8-8A09-305E7ED2C475}">
      <dgm:prSet/>
      <dgm:spPr/>
      <dgm:t>
        <a:bodyPr/>
        <a:lstStyle/>
        <a:p>
          <a:endParaRPr lang="en-US"/>
        </a:p>
      </dgm:t>
    </dgm:pt>
    <dgm:pt modelId="{2CA52456-0268-40E1-9D06-40924D192764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/>
            <a:t>KaNyaka: 		760</a:t>
          </a:r>
        </a:p>
      </dgm:t>
    </dgm:pt>
    <dgm:pt modelId="{7D657299-D156-4CD0-BD33-E7C24AF8388A}" type="parTrans" cxnId="{E0A323A6-6BD2-4B23-8165-A495587CD201}">
      <dgm:prSet/>
      <dgm:spPr/>
      <dgm:t>
        <a:bodyPr/>
        <a:lstStyle/>
        <a:p>
          <a:endParaRPr lang="en-US"/>
        </a:p>
      </dgm:t>
    </dgm:pt>
    <dgm:pt modelId="{95D8B46A-3389-462B-B2D4-B24F30F38984}" type="sibTrans" cxnId="{E0A323A6-6BD2-4B23-8165-A495587CD201}">
      <dgm:prSet/>
      <dgm:spPr/>
      <dgm:t>
        <a:bodyPr/>
        <a:lstStyle/>
        <a:p>
          <a:endParaRPr lang="en-US"/>
        </a:p>
      </dgm:t>
    </dgm:pt>
    <dgm:pt modelId="{50128929-43D7-4970-BB62-2E94CF1DBF8B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 err="1"/>
            <a:t>Nhlamankulu</a:t>
          </a:r>
          <a:r>
            <a:rPr lang="en-US" sz="800" b="0" dirty="0"/>
            <a:t>:		31220</a:t>
          </a:r>
        </a:p>
      </dgm:t>
    </dgm:pt>
    <dgm:pt modelId="{6291896E-ECA2-485E-B001-F5FE985B8B70}" type="parTrans" cxnId="{3FE0B77F-EF9F-479E-824F-5899FFC97412}">
      <dgm:prSet/>
      <dgm:spPr/>
      <dgm:t>
        <a:bodyPr/>
        <a:lstStyle/>
        <a:p>
          <a:endParaRPr lang="en-US"/>
        </a:p>
      </dgm:t>
    </dgm:pt>
    <dgm:pt modelId="{394439AC-B02C-45B1-B1E7-5972E696B996}" type="sibTrans" cxnId="{3FE0B77F-EF9F-479E-824F-5899FFC97412}">
      <dgm:prSet/>
      <dgm:spPr/>
      <dgm:t>
        <a:bodyPr/>
        <a:lstStyle/>
        <a:p>
          <a:endParaRPr lang="en-US"/>
        </a:p>
      </dgm:t>
    </dgm:pt>
    <dgm:pt modelId="{1B0E1FDC-370C-4FCA-8DE4-1D7038E1446F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 err="1"/>
            <a:t>KaMaxakene</a:t>
          </a:r>
          <a:r>
            <a:rPr lang="en-US" sz="800" b="0" dirty="0"/>
            <a:t>:		15768</a:t>
          </a:r>
        </a:p>
      </dgm:t>
    </dgm:pt>
    <dgm:pt modelId="{3157D9C9-26A3-4C4B-9816-6E7467BBDB00}" type="parTrans" cxnId="{D7AAE7F7-4A4B-4D69-A43A-D751F63B0A96}">
      <dgm:prSet/>
      <dgm:spPr/>
      <dgm:t>
        <a:bodyPr/>
        <a:lstStyle/>
        <a:p>
          <a:endParaRPr lang="en-US"/>
        </a:p>
      </dgm:t>
    </dgm:pt>
    <dgm:pt modelId="{11AF3D02-845C-49BE-8C0C-60BEA197819E}" type="sibTrans" cxnId="{D7AAE7F7-4A4B-4D69-A43A-D751F63B0A96}">
      <dgm:prSet/>
      <dgm:spPr/>
      <dgm:t>
        <a:bodyPr/>
        <a:lstStyle/>
        <a:p>
          <a:endParaRPr lang="en-US"/>
        </a:p>
      </dgm:t>
    </dgm:pt>
    <dgm:pt modelId="{E23635CE-E3C6-45C6-BFC0-8CE523D6B1E9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 err="1"/>
            <a:t>KaMavota</a:t>
          </a:r>
          <a:r>
            <a:rPr lang="en-US" sz="800" b="0" dirty="0"/>
            <a:t>: 		35748</a:t>
          </a:r>
        </a:p>
      </dgm:t>
    </dgm:pt>
    <dgm:pt modelId="{89171C77-402D-46CD-9A42-E96402709E94}" type="parTrans" cxnId="{5C7A6CAA-BDB1-422D-B735-347453C5BCF7}">
      <dgm:prSet/>
      <dgm:spPr/>
      <dgm:t>
        <a:bodyPr/>
        <a:lstStyle/>
        <a:p>
          <a:endParaRPr lang="en-US"/>
        </a:p>
      </dgm:t>
    </dgm:pt>
    <dgm:pt modelId="{30D6AEB3-1205-4C24-B8BA-3F53549EB82D}" type="sibTrans" cxnId="{5C7A6CAA-BDB1-422D-B735-347453C5BCF7}">
      <dgm:prSet/>
      <dgm:spPr/>
      <dgm:t>
        <a:bodyPr/>
        <a:lstStyle/>
        <a:p>
          <a:endParaRPr lang="en-US"/>
        </a:p>
      </dgm:t>
    </dgm:pt>
    <dgm:pt modelId="{0E6F8292-852C-4799-A8C3-7C0FF6383453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 err="1"/>
            <a:t>KaMubukwana</a:t>
          </a:r>
          <a:r>
            <a:rPr lang="en-US" sz="800" b="0" dirty="0"/>
            <a:t>: 	72189</a:t>
          </a:r>
        </a:p>
      </dgm:t>
    </dgm:pt>
    <dgm:pt modelId="{3F06E823-37AF-40BB-B7CB-3C1733F93735}" type="parTrans" cxnId="{3ED4B4DA-B326-45B7-842B-4BE828DD6A56}">
      <dgm:prSet/>
      <dgm:spPr/>
      <dgm:t>
        <a:bodyPr/>
        <a:lstStyle/>
        <a:p>
          <a:endParaRPr lang="en-US"/>
        </a:p>
      </dgm:t>
    </dgm:pt>
    <dgm:pt modelId="{8D32D7E6-772D-41CE-8759-C8A5351E1BD7}" type="sibTrans" cxnId="{3ED4B4DA-B326-45B7-842B-4BE828DD6A56}">
      <dgm:prSet/>
      <dgm:spPr/>
      <dgm:t>
        <a:bodyPr/>
        <a:lstStyle/>
        <a:p>
          <a:endParaRPr lang="en-US"/>
        </a:p>
      </dgm:t>
    </dgm:pt>
    <dgm:pt modelId="{A0AC832E-E3CF-4BCC-B4A8-3706FEC4904A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 err="1"/>
            <a:t>KaTembe</a:t>
          </a:r>
          <a:r>
            <a:rPr lang="en-US" sz="800" b="0" dirty="0"/>
            <a:t>: 		8669</a:t>
          </a:r>
        </a:p>
      </dgm:t>
    </dgm:pt>
    <dgm:pt modelId="{D0499C67-09D2-4F2A-A350-7C4BD9440853}" type="parTrans" cxnId="{59865467-D036-4368-BD64-F84A1A78AC85}">
      <dgm:prSet/>
      <dgm:spPr/>
      <dgm:t>
        <a:bodyPr/>
        <a:lstStyle/>
        <a:p>
          <a:endParaRPr lang="en-US"/>
        </a:p>
      </dgm:t>
    </dgm:pt>
    <dgm:pt modelId="{E891A483-1B4A-4F2A-B8EE-6856A711FFD8}" type="sibTrans" cxnId="{59865467-D036-4368-BD64-F84A1A78AC85}">
      <dgm:prSet/>
      <dgm:spPr/>
      <dgm:t>
        <a:bodyPr/>
        <a:lstStyle/>
        <a:p>
          <a:endParaRPr lang="en-US"/>
        </a:p>
      </dgm:t>
    </dgm:pt>
    <dgm:pt modelId="{E17797C9-F837-4066-A39A-CB5AEC5B2C96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/>
            <a:t>KaNyaka		706</a:t>
          </a:r>
        </a:p>
      </dgm:t>
    </dgm:pt>
    <dgm:pt modelId="{2DD8168B-BA31-4640-BF66-35EC7AC1AB64}" type="parTrans" cxnId="{08E8D726-F43A-4997-ADF5-FE9E595063FF}">
      <dgm:prSet/>
      <dgm:spPr/>
      <dgm:t>
        <a:bodyPr/>
        <a:lstStyle/>
        <a:p>
          <a:endParaRPr lang="en-US"/>
        </a:p>
      </dgm:t>
    </dgm:pt>
    <dgm:pt modelId="{4A05EDCE-C9FC-422A-ADDC-D9FB393BDCF9}" type="sibTrans" cxnId="{08E8D726-F43A-4997-ADF5-FE9E595063FF}">
      <dgm:prSet/>
      <dgm:spPr/>
      <dgm:t>
        <a:bodyPr/>
        <a:lstStyle/>
        <a:p>
          <a:endParaRPr lang="en-US"/>
        </a:p>
      </dgm:t>
    </dgm:pt>
    <dgm:pt modelId="{C4D8CC64-8B3E-4E79-8702-B8711E479545}">
      <dgm:prSet phldrT="[Texto]" custT="1"/>
      <dgm:spPr/>
      <dgm:t>
        <a:bodyPr anchor="ctr"/>
        <a:lstStyle/>
        <a:p>
          <a:pPr algn="l">
            <a:lnSpc>
              <a:spcPct val="100000"/>
            </a:lnSpc>
          </a:pPr>
          <a:r>
            <a:rPr lang="en-US" sz="800" dirty="0" err="1"/>
            <a:t>Nhlamankulu</a:t>
          </a:r>
          <a:r>
            <a:rPr lang="pt-PT" sz="800" b="1" dirty="0"/>
            <a:t>:		</a:t>
          </a:r>
          <a:r>
            <a:rPr lang="en-US" sz="800" b="0" dirty="0"/>
            <a:t>36532</a:t>
          </a:r>
          <a:endParaRPr lang="pt-PT" sz="800" b="0" dirty="0"/>
        </a:p>
      </dgm:t>
    </dgm:pt>
    <dgm:pt modelId="{3E335E04-6D5E-4E16-91E6-EB901D45C33C}" type="sibTrans" cxnId="{7ADBFF4B-89F3-425D-A9D4-8C2E05649013}">
      <dgm:prSet/>
      <dgm:spPr/>
      <dgm:t>
        <a:bodyPr/>
        <a:lstStyle/>
        <a:p>
          <a:endParaRPr lang="pt-PT" sz="1100"/>
        </a:p>
      </dgm:t>
    </dgm:pt>
    <dgm:pt modelId="{80271984-C5F5-47DC-AC67-412D14D4BA68}" type="parTrans" cxnId="{7ADBFF4B-89F3-425D-A9D4-8C2E05649013}">
      <dgm:prSet/>
      <dgm:spPr/>
      <dgm:t>
        <a:bodyPr/>
        <a:lstStyle/>
        <a:p>
          <a:endParaRPr lang="pt-PT" sz="1100"/>
        </a:p>
      </dgm:t>
    </dgm:pt>
    <dgm:pt modelId="{0343A66F-B16D-4E63-B7CE-1CEAAB44D477}">
      <dgm:prSet phldrT="[Texto]" custT="1"/>
      <dgm:spPr/>
      <dgm:t>
        <a:bodyPr/>
        <a:lstStyle/>
        <a:p>
          <a:pPr algn="l">
            <a:lnSpc>
              <a:spcPct val="100000"/>
            </a:lnSpc>
            <a:buNone/>
          </a:pPr>
          <a:r>
            <a:rPr lang="en-US" sz="800" dirty="0" err="1"/>
            <a:t>KaMaxakene</a:t>
          </a:r>
          <a:r>
            <a:rPr lang="en-US" sz="800" dirty="0"/>
            <a:t>:		64115</a:t>
          </a:r>
          <a:endParaRPr lang="pt-PT" sz="800" b="0" dirty="0"/>
        </a:p>
      </dgm:t>
    </dgm:pt>
    <dgm:pt modelId="{9D11D7CD-7C76-4830-A47D-2F30E7724AA5}" type="sibTrans" cxnId="{F209DC72-1214-4411-A545-989240C2F0E8}">
      <dgm:prSet/>
      <dgm:spPr/>
      <dgm:t>
        <a:bodyPr/>
        <a:lstStyle/>
        <a:p>
          <a:endParaRPr lang="en-US" sz="1800"/>
        </a:p>
      </dgm:t>
    </dgm:pt>
    <dgm:pt modelId="{524E4931-68EB-4766-A926-8CBE36850F20}" type="parTrans" cxnId="{F209DC72-1214-4411-A545-989240C2F0E8}">
      <dgm:prSet/>
      <dgm:spPr/>
      <dgm:t>
        <a:bodyPr/>
        <a:lstStyle/>
        <a:p>
          <a:endParaRPr lang="en-US" sz="1800"/>
        </a:p>
      </dgm:t>
    </dgm:pt>
    <dgm:pt modelId="{7F4168F8-D530-4B8F-A626-66B9006698B6}">
      <dgm:prSet phldrT="[Texto]" custT="1"/>
      <dgm:spPr/>
      <dgm:t>
        <a:bodyPr/>
        <a:lstStyle/>
        <a:p>
          <a:pPr algn="l">
            <a:lnSpc>
              <a:spcPct val="100000"/>
            </a:lnSpc>
            <a:buNone/>
          </a:pPr>
          <a:r>
            <a:rPr lang="en-US" sz="800" dirty="0" err="1"/>
            <a:t>KaMavota</a:t>
          </a:r>
          <a:r>
            <a:rPr lang="en-US" sz="800" dirty="0"/>
            <a:t>: 		75982</a:t>
          </a:r>
          <a:endParaRPr lang="pt-PT" sz="800" b="0" dirty="0"/>
        </a:p>
      </dgm:t>
    </dgm:pt>
    <dgm:pt modelId="{2A914187-80C7-4341-818E-B19556794106}" type="sibTrans" cxnId="{8EAFFBC1-0C10-41B3-96AD-AFF2EF56C052}">
      <dgm:prSet/>
      <dgm:spPr/>
      <dgm:t>
        <a:bodyPr/>
        <a:lstStyle/>
        <a:p>
          <a:endParaRPr lang="en-US" sz="1800"/>
        </a:p>
      </dgm:t>
    </dgm:pt>
    <dgm:pt modelId="{344457BC-4070-4971-8996-782A1AF98BB3}" type="parTrans" cxnId="{8EAFFBC1-0C10-41B3-96AD-AFF2EF56C052}">
      <dgm:prSet/>
      <dgm:spPr/>
      <dgm:t>
        <a:bodyPr/>
        <a:lstStyle/>
        <a:p>
          <a:endParaRPr lang="en-US" sz="1800"/>
        </a:p>
      </dgm:t>
    </dgm:pt>
    <dgm:pt modelId="{11E1FACD-1647-4D2D-ACEA-38C9A2DF9923}">
      <dgm:prSet phldrT="[Texto]" custT="1"/>
      <dgm:spPr/>
      <dgm:t>
        <a:bodyPr/>
        <a:lstStyle/>
        <a:p>
          <a:pPr algn="l">
            <a:lnSpc>
              <a:spcPct val="100000"/>
            </a:lnSpc>
            <a:buNone/>
          </a:pPr>
          <a:r>
            <a:rPr lang="en-US" sz="800" dirty="0" err="1"/>
            <a:t>KaMubukwana</a:t>
          </a:r>
          <a:r>
            <a:rPr lang="en-US" sz="800" dirty="0"/>
            <a:t>: 	80666</a:t>
          </a:r>
          <a:endParaRPr lang="pt-PT" sz="800" b="0" dirty="0"/>
        </a:p>
      </dgm:t>
    </dgm:pt>
    <dgm:pt modelId="{CB34AE3F-5F2D-4651-846A-351E53DF9903}" type="sibTrans" cxnId="{C1442699-C131-47DB-8534-77876F80E8C1}">
      <dgm:prSet/>
      <dgm:spPr/>
      <dgm:t>
        <a:bodyPr/>
        <a:lstStyle/>
        <a:p>
          <a:endParaRPr lang="en-US" sz="1800"/>
        </a:p>
      </dgm:t>
    </dgm:pt>
    <dgm:pt modelId="{CF46E768-DA15-4B17-905E-C49D18388F49}" type="parTrans" cxnId="{C1442699-C131-47DB-8534-77876F80E8C1}">
      <dgm:prSet/>
      <dgm:spPr/>
      <dgm:t>
        <a:bodyPr/>
        <a:lstStyle/>
        <a:p>
          <a:endParaRPr lang="en-US" sz="1800"/>
        </a:p>
      </dgm:t>
    </dgm:pt>
    <dgm:pt modelId="{BD1EC750-1CCD-4541-99BD-FF0E50BA1238}">
      <dgm:prSet phldrT="[Texto]" custT="1"/>
      <dgm:spPr/>
      <dgm:t>
        <a:bodyPr/>
        <a:lstStyle/>
        <a:p>
          <a:pPr algn="l">
            <a:lnSpc>
              <a:spcPct val="100000"/>
            </a:lnSpc>
            <a:buNone/>
          </a:pPr>
          <a:r>
            <a:rPr lang="en-US" sz="800" dirty="0" err="1"/>
            <a:t>KaTembe</a:t>
          </a:r>
          <a:r>
            <a:rPr lang="en-US" sz="800" dirty="0"/>
            <a:t>: 		14252</a:t>
          </a:r>
          <a:endParaRPr lang="pt-PT" sz="800" b="0" dirty="0"/>
        </a:p>
      </dgm:t>
    </dgm:pt>
    <dgm:pt modelId="{AF3236C1-521D-4755-A98B-1593D146F6A6}" type="sibTrans" cxnId="{FC947189-7396-4052-8E6A-0A00ABFA48B6}">
      <dgm:prSet/>
      <dgm:spPr/>
      <dgm:t>
        <a:bodyPr/>
        <a:lstStyle/>
        <a:p>
          <a:endParaRPr lang="en-US" sz="1800"/>
        </a:p>
      </dgm:t>
    </dgm:pt>
    <dgm:pt modelId="{7DDDD742-0F28-471A-B93B-AB5D319931E9}" type="parTrans" cxnId="{FC947189-7396-4052-8E6A-0A00ABFA48B6}">
      <dgm:prSet/>
      <dgm:spPr/>
      <dgm:t>
        <a:bodyPr/>
        <a:lstStyle/>
        <a:p>
          <a:endParaRPr lang="en-US" sz="1800"/>
        </a:p>
      </dgm:t>
    </dgm:pt>
    <dgm:pt modelId="{3CC5C86C-915A-4706-9544-35FA5E980EF1}">
      <dgm:prSet phldrT="[Texto]" custT="1"/>
      <dgm:spPr/>
      <dgm:t>
        <a:bodyPr/>
        <a:lstStyle/>
        <a:p>
          <a:pPr algn="l">
            <a:lnSpc>
              <a:spcPct val="100000"/>
            </a:lnSpc>
            <a:buNone/>
          </a:pPr>
          <a:r>
            <a:rPr lang="en-US" sz="800" dirty="0"/>
            <a:t>KaNyaka		1311</a:t>
          </a:r>
          <a:endParaRPr lang="pt-PT" sz="800" b="0" dirty="0"/>
        </a:p>
      </dgm:t>
    </dgm:pt>
    <dgm:pt modelId="{4601BB44-BD58-4B5C-B724-84CD69FC59CA}" type="sibTrans" cxnId="{E22D5135-216F-4298-A025-F769AA0B3899}">
      <dgm:prSet/>
      <dgm:spPr/>
      <dgm:t>
        <a:bodyPr/>
        <a:lstStyle/>
        <a:p>
          <a:endParaRPr lang="en-US" sz="1800"/>
        </a:p>
      </dgm:t>
    </dgm:pt>
    <dgm:pt modelId="{10D4E06A-C650-41A8-8AC7-A5A35C69F72B}" type="parTrans" cxnId="{E22D5135-216F-4298-A025-F769AA0B3899}">
      <dgm:prSet/>
      <dgm:spPr/>
      <dgm:t>
        <a:bodyPr/>
        <a:lstStyle/>
        <a:p>
          <a:endParaRPr lang="en-US" sz="1800"/>
        </a:p>
      </dgm:t>
    </dgm:pt>
    <dgm:pt modelId="{6D53399A-5884-467E-86CA-D99166CE94EE}" type="pres">
      <dgm:prSet presAssocID="{A037A994-827C-42E7-B50A-DEED8C186439}" presName="Name0" presStyleCnt="0">
        <dgm:presLayoutVars>
          <dgm:dir/>
          <dgm:animLvl val="lvl"/>
          <dgm:resizeHandles val="exact"/>
        </dgm:presLayoutVars>
      </dgm:prSet>
      <dgm:spPr/>
    </dgm:pt>
    <dgm:pt modelId="{540817C1-6561-4991-914A-AC9A8A9EB302}" type="pres">
      <dgm:prSet presAssocID="{26E24B7B-18AE-4479-9FBE-2E17B2337522}" presName="composite" presStyleCnt="0"/>
      <dgm:spPr/>
    </dgm:pt>
    <dgm:pt modelId="{C5CC311C-3919-4641-BC63-F2C27F3911F7}" type="pres">
      <dgm:prSet presAssocID="{26E24B7B-18AE-4479-9FBE-2E17B2337522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0ABEC532-CB64-47AE-B338-676E4DEF4AE8}" type="pres">
      <dgm:prSet presAssocID="{26E24B7B-18AE-4479-9FBE-2E17B2337522}" presName="desTx" presStyleLbl="alignAccFollowNode1" presStyleIdx="0" presStyleCnt="4">
        <dgm:presLayoutVars>
          <dgm:bulletEnabled val="1"/>
        </dgm:presLayoutVars>
      </dgm:prSet>
      <dgm:spPr/>
    </dgm:pt>
    <dgm:pt modelId="{4FF28CF3-D3D4-4509-9CD8-635D2A2B48D5}" type="pres">
      <dgm:prSet presAssocID="{8148635B-848E-4F58-B9E0-CBB470C098A2}" presName="space" presStyleCnt="0"/>
      <dgm:spPr/>
    </dgm:pt>
    <dgm:pt modelId="{B1215D73-9592-40B0-BF73-115571C162C3}" type="pres">
      <dgm:prSet presAssocID="{550A08EB-CCFF-49B8-AB7D-831F151099E6}" presName="composite" presStyleCnt="0"/>
      <dgm:spPr/>
    </dgm:pt>
    <dgm:pt modelId="{442A170E-5354-45BE-8146-0D4F1C9FE201}" type="pres">
      <dgm:prSet presAssocID="{550A08EB-CCFF-49B8-AB7D-831F151099E6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199B5677-DCF4-445E-8E90-D7A80ACE74D6}" type="pres">
      <dgm:prSet presAssocID="{550A08EB-CCFF-49B8-AB7D-831F151099E6}" presName="desTx" presStyleLbl="alignAccFollowNode1" presStyleIdx="1" presStyleCnt="4">
        <dgm:presLayoutVars>
          <dgm:bulletEnabled val="1"/>
        </dgm:presLayoutVars>
      </dgm:prSet>
      <dgm:spPr/>
    </dgm:pt>
    <dgm:pt modelId="{5C802360-C7B3-42EE-BC76-48C1764341A9}" type="pres">
      <dgm:prSet presAssocID="{B343D7D5-3738-425D-8245-9F201E14713F}" presName="space" presStyleCnt="0"/>
      <dgm:spPr/>
    </dgm:pt>
    <dgm:pt modelId="{58C510F1-61E7-45EA-918C-765B528A3582}" type="pres">
      <dgm:prSet presAssocID="{B64D22C4-BC7F-423A-8177-8EAE6ABC0ED9}" presName="composite" presStyleCnt="0"/>
      <dgm:spPr/>
    </dgm:pt>
    <dgm:pt modelId="{7D1C3BE7-B630-41F4-9BA8-24F013FC4CCD}" type="pres">
      <dgm:prSet presAssocID="{B64D22C4-BC7F-423A-8177-8EAE6ABC0ED9}" presName="parTx" presStyleLbl="alignNode1" presStyleIdx="2" presStyleCnt="4" custScaleX="113427">
        <dgm:presLayoutVars>
          <dgm:chMax val="0"/>
          <dgm:chPref val="0"/>
          <dgm:bulletEnabled val="1"/>
        </dgm:presLayoutVars>
      </dgm:prSet>
      <dgm:spPr/>
    </dgm:pt>
    <dgm:pt modelId="{CDF39851-ADBF-4393-9AB2-98DDEE3237B2}" type="pres">
      <dgm:prSet presAssocID="{B64D22C4-BC7F-423A-8177-8EAE6ABC0ED9}" presName="desTx" presStyleLbl="alignAccFollowNode1" presStyleIdx="2" presStyleCnt="4" custScaleX="112113">
        <dgm:presLayoutVars>
          <dgm:bulletEnabled val="1"/>
        </dgm:presLayoutVars>
      </dgm:prSet>
      <dgm:spPr/>
    </dgm:pt>
    <dgm:pt modelId="{E6E396AE-CEF9-4D2F-A301-18CA21F553FA}" type="pres">
      <dgm:prSet presAssocID="{AEE6CF97-723F-4FD3-98A7-2286A3AFAEFC}" presName="space" presStyleCnt="0"/>
      <dgm:spPr/>
    </dgm:pt>
    <dgm:pt modelId="{A6F9BEA1-EBF6-4A5F-8B30-8ABBB20D99B0}" type="pres">
      <dgm:prSet presAssocID="{9CADE8BE-541D-4FD1-9169-0E440327B252}" presName="composite" presStyleCnt="0"/>
      <dgm:spPr/>
    </dgm:pt>
    <dgm:pt modelId="{6CA5CB89-965F-46F4-AB63-5A87591C812D}" type="pres">
      <dgm:prSet presAssocID="{9CADE8BE-541D-4FD1-9169-0E440327B252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FD162D3A-1177-4F1B-9F5D-C4AE692DD6E1}" type="pres">
      <dgm:prSet presAssocID="{9CADE8BE-541D-4FD1-9169-0E440327B252}" presName="desTx" presStyleLbl="alignAccFollowNode1" presStyleIdx="3" presStyleCnt="4" custScaleY="100000">
        <dgm:presLayoutVars>
          <dgm:bulletEnabled val="1"/>
        </dgm:presLayoutVars>
      </dgm:prSet>
      <dgm:spPr/>
    </dgm:pt>
  </dgm:ptLst>
  <dgm:cxnLst>
    <dgm:cxn modelId="{B6D75B01-5043-4AA2-93BF-73B615121EBB}" srcId="{B64D22C4-BC7F-423A-8177-8EAE6ABC0ED9}" destId="{3A9AB712-DB85-411F-9693-F107E1EA55DD}" srcOrd="4" destOrd="0" parTransId="{599D422D-C17A-445E-A0C2-7F8737CED9A5}" sibTransId="{E371753B-90B4-4AD6-B863-5804A524027D}"/>
    <dgm:cxn modelId="{621E2915-CC53-42B0-9241-A6890CA77493}" srcId="{B64D22C4-BC7F-423A-8177-8EAE6ABC0ED9}" destId="{B3E4C119-E52C-4913-B5FF-7253FA3B0AFD}" srcOrd="2" destOrd="0" parTransId="{E0C22130-1DBF-40AE-9C8A-FB1EC3D69F9B}" sibTransId="{949238F6-9088-4604-9668-8558BD8255B7}"/>
    <dgm:cxn modelId="{2416A51B-CBCE-4A44-80A3-CCBED3B8A51C}" type="presOf" srcId="{9F4E15AE-00E4-48BA-89E0-E4C7DFD38EDC}" destId="{199B5677-DCF4-445E-8E90-D7A80ACE74D6}" srcOrd="0" destOrd="5" presId="urn:microsoft.com/office/officeart/2005/8/layout/hList1"/>
    <dgm:cxn modelId="{E893CB22-A697-4839-883B-893181272281}" type="presOf" srcId="{2CA52456-0268-40E1-9D06-40924D192764}" destId="{CDF39851-ADBF-4393-9AB2-98DDEE3237B2}" srcOrd="0" destOrd="6" presId="urn:microsoft.com/office/officeart/2005/8/layout/hList1"/>
    <dgm:cxn modelId="{10E8B724-D363-4E75-BBE7-AB9DF3A9763F}" srcId="{B64D22C4-BC7F-423A-8177-8EAE6ABC0ED9}" destId="{2A68F0AA-B1AE-4183-8315-27F0EE5F5F86}" srcOrd="0" destOrd="0" parTransId="{BB07A91D-D3E0-4C45-8E09-284E76E11CC0}" sibTransId="{A383DC93-412F-4A85-A095-8432B6408CB2}"/>
    <dgm:cxn modelId="{08E8D726-F43A-4997-ADF5-FE9E595063FF}" srcId="{9CADE8BE-541D-4FD1-9169-0E440327B252}" destId="{E17797C9-F837-4066-A39A-CB5AEC5B2C96}" srcOrd="6" destOrd="0" parTransId="{2DD8168B-BA31-4640-BF66-35EC7AC1AB64}" sibTransId="{4A05EDCE-C9FC-422A-ADDC-D9FB393BDCF9}"/>
    <dgm:cxn modelId="{F2C48B30-153E-45FD-8158-28677F162F36}" type="presOf" srcId="{3A9AB712-DB85-411F-9693-F107E1EA55DD}" destId="{CDF39851-ADBF-4393-9AB2-98DDEE3237B2}" srcOrd="0" destOrd="4" presId="urn:microsoft.com/office/officeart/2005/8/layout/hList1"/>
    <dgm:cxn modelId="{AA1F9632-5270-472D-8370-4A7BA30F8322}" type="presOf" srcId="{30A8477A-F0D4-4ED1-A419-B13E8C3FFDA2}" destId="{199B5677-DCF4-445E-8E90-D7A80ACE74D6}" srcOrd="0" destOrd="7" presId="urn:microsoft.com/office/officeart/2005/8/layout/hList1"/>
    <dgm:cxn modelId="{2AB36834-9CAA-43E4-8837-F08665460363}" type="presOf" srcId="{B3E4C119-E52C-4913-B5FF-7253FA3B0AFD}" destId="{CDF39851-ADBF-4393-9AB2-98DDEE3237B2}" srcOrd="0" destOrd="2" presId="urn:microsoft.com/office/officeart/2005/8/layout/hList1"/>
    <dgm:cxn modelId="{E22D5135-216F-4298-A025-F769AA0B3899}" srcId="{26E24B7B-18AE-4479-9FBE-2E17B2337522}" destId="{3CC5C86C-915A-4706-9544-35FA5E980EF1}" srcOrd="6" destOrd="0" parTransId="{10D4E06A-C650-41A8-8AC7-A5A35C69F72B}" sibTransId="{4601BB44-BD58-4B5C-B724-84CD69FC59CA}"/>
    <dgm:cxn modelId="{4FC29137-8F29-46B3-B67F-32FE4075563A}" srcId="{A037A994-827C-42E7-B50A-DEED8C186439}" destId="{B64D22C4-BC7F-423A-8177-8EAE6ABC0ED9}" srcOrd="2" destOrd="0" parTransId="{963CD5A6-3603-419E-BC62-F7BA9EC628DE}" sibTransId="{AEE6CF97-723F-4FD3-98A7-2286A3AFAEFC}"/>
    <dgm:cxn modelId="{8595273C-1CAE-4DB3-9A82-8D48F3DCDBE0}" srcId="{B64D22C4-BC7F-423A-8177-8EAE6ABC0ED9}" destId="{710AB261-73C7-41C7-8130-7A9BE89CB80E}" srcOrd="1" destOrd="0" parTransId="{D14B980A-D6F8-439C-9D43-B10124B9642D}" sibTransId="{D7C8A776-B8E4-4493-96FD-B07BF110C713}"/>
    <dgm:cxn modelId="{AD4F8E3D-C7EE-45E8-8C09-EF12659D3D74}" type="presOf" srcId="{C4D8CC64-8B3E-4E79-8702-B8711E479545}" destId="{0ABEC532-CB64-47AE-B338-676E4DEF4AE8}" srcOrd="0" destOrd="1" presId="urn:microsoft.com/office/officeart/2005/8/layout/hList1"/>
    <dgm:cxn modelId="{B64DEF3D-C239-47A2-B3A3-210E5A434059}" type="presOf" srcId="{C9C013EF-A9E0-469B-B170-2A5B7CA63E69}" destId="{199B5677-DCF4-445E-8E90-D7A80ACE74D6}" srcOrd="0" destOrd="6" presId="urn:microsoft.com/office/officeart/2005/8/layout/hList1"/>
    <dgm:cxn modelId="{CF60B73E-BBAC-47CA-B6CA-3FD689BFC80E}" type="presOf" srcId="{616AF4CE-31B5-429C-B407-AE3C5A0AA55A}" destId="{FD162D3A-1177-4F1B-9F5D-C4AE692DD6E1}" srcOrd="0" destOrd="0" presId="urn:microsoft.com/office/officeart/2005/8/layout/hList1"/>
    <dgm:cxn modelId="{72C59D40-2549-4394-824F-1275B45FBEE6}" type="presOf" srcId="{A0AC832E-E3CF-4BCC-B4A8-3706FEC4904A}" destId="{FD162D3A-1177-4F1B-9F5D-C4AE692DD6E1}" srcOrd="0" destOrd="5" presId="urn:microsoft.com/office/officeart/2005/8/layout/hList1"/>
    <dgm:cxn modelId="{579DD541-83DC-49AB-96D4-5CD83B8EEC3E}" type="presOf" srcId="{7F4168F8-D530-4B8F-A626-66B9006698B6}" destId="{0ABEC532-CB64-47AE-B338-676E4DEF4AE8}" srcOrd="0" destOrd="3" presId="urn:microsoft.com/office/officeart/2005/8/layout/hList1"/>
    <dgm:cxn modelId="{5805D964-E31A-4B16-A703-40FC4965059D}" type="presOf" srcId="{B64D22C4-BC7F-423A-8177-8EAE6ABC0ED9}" destId="{7D1C3BE7-B630-41F4-9BA8-24F013FC4CCD}" srcOrd="0" destOrd="0" presId="urn:microsoft.com/office/officeart/2005/8/layout/hList1"/>
    <dgm:cxn modelId="{59865467-D036-4368-BD64-F84A1A78AC85}" srcId="{9CADE8BE-541D-4FD1-9169-0E440327B252}" destId="{A0AC832E-E3CF-4BCC-B4A8-3706FEC4904A}" srcOrd="5" destOrd="0" parTransId="{D0499C67-09D2-4F2A-A350-7C4BD9440853}" sibTransId="{E891A483-1B4A-4F2A-B8EE-6856A711FFD8}"/>
    <dgm:cxn modelId="{00449B4B-B019-41C2-BFBE-262B1CF60D39}" srcId="{A037A994-827C-42E7-B50A-DEED8C186439}" destId="{26E24B7B-18AE-4479-9FBE-2E17B2337522}" srcOrd="0" destOrd="0" parTransId="{66DE3D84-88CA-46E2-B63D-554E9497CBFE}" sibTransId="{8148635B-848E-4F58-B9E0-CBB470C098A2}"/>
    <dgm:cxn modelId="{7ADBFF4B-89F3-425D-A9D4-8C2E05649013}" srcId="{26E24B7B-18AE-4479-9FBE-2E17B2337522}" destId="{C4D8CC64-8B3E-4E79-8702-B8711E479545}" srcOrd="1" destOrd="0" parTransId="{80271984-C5F5-47DC-AC67-412D14D4BA68}" sibTransId="{3E335E04-6D5E-4E16-91E6-EB901D45C33C}"/>
    <dgm:cxn modelId="{46A5986D-9564-42E3-AF07-8B2DC4CB95D4}" type="presOf" srcId="{1385B9E6-B849-4BCA-8DE9-7C1AFA7112C1}" destId="{0ABEC532-CB64-47AE-B338-676E4DEF4AE8}" srcOrd="0" destOrd="0" presId="urn:microsoft.com/office/officeart/2005/8/layout/hList1"/>
    <dgm:cxn modelId="{D5426A6E-A501-4934-80F3-66A9D62D828E}" srcId="{550A08EB-CCFF-49B8-AB7D-831F151099E6}" destId="{D2F0C593-24BA-4F17-B3E2-A3BA8D1DA708}" srcOrd="2" destOrd="0" parTransId="{A76F0FE0-6AEF-4AA3-8A08-7C9C32A4A37D}" sibTransId="{570E3133-0851-4EAE-BE01-7E7318E1A568}"/>
    <dgm:cxn modelId="{AC3AAE4E-E660-4051-93E0-704F17741795}" type="presOf" srcId="{0E6F8292-852C-4799-A8C3-7C0FF6383453}" destId="{FD162D3A-1177-4F1B-9F5D-C4AE692DD6E1}" srcOrd="0" destOrd="4" presId="urn:microsoft.com/office/officeart/2005/8/layout/hList1"/>
    <dgm:cxn modelId="{06DE0B6F-158F-4B5E-954D-CF94C06D519C}" srcId="{550A08EB-CCFF-49B8-AB7D-831F151099E6}" destId="{D422C4EF-7F6D-4494-A451-051C8CF40385}" srcOrd="0" destOrd="0" parTransId="{D971FE7A-F6E1-4BF1-A469-0101F22386EC}" sibTransId="{7258E857-90B3-48DD-8C6D-BEA898903C9B}"/>
    <dgm:cxn modelId="{BDAE326F-2629-4D05-AA7A-52272777CDC0}" type="presOf" srcId="{2A68F0AA-B1AE-4183-8315-27F0EE5F5F86}" destId="{CDF39851-ADBF-4393-9AB2-98DDEE3237B2}" srcOrd="0" destOrd="0" presId="urn:microsoft.com/office/officeart/2005/8/layout/hList1"/>
    <dgm:cxn modelId="{685B4F4F-2E14-4D00-8E62-1C2D3EFBC852}" type="presOf" srcId="{D2F0C593-24BA-4F17-B3E2-A3BA8D1DA708}" destId="{199B5677-DCF4-445E-8E90-D7A80ACE74D6}" srcOrd="0" destOrd="2" presId="urn:microsoft.com/office/officeart/2005/8/layout/hList1"/>
    <dgm:cxn modelId="{996F8F4F-D243-444E-86FC-E6B780B8755A}" type="presOf" srcId="{11E1FACD-1647-4D2D-ACEA-38C9A2DF9923}" destId="{0ABEC532-CB64-47AE-B338-676E4DEF4AE8}" srcOrd="0" destOrd="4" presId="urn:microsoft.com/office/officeart/2005/8/layout/hList1"/>
    <dgm:cxn modelId="{F209DC72-1214-4411-A545-989240C2F0E8}" srcId="{26E24B7B-18AE-4479-9FBE-2E17B2337522}" destId="{0343A66F-B16D-4E63-B7CE-1CEAAB44D477}" srcOrd="2" destOrd="0" parTransId="{524E4931-68EB-4766-A926-8CBE36850F20}" sibTransId="{9D11D7CD-7C76-4830-A47D-2F30E7724AA5}"/>
    <dgm:cxn modelId="{18AE1753-A55C-43F8-8A09-305E7ED2C475}" srcId="{B64D22C4-BC7F-423A-8177-8EAE6ABC0ED9}" destId="{50879049-E04F-4BDD-8154-BC563087FE63}" srcOrd="5" destOrd="0" parTransId="{CED558F6-D83C-4848-9745-F18EA0A1FEE3}" sibTransId="{A04C4101-831C-4AD0-8A92-E3528FC4AD45}"/>
    <dgm:cxn modelId="{5B1ED274-FC0F-4006-89CD-4C82F20C17AE}" type="presOf" srcId="{1B0E1FDC-370C-4FCA-8DE4-1D7038E1446F}" destId="{FD162D3A-1177-4F1B-9F5D-C4AE692DD6E1}" srcOrd="0" destOrd="2" presId="urn:microsoft.com/office/officeart/2005/8/layout/hList1"/>
    <dgm:cxn modelId="{8F16B675-C35F-4686-B78B-7BA4D4ABEBEE}" type="presOf" srcId="{02A66406-BFCF-4667-86C7-9F94EB04946C}" destId="{CDF39851-ADBF-4393-9AB2-98DDEE3237B2}" srcOrd="0" destOrd="7" presId="urn:microsoft.com/office/officeart/2005/8/layout/hList1"/>
    <dgm:cxn modelId="{28863F56-DC8D-462D-B1F0-90B2F727C2BD}" srcId="{550A08EB-CCFF-49B8-AB7D-831F151099E6}" destId="{743F74AA-94E9-49D2-AB23-77FE79D63A65}" srcOrd="4" destOrd="0" parTransId="{1EE22654-3FD1-4178-89F1-38D2B6A6ED60}" sibTransId="{3B4E4A0F-99A8-4B00-9CBF-1D2C92251CFD}"/>
    <dgm:cxn modelId="{FC5D6058-3B4A-46CF-8517-EA582D2DFED5}" type="presOf" srcId="{0343A66F-B16D-4E63-B7CE-1CEAAB44D477}" destId="{0ABEC532-CB64-47AE-B338-676E4DEF4AE8}" srcOrd="0" destOrd="2" presId="urn:microsoft.com/office/officeart/2005/8/layout/hList1"/>
    <dgm:cxn modelId="{6CFD6558-22E6-4DE5-B43B-0ABE3BD52169}" type="presOf" srcId="{550A08EB-CCFF-49B8-AB7D-831F151099E6}" destId="{442A170E-5354-45BE-8146-0D4F1C9FE201}" srcOrd="0" destOrd="0" presId="urn:microsoft.com/office/officeart/2005/8/layout/hList1"/>
    <dgm:cxn modelId="{6ADF0059-A59D-41E0-8D48-519DDF3C9DF7}" type="presOf" srcId="{50128929-43D7-4970-BB62-2E94CF1DBF8B}" destId="{FD162D3A-1177-4F1B-9F5D-C4AE692DD6E1}" srcOrd="0" destOrd="1" presId="urn:microsoft.com/office/officeart/2005/8/layout/hList1"/>
    <dgm:cxn modelId="{F760CF7B-F121-4BBF-A613-9EFCF8E6E84C}" srcId="{B64D22C4-BC7F-423A-8177-8EAE6ABC0ED9}" destId="{FEA88953-B508-46BC-8BAA-BD5CDB798916}" srcOrd="3" destOrd="0" parTransId="{C97C008A-C6D7-4808-8C6F-A45C266B087C}" sibTransId="{1F67E5CE-20AF-4E56-A48E-6BF39A82AFFA}"/>
    <dgm:cxn modelId="{C6DE177E-54D0-4C44-8CAB-D36560F1A0C0}" srcId="{B64D22C4-BC7F-423A-8177-8EAE6ABC0ED9}" destId="{02A66406-BFCF-4667-86C7-9F94EB04946C}" srcOrd="7" destOrd="0" parTransId="{F69CB705-7298-4C17-9B92-E4BD6B6BF16A}" sibTransId="{0ECD35F2-2240-4D91-B608-E2C7AE6FB46E}"/>
    <dgm:cxn modelId="{3FE0B77F-EF9F-479E-824F-5899FFC97412}" srcId="{9CADE8BE-541D-4FD1-9169-0E440327B252}" destId="{50128929-43D7-4970-BB62-2E94CF1DBF8B}" srcOrd="1" destOrd="0" parTransId="{6291896E-ECA2-485E-B001-F5FE985B8B70}" sibTransId="{394439AC-B02C-45B1-B1E7-5972E696B996}"/>
    <dgm:cxn modelId="{04EFE588-0F20-4E4C-AF3F-FE60F5C65054}" srcId="{550A08EB-CCFF-49B8-AB7D-831F151099E6}" destId="{30A8477A-F0D4-4ED1-A419-B13E8C3FFDA2}" srcOrd="7" destOrd="0" parTransId="{17FD8EE5-8BE2-4A66-9FE8-9FD762633808}" sibTransId="{DDA1BC1E-4B75-43C3-8F9F-3DDB4024A504}"/>
    <dgm:cxn modelId="{74B13889-3C95-419B-B4EA-FAF00971F003}" type="presOf" srcId="{F014886B-2B90-4F25-8844-9AA9B80DCDCE}" destId="{199B5677-DCF4-445E-8E90-D7A80ACE74D6}" srcOrd="0" destOrd="1" presId="urn:microsoft.com/office/officeart/2005/8/layout/hList1"/>
    <dgm:cxn modelId="{FC947189-7396-4052-8E6A-0A00ABFA48B6}" srcId="{26E24B7B-18AE-4479-9FBE-2E17B2337522}" destId="{BD1EC750-1CCD-4541-99BD-FF0E50BA1238}" srcOrd="5" destOrd="0" parTransId="{7DDDD742-0F28-471A-B93B-AB5D319931E9}" sibTransId="{AF3236C1-521D-4755-A98B-1593D146F6A6}"/>
    <dgm:cxn modelId="{C7F8918B-3AAB-4F16-B01B-6CF9B8B419CF}" type="presOf" srcId="{743F74AA-94E9-49D2-AB23-77FE79D63A65}" destId="{199B5677-DCF4-445E-8E90-D7A80ACE74D6}" srcOrd="0" destOrd="4" presId="urn:microsoft.com/office/officeart/2005/8/layout/hList1"/>
    <dgm:cxn modelId="{9BDF9D8D-36E3-4F71-B49B-640B5BCD28E2}" type="presOf" srcId="{50879049-E04F-4BDD-8154-BC563087FE63}" destId="{CDF39851-ADBF-4393-9AB2-98DDEE3237B2}" srcOrd="0" destOrd="5" presId="urn:microsoft.com/office/officeart/2005/8/layout/hList1"/>
    <dgm:cxn modelId="{C57D558E-9088-47A8-B48E-F42859E86FBB}" type="presOf" srcId="{E23635CE-E3C6-45C6-BFC0-8CE523D6B1E9}" destId="{FD162D3A-1177-4F1B-9F5D-C4AE692DD6E1}" srcOrd="0" destOrd="3" presId="urn:microsoft.com/office/officeart/2005/8/layout/hList1"/>
    <dgm:cxn modelId="{C2C4F693-0128-44D8-94A8-8BB9192E0B20}" srcId="{9CADE8BE-541D-4FD1-9169-0E440327B252}" destId="{616AF4CE-31B5-429C-B407-AE3C5A0AA55A}" srcOrd="0" destOrd="0" parTransId="{F7B8866F-570F-4BE7-8F56-C1F3A13066F3}" sibTransId="{09F3DA1F-4952-4CE8-BC5A-C23F7E82F30D}"/>
    <dgm:cxn modelId="{87175F94-BB53-4076-938B-B899EC956AF1}" srcId="{550A08EB-CCFF-49B8-AB7D-831F151099E6}" destId="{9F4E15AE-00E4-48BA-89E0-E4C7DFD38EDC}" srcOrd="5" destOrd="0" parTransId="{15AB9D50-F6F0-4B84-8A47-14477A84A6AA}" sibTransId="{F9009B73-341F-4692-B50C-EF3A12B5B6ED}"/>
    <dgm:cxn modelId="{C1442699-C131-47DB-8534-77876F80E8C1}" srcId="{26E24B7B-18AE-4479-9FBE-2E17B2337522}" destId="{11E1FACD-1647-4D2D-ACEA-38C9A2DF9923}" srcOrd="4" destOrd="0" parTransId="{CF46E768-DA15-4B17-905E-C49D18388F49}" sibTransId="{CB34AE3F-5F2D-4651-846A-351E53DF9903}"/>
    <dgm:cxn modelId="{474714A1-CD7C-4973-AC45-33B128E41858}" srcId="{550A08EB-CCFF-49B8-AB7D-831F151099E6}" destId="{C9C013EF-A9E0-469B-B170-2A5B7CA63E69}" srcOrd="6" destOrd="0" parTransId="{FACBFB8A-8DC8-480E-85B2-72A4CD696F08}" sibTransId="{7DB0EA9B-A582-4EDF-94DA-0634B3F0B3B4}"/>
    <dgm:cxn modelId="{1E367FA3-11E0-4464-8A8C-26606A8AB4A1}" type="presOf" srcId="{FEA88953-B508-46BC-8BAA-BD5CDB798916}" destId="{CDF39851-ADBF-4393-9AB2-98DDEE3237B2}" srcOrd="0" destOrd="3" presId="urn:microsoft.com/office/officeart/2005/8/layout/hList1"/>
    <dgm:cxn modelId="{AF4784A5-E756-40BC-AE03-1802919E28CA}" srcId="{550A08EB-CCFF-49B8-AB7D-831F151099E6}" destId="{F014886B-2B90-4F25-8844-9AA9B80DCDCE}" srcOrd="1" destOrd="0" parTransId="{7B1DBFC4-461E-4375-A85C-A80D5E6B05CE}" sibTransId="{BCCBB2F4-4EF6-4396-BEC6-B44D41695CC1}"/>
    <dgm:cxn modelId="{E0A323A6-6BD2-4B23-8165-A495587CD201}" srcId="{B64D22C4-BC7F-423A-8177-8EAE6ABC0ED9}" destId="{2CA52456-0268-40E1-9D06-40924D192764}" srcOrd="6" destOrd="0" parTransId="{7D657299-D156-4CD0-BD33-E7C24AF8388A}" sibTransId="{95D8B46A-3389-462B-B2D4-B24F30F38984}"/>
    <dgm:cxn modelId="{8048ECA6-0450-4F1C-A49F-56CA414AE65D}" type="presOf" srcId="{9CADE8BE-541D-4FD1-9169-0E440327B252}" destId="{6CA5CB89-965F-46F4-AB63-5A87591C812D}" srcOrd="0" destOrd="0" presId="urn:microsoft.com/office/officeart/2005/8/layout/hList1"/>
    <dgm:cxn modelId="{2E2CFAA7-1867-49FF-A83C-8CB9AB57786F}" srcId="{A037A994-827C-42E7-B50A-DEED8C186439}" destId="{9CADE8BE-541D-4FD1-9169-0E440327B252}" srcOrd="3" destOrd="0" parTransId="{559AD12E-32B4-4ABA-B38B-2325EFB8E2C8}" sibTransId="{FFBE46E7-AC1B-4716-92DF-87EA7DC9A7AB}"/>
    <dgm:cxn modelId="{4245E8A9-1AA3-42FF-976B-8EE610F26A16}" type="presOf" srcId="{E17797C9-F837-4066-A39A-CB5AEC5B2C96}" destId="{FD162D3A-1177-4F1B-9F5D-C4AE692DD6E1}" srcOrd="0" destOrd="6" presId="urn:microsoft.com/office/officeart/2005/8/layout/hList1"/>
    <dgm:cxn modelId="{D40227AA-1E7B-4523-B68C-720B057A8656}" type="presOf" srcId="{26E24B7B-18AE-4479-9FBE-2E17B2337522}" destId="{C5CC311C-3919-4641-BC63-F2C27F3911F7}" srcOrd="0" destOrd="0" presId="urn:microsoft.com/office/officeart/2005/8/layout/hList1"/>
    <dgm:cxn modelId="{5C7A6CAA-BDB1-422D-B735-347453C5BCF7}" srcId="{9CADE8BE-541D-4FD1-9169-0E440327B252}" destId="{E23635CE-E3C6-45C6-BFC0-8CE523D6B1E9}" srcOrd="3" destOrd="0" parTransId="{89171C77-402D-46CD-9A42-E96402709E94}" sibTransId="{30D6AEB3-1205-4C24-B8BA-3F53549EB82D}"/>
    <dgm:cxn modelId="{3634DFB1-A9FC-4AE5-BD3A-AA42CCE27A81}" type="presOf" srcId="{A037A994-827C-42E7-B50A-DEED8C186439}" destId="{6D53399A-5884-467E-86CA-D99166CE94EE}" srcOrd="0" destOrd="0" presId="urn:microsoft.com/office/officeart/2005/8/layout/hList1"/>
    <dgm:cxn modelId="{69027DBE-656E-4420-B6F5-C85EE87FE450}" type="presOf" srcId="{561725C3-51B1-4DF2-9532-245467417AEF}" destId="{199B5677-DCF4-445E-8E90-D7A80ACE74D6}" srcOrd="0" destOrd="3" presId="urn:microsoft.com/office/officeart/2005/8/layout/hList1"/>
    <dgm:cxn modelId="{8EAFFBC1-0C10-41B3-96AD-AFF2EF56C052}" srcId="{26E24B7B-18AE-4479-9FBE-2E17B2337522}" destId="{7F4168F8-D530-4B8F-A626-66B9006698B6}" srcOrd="3" destOrd="0" parTransId="{344457BC-4070-4971-8996-782A1AF98BB3}" sibTransId="{2A914187-80C7-4341-818E-B19556794106}"/>
    <dgm:cxn modelId="{3ED4B4DA-B326-45B7-842B-4BE828DD6A56}" srcId="{9CADE8BE-541D-4FD1-9169-0E440327B252}" destId="{0E6F8292-852C-4799-A8C3-7C0FF6383453}" srcOrd="4" destOrd="0" parTransId="{3F06E823-37AF-40BB-B7CB-3C1733F93735}" sibTransId="{8D32D7E6-772D-41CE-8759-C8A5351E1BD7}"/>
    <dgm:cxn modelId="{044E50DD-B6CD-4B13-94E8-26A3EF3A72CE}" srcId="{550A08EB-CCFF-49B8-AB7D-831F151099E6}" destId="{561725C3-51B1-4DF2-9532-245467417AEF}" srcOrd="3" destOrd="0" parTransId="{CE2CEF55-9F88-401E-9DD9-20502A444965}" sibTransId="{5804D9FC-8939-4795-ACE1-1D507BC27513}"/>
    <dgm:cxn modelId="{16985DDE-B880-48A9-BE07-1BCC93C5E1B2}" type="presOf" srcId="{710AB261-73C7-41C7-8130-7A9BE89CB80E}" destId="{CDF39851-ADBF-4393-9AB2-98DDEE3237B2}" srcOrd="0" destOrd="1" presId="urn:microsoft.com/office/officeart/2005/8/layout/hList1"/>
    <dgm:cxn modelId="{2D9D51E2-976C-4A14-950A-20781632F032}" srcId="{A037A994-827C-42E7-B50A-DEED8C186439}" destId="{550A08EB-CCFF-49B8-AB7D-831F151099E6}" srcOrd="1" destOrd="0" parTransId="{B969B556-6865-47AE-94E1-0C1B6BAF6836}" sibTransId="{B343D7D5-3738-425D-8245-9F201E14713F}"/>
    <dgm:cxn modelId="{841A80F0-26F6-4D73-BD74-7F502C366203}" type="presOf" srcId="{BD1EC750-1CCD-4541-99BD-FF0E50BA1238}" destId="{0ABEC532-CB64-47AE-B338-676E4DEF4AE8}" srcOrd="0" destOrd="5" presId="urn:microsoft.com/office/officeart/2005/8/layout/hList1"/>
    <dgm:cxn modelId="{5EE3E6F0-92DE-4969-B912-8FED71C43C6E}" srcId="{26E24B7B-18AE-4479-9FBE-2E17B2337522}" destId="{1385B9E6-B849-4BCA-8DE9-7C1AFA7112C1}" srcOrd="0" destOrd="0" parTransId="{898BA4C4-7D72-4ACA-BE56-241BCB35CC9F}" sibTransId="{B0487CF5-B2D5-479B-A661-098B70A8B89D}"/>
    <dgm:cxn modelId="{3C2B21F3-BEF8-496A-BE1B-6CE3005A7458}" type="presOf" srcId="{D422C4EF-7F6D-4494-A451-051C8CF40385}" destId="{199B5677-DCF4-445E-8E90-D7A80ACE74D6}" srcOrd="0" destOrd="0" presId="urn:microsoft.com/office/officeart/2005/8/layout/hList1"/>
    <dgm:cxn modelId="{62F35EF4-048F-42AD-ABA8-33FA56B120D6}" type="presOf" srcId="{3CC5C86C-915A-4706-9544-35FA5E980EF1}" destId="{0ABEC532-CB64-47AE-B338-676E4DEF4AE8}" srcOrd="0" destOrd="6" presId="urn:microsoft.com/office/officeart/2005/8/layout/hList1"/>
    <dgm:cxn modelId="{D7AAE7F7-4A4B-4D69-A43A-D751F63B0A96}" srcId="{9CADE8BE-541D-4FD1-9169-0E440327B252}" destId="{1B0E1FDC-370C-4FCA-8DE4-1D7038E1446F}" srcOrd="2" destOrd="0" parTransId="{3157D9C9-26A3-4C4B-9816-6E7467BBDB00}" sibTransId="{11AF3D02-845C-49BE-8C0C-60BEA197819E}"/>
    <dgm:cxn modelId="{248DCD46-984B-41DA-8720-2D115D8A46EA}" type="presParOf" srcId="{6D53399A-5884-467E-86CA-D99166CE94EE}" destId="{540817C1-6561-4991-914A-AC9A8A9EB302}" srcOrd="0" destOrd="0" presId="urn:microsoft.com/office/officeart/2005/8/layout/hList1"/>
    <dgm:cxn modelId="{0EA2D5FA-6418-43C8-8652-F68EF7D77D25}" type="presParOf" srcId="{540817C1-6561-4991-914A-AC9A8A9EB302}" destId="{C5CC311C-3919-4641-BC63-F2C27F3911F7}" srcOrd="0" destOrd="0" presId="urn:microsoft.com/office/officeart/2005/8/layout/hList1"/>
    <dgm:cxn modelId="{C808E581-FCA5-4FA3-8731-576CCE4DD6BC}" type="presParOf" srcId="{540817C1-6561-4991-914A-AC9A8A9EB302}" destId="{0ABEC532-CB64-47AE-B338-676E4DEF4AE8}" srcOrd="1" destOrd="0" presId="urn:microsoft.com/office/officeart/2005/8/layout/hList1"/>
    <dgm:cxn modelId="{46911B77-0A09-4D8A-99D5-F5D318970807}" type="presParOf" srcId="{6D53399A-5884-467E-86CA-D99166CE94EE}" destId="{4FF28CF3-D3D4-4509-9CD8-635D2A2B48D5}" srcOrd="1" destOrd="0" presId="urn:microsoft.com/office/officeart/2005/8/layout/hList1"/>
    <dgm:cxn modelId="{526F2F71-40A1-4796-81D5-0242C669CE54}" type="presParOf" srcId="{6D53399A-5884-467E-86CA-D99166CE94EE}" destId="{B1215D73-9592-40B0-BF73-115571C162C3}" srcOrd="2" destOrd="0" presId="urn:microsoft.com/office/officeart/2005/8/layout/hList1"/>
    <dgm:cxn modelId="{DEC2A7A0-5A1B-465B-8A46-55E4218CEAA3}" type="presParOf" srcId="{B1215D73-9592-40B0-BF73-115571C162C3}" destId="{442A170E-5354-45BE-8146-0D4F1C9FE201}" srcOrd="0" destOrd="0" presId="urn:microsoft.com/office/officeart/2005/8/layout/hList1"/>
    <dgm:cxn modelId="{60979978-3D9D-4C8C-B318-6117A2822BCC}" type="presParOf" srcId="{B1215D73-9592-40B0-BF73-115571C162C3}" destId="{199B5677-DCF4-445E-8E90-D7A80ACE74D6}" srcOrd="1" destOrd="0" presId="urn:microsoft.com/office/officeart/2005/8/layout/hList1"/>
    <dgm:cxn modelId="{B758AFC9-872F-486D-840D-8D78ED82ADE3}" type="presParOf" srcId="{6D53399A-5884-467E-86CA-D99166CE94EE}" destId="{5C802360-C7B3-42EE-BC76-48C1764341A9}" srcOrd="3" destOrd="0" presId="urn:microsoft.com/office/officeart/2005/8/layout/hList1"/>
    <dgm:cxn modelId="{27F6DFC9-D9A6-4E40-A0C9-2D8C44278FC8}" type="presParOf" srcId="{6D53399A-5884-467E-86CA-D99166CE94EE}" destId="{58C510F1-61E7-45EA-918C-765B528A3582}" srcOrd="4" destOrd="0" presId="urn:microsoft.com/office/officeart/2005/8/layout/hList1"/>
    <dgm:cxn modelId="{D9679029-FF8B-4B96-8D45-E1E8BCA56A50}" type="presParOf" srcId="{58C510F1-61E7-45EA-918C-765B528A3582}" destId="{7D1C3BE7-B630-41F4-9BA8-24F013FC4CCD}" srcOrd="0" destOrd="0" presId="urn:microsoft.com/office/officeart/2005/8/layout/hList1"/>
    <dgm:cxn modelId="{74ACBAC0-55D0-4698-B209-06D468E0F1A7}" type="presParOf" srcId="{58C510F1-61E7-45EA-918C-765B528A3582}" destId="{CDF39851-ADBF-4393-9AB2-98DDEE3237B2}" srcOrd="1" destOrd="0" presId="urn:microsoft.com/office/officeart/2005/8/layout/hList1"/>
    <dgm:cxn modelId="{B989447A-F42C-4AEB-BD06-5C01AE212BD7}" type="presParOf" srcId="{6D53399A-5884-467E-86CA-D99166CE94EE}" destId="{E6E396AE-CEF9-4D2F-A301-18CA21F553FA}" srcOrd="5" destOrd="0" presId="urn:microsoft.com/office/officeart/2005/8/layout/hList1"/>
    <dgm:cxn modelId="{929C0D2E-5466-4054-8100-6B289EBD5F22}" type="presParOf" srcId="{6D53399A-5884-467E-86CA-D99166CE94EE}" destId="{A6F9BEA1-EBF6-4A5F-8B30-8ABBB20D99B0}" srcOrd="6" destOrd="0" presId="urn:microsoft.com/office/officeart/2005/8/layout/hList1"/>
    <dgm:cxn modelId="{7CD274B2-EDBF-4D3D-8130-60417F26A849}" type="presParOf" srcId="{A6F9BEA1-EBF6-4A5F-8B30-8ABBB20D99B0}" destId="{6CA5CB89-965F-46F4-AB63-5A87591C812D}" srcOrd="0" destOrd="0" presId="urn:microsoft.com/office/officeart/2005/8/layout/hList1"/>
    <dgm:cxn modelId="{628E438B-7306-4510-84EF-EB34DBAB2353}" type="presParOf" srcId="{A6F9BEA1-EBF6-4A5F-8B30-8ABBB20D99B0}" destId="{FD162D3A-1177-4F1B-9F5D-C4AE692DD6E1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037A994-827C-42E7-B50A-DEED8C186439}" type="doc">
      <dgm:prSet loTypeId="urn:microsoft.com/office/officeart/2005/8/layout/hList1" loCatId="list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pt-PT"/>
        </a:p>
      </dgm:t>
    </dgm:pt>
    <dgm:pt modelId="{B64D22C4-BC7F-423A-8177-8EAE6ABC0ED9}">
      <dgm:prSet phldrT="[Texto]" custT="1"/>
      <dgm:spPr/>
      <dgm:t>
        <a:bodyPr/>
        <a:lstStyle/>
        <a:p>
          <a:r>
            <a:rPr lang="pt-PT" sz="1100" b="1" dirty="0"/>
            <a:t>2024</a:t>
          </a:r>
        </a:p>
      </dgm:t>
    </dgm:pt>
    <dgm:pt modelId="{963CD5A6-3603-419E-BC62-F7BA9EC628DE}" type="parTrans" cxnId="{4FC29137-8F29-46B3-B67F-32FE4075563A}">
      <dgm:prSet/>
      <dgm:spPr/>
      <dgm:t>
        <a:bodyPr/>
        <a:lstStyle/>
        <a:p>
          <a:endParaRPr lang="pt-PT" sz="1100"/>
        </a:p>
      </dgm:t>
    </dgm:pt>
    <dgm:pt modelId="{AEE6CF97-723F-4FD3-98A7-2286A3AFAEFC}" type="sibTrans" cxnId="{4FC29137-8F29-46B3-B67F-32FE4075563A}">
      <dgm:prSet/>
      <dgm:spPr/>
      <dgm:t>
        <a:bodyPr/>
        <a:lstStyle/>
        <a:p>
          <a:endParaRPr lang="pt-PT" sz="1100"/>
        </a:p>
      </dgm:t>
    </dgm:pt>
    <dgm:pt modelId="{2A68F0AA-B1AE-4183-8315-27F0EE5F5F86}">
      <dgm:prSet phldrT="[Texto]" custT="1"/>
      <dgm:spPr/>
      <dgm:t>
        <a:bodyPr anchor="t"/>
        <a:lstStyle/>
        <a:p>
          <a:pPr algn="just">
            <a:lnSpc>
              <a:spcPct val="100000"/>
            </a:lnSpc>
          </a:pPr>
          <a:r>
            <a:rPr lang="en-US" sz="800" b="0" dirty="0" err="1"/>
            <a:t>KaMpfumu</a:t>
          </a:r>
          <a:r>
            <a:rPr lang="en-US" sz="800" b="0" dirty="0"/>
            <a:t>: 		19477</a:t>
          </a:r>
          <a:endParaRPr lang="pt-PT" sz="800" dirty="0"/>
        </a:p>
      </dgm:t>
    </dgm:pt>
    <dgm:pt modelId="{BB07A91D-D3E0-4C45-8E09-284E76E11CC0}" type="parTrans" cxnId="{10E8B724-D363-4E75-BBE7-AB9DF3A9763F}">
      <dgm:prSet/>
      <dgm:spPr/>
      <dgm:t>
        <a:bodyPr/>
        <a:lstStyle/>
        <a:p>
          <a:endParaRPr lang="pt-PT" sz="1100"/>
        </a:p>
      </dgm:t>
    </dgm:pt>
    <dgm:pt modelId="{A383DC93-412F-4A85-A095-8432B6408CB2}" type="sibTrans" cxnId="{10E8B724-D363-4E75-BBE7-AB9DF3A9763F}">
      <dgm:prSet/>
      <dgm:spPr/>
      <dgm:t>
        <a:bodyPr/>
        <a:lstStyle/>
        <a:p>
          <a:endParaRPr lang="pt-PT" sz="1100"/>
        </a:p>
      </dgm:t>
    </dgm:pt>
    <dgm:pt modelId="{9CADE8BE-541D-4FD1-9169-0E440327B252}">
      <dgm:prSet phldrT="[Texto]" custT="1"/>
      <dgm:spPr/>
      <dgm:t>
        <a:bodyPr/>
        <a:lstStyle/>
        <a:p>
          <a:r>
            <a:rPr lang="pt-PT" sz="1100" b="1" dirty="0"/>
            <a:t>2025</a:t>
          </a:r>
        </a:p>
      </dgm:t>
    </dgm:pt>
    <dgm:pt modelId="{559AD12E-32B4-4ABA-B38B-2325EFB8E2C8}" type="parTrans" cxnId="{2E2CFAA7-1867-49FF-A83C-8CB9AB57786F}">
      <dgm:prSet/>
      <dgm:spPr/>
      <dgm:t>
        <a:bodyPr/>
        <a:lstStyle/>
        <a:p>
          <a:endParaRPr lang="pt-PT" sz="1100"/>
        </a:p>
      </dgm:t>
    </dgm:pt>
    <dgm:pt modelId="{FFBE46E7-AC1B-4716-92DF-87EA7DC9A7AB}" type="sibTrans" cxnId="{2E2CFAA7-1867-49FF-A83C-8CB9AB57786F}">
      <dgm:prSet/>
      <dgm:spPr/>
      <dgm:t>
        <a:bodyPr/>
        <a:lstStyle/>
        <a:p>
          <a:endParaRPr lang="pt-PT" sz="1100"/>
        </a:p>
      </dgm:t>
    </dgm:pt>
    <dgm:pt modelId="{616AF4CE-31B5-429C-B407-AE3C5A0AA55A}">
      <dgm:prSet phldrT="[Texto]" custT="1"/>
      <dgm:spPr/>
      <dgm:t>
        <a:bodyPr anchor="t"/>
        <a:lstStyle/>
        <a:p>
          <a:pPr algn="just">
            <a:lnSpc>
              <a:spcPct val="100000"/>
            </a:lnSpc>
          </a:pPr>
          <a:r>
            <a:rPr lang="en-US" sz="800" b="0" dirty="0" err="1"/>
            <a:t>KaMpfumu</a:t>
          </a:r>
          <a:r>
            <a:rPr lang="en-US" sz="800" b="0" dirty="0"/>
            <a:t>: 		20391</a:t>
          </a:r>
          <a:endParaRPr lang="pt-PT" sz="800" dirty="0"/>
        </a:p>
      </dgm:t>
    </dgm:pt>
    <dgm:pt modelId="{F7B8866F-570F-4BE7-8F56-C1F3A13066F3}" type="parTrans" cxnId="{C2C4F693-0128-44D8-94A8-8BB9192E0B20}">
      <dgm:prSet/>
      <dgm:spPr/>
      <dgm:t>
        <a:bodyPr/>
        <a:lstStyle/>
        <a:p>
          <a:endParaRPr lang="pt-PT" sz="1100"/>
        </a:p>
      </dgm:t>
    </dgm:pt>
    <dgm:pt modelId="{09F3DA1F-4952-4CE8-BC5A-C23F7E82F30D}" type="sibTrans" cxnId="{C2C4F693-0128-44D8-94A8-8BB9192E0B20}">
      <dgm:prSet/>
      <dgm:spPr/>
      <dgm:t>
        <a:bodyPr/>
        <a:lstStyle/>
        <a:p>
          <a:endParaRPr lang="pt-PT" sz="1100"/>
        </a:p>
      </dgm:t>
    </dgm:pt>
    <dgm:pt modelId="{550A08EB-CCFF-49B8-AB7D-831F151099E6}">
      <dgm:prSet phldrT="[Texto]" custT="1"/>
      <dgm:spPr/>
      <dgm:t>
        <a:bodyPr/>
        <a:lstStyle/>
        <a:p>
          <a:r>
            <a:rPr lang="pt-PT" sz="1100" b="1" dirty="0"/>
            <a:t>2023</a:t>
          </a:r>
        </a:p>
      </dgm:t>
    </dgm:pt>
    <dgm:pt modelId="{B969B556-6865-47AE-94E1-0C1B6BAF6836}" type="parTrans" cxnId="{2D9D51E2-976C-4A14-950A-20781632F032}">
      <dgm:prSet/>
      <dgm:spPr/>
      <dgm:t>
        <a:bodyPr/>
        <a:lstStyle/>
        <a:p>
          <a:endParaRPr lang="pt-PT" sz="1100"/>
        </a:p>
      </dgm:t>
    </dgm:pt>
    <dgm:pt modelId="{B343D7D5-3738-425D-8245-9F201E14713F}" type="sibTrans" cxnId="{2D9D51E2-976C-4A14-950A-20781632F032}">
      <dgm:prSet/>
      <dgm:spPr/>
      <dgm:t>
        <a:bodyPr/>
        <a:lstStyle/>
        <a:p>
          <a:endParaRPr lang="pt-PT" sz="1100"/>
        </a:p>
      </dgm:t>
    </dgm:pt>
    <dgm:pt modelId="{D422C4EF-7F6D-4494-A451-051C8CF40385}">
      <dgm:prSet phldrT="[Texto]" custT="1"/>
      <dgm:spPr/>
      <dgm:t>
        <a:bodyPr anchor="t"/>
        <a:lstStyle/>
        <a:p>
          <a:pPr algn="just">
            <a:lnSpc>
              <a:spcPct val="100000"/>
            </a:lnSpc>
          </a:pPr>
          <a:r>
            <a:rPr lang="en-US" sz="800" b="0" dirty="0" err="1"/>
            <a:t>KaMpfumu</a:t>
          </a:r>
          <a:r>
            <a:rPr lang="en-US" sz="800" b="0" dirty="0"/>
            <a:t>: 		22882</a:t>
          </a:r>
          <a:endParaRPr lang="pt-PT" sz="800" dirty="0"/>
        </a:p>
      </dgm:t>
    </dgm:pt>
    <dgm:pt modelId="{D971FE7A-F6E1-4BF1-A469-0101F22386EC}" type="parTrans" cxnId="{06DE0B6F-158F-4B5E-954D-CF94C06D519C}">
      <dgm:prSet/>
      <dgm:spPr/>
      <dgm:t>
        <a:bodyPr/>
        <a:lstStyle/>
        <a:p>
          <a:endParaRPr lang="pt-PT" sz="1100"/>
        </a:p>
      </dgm:t>
    </dgm:pt>
    <dgm:pt modelId="{7258E857-90B3-48DD-8C6D-BEA898903C9B}" type="sibTrans" cxnId="{06DE0B6F-158F-4B5E-954D-CF94C06D519C}">
      <dgm:prSet/>
      <dgm:spPr/>
      <dgm:t>
        <a:bodyPr/>
        <a:lstStyle/>
        <a:p>
          <a:endParaRPr lang="pt-PT" sz="1100"/>
        </a:p>
      </dgm:t>
    </dgm:pt>
    <dgm:pt modelId="{30A8477A-F0D4-4ED1-A419-B13E8C3FFDA2}">
      <dgm:prSet custT="1"/>
      <dgm:spPr/>
      <dgm:t>
        <a:bodyPr anchor="t"/>
        <a:lstStyle/>
        <a:p>
          <a:pPr algn="just">
            <a:lnSpc>
              <a:spcPct val="100000"/>
            </a:lnSpc>
          </a:pPr>
          <a:endParaRPr lang="pt-PT" sz="800" b="0" dirty="0"/>
        </a:p>
      </dgm:t>
    </dgm:pt>
    <dgm:pt modelId="{17FD8EE5-8BE2-4A66-9FE8-9FD762633808}" type="parTrans" cxnId="{04EFE588-0F20-4E4C-AF3F-FE60F5C65054}">
      <dgm:prSet/>
      <dgm:spPr/>
      <dgm:t>
        <a:bodyPr/>
        <a:lstStyle/>
        <a:p>
          <a:endParaRPr lang="en-US"/>
        </a:p>
      </dgm:t>
    </dgm:pt>
    <dgm:pt modelId="{DDA1BC1E-4B75-43C3-8F9F-3DDB4024A504}" type="sibTrans" cxnId="{04EFE588-0F20-4E4C-AF3F-FE60F5C65054}">
      <dgm:prSet/>
      <dgm:spPr/>
      <dgm:t>
        <a:bodyPr/>
        <a:lstStyle/>
        <a:p>
          <a:endParaRPr lang="en-US"/>
        </a:p>
      </dgm:t>
    </dgm:pt>
    <dgm:pt modelId="{02A66406-BFCF-4667-86C7-9F94EB04946C}">
      <dgm:prSet custT="1"/>
      <dgm:spPr/>
      <dgm:t>
        <a:bodyPr anchor="t"/>
        <a:lstStyle/>
        <a:p>
          <a:pPr algn="just">
            <a:lnSpc>
              <a:spcPct val="100000"/>
            </a:lnSpc>
          </a:pPr>
          <a:endParaRPr lang="pt-PT" sz="800" b="0" dirty="0"/>
        </a:p>
      </dgm:t>
    </dgm:pt>
    <dgm:pt modelId="{F69CB705-7298-4C17-9B92-E4BD6B6BF16A}" type="parTrans" cxnId="{C6DE177E-54D0-4C44-8CAB-D36560F1A0C0}">
      <dgm:prSet/>
      <dgm:spPr/>
      <dgm:t>
        <a:bodyPr/>
        <a:lstStyle/>
        <a:p>
          <a:endParaRPr lang="en-US"/>
        </a:p>
      </dgm:t>
    </dgm:pt>
    <dgm:pt modelId="{0ECD35F2-2240-4D91-B608-E2C7AE6FB46E}" type="sibTrans" cxnId="{C6DE177E-54D0-4C44-8CAB-D36560F1A0C0}">
      <dgm:prSet/>
      <dgm:spPr/>
      <dgm:t>
        <a:bodyPr/>
        <a:lstStyle/>
        <a:p>
          <a:endParaRPr lang="en-US"/>
        </a:p>
      </dgm:t>
    </dgm:pt>
    <dgm:pt modelId="{26E24B7B-18AE-4479-9FBE-2E17B2337522}">
      <dgm:prSet phldrT="[Texto]" custT="1"/>
      <dgm:spPr/>
      <dgm:t>
        <a:bodyPr/>
        <a:lstStyle/>
        <a:p>
          <a:r>
            <a:rPr lang="pt-PT" sz="1100" b="1" dirty="0"/>
            <a:t>2022</a:t>
          </a:r>
        </a:p>
      </dgm:t>
    </dgm:pt>
    <dgm:pt modelId="{66DE3D84-88CA-46E2-B63D-554E9497CBFE}" type="parTrans" cxnId="{00449B4B-B019-41C2-BFBE-262B1CF60D39}">
      <dgm:prSet/>
      <dgm:spPr/>
      <dgm:t>
        <a:bodyPr/>
        <a:lstStyle/>
        <a:p>
          <a:endParaRPr lang="pt-PT" sz="1100"/>
        </a:p>
      </dgm:t>
    </dgm:pt>
    <dgm:pt modelId="{8148635B-848E-4F58-B9E0-CBB470C098A2}" type="sibTrans" cxnId="{00449B4B-B019-41C2-BFBE-262B1CF60D39}">
      <dgm:prSet/>
      <dgm:spPr/>
      <dgm:t>
        <a:bodyPr/>
        <a:lstStyle/>
        <a:p>
          <a:endParaRPr lang="pt-PT" sz="1100"/>
        </a:p>
      </dgm:t>
    </dgm:pt>
    <dgm:pt modelId="{1385B9E6-B849-4BCA-8DE9-7C1AFA7112C1}">
      <dgm:prSet phldrT="[Texto]" custT="1"/>
      <dgm:spPr/>
      <dgm:t>
        <a:bodyPr spcFirstLastPara="0" vert="horz" wrap="square" lIns="26670" tIns="26670" rIns="35560" bIns="40005" numCol="1" spcCol="1270" anchor="t" anchorCtr="0"/>
        <a:lstStyle/>
        <a:p>
          <a:pPr algn="l">
            <a:lnSpc>
              <a:spcPct val="100000"/>
            </a:lnSpc>
          </a:pPr>
          <a:r>
            <a:rPr lang="pt-PT" sz="800" b="0" kern="1200" dirty="0" err="1"/>
            <a:t>KaMpfumu</a:t>
          </a:r>
          <a:r>
            <a:rPr lang="pt-PT" sz="800" b="1" kern="1200" dirty="0"/>
            <a:t>: 		</a:t>
          </a:r>
          <a:r>
            <a:rPr lang="en-US" sz="800" b="0" kern="1200" dirty="0">
              <a:solidFill>
                <a:srgbClr val="000000"/>
              </a:solidFill>
            </a:rPr>
            <a:t>27183</a:t>
          </a:r>
          <a:endParaRPr lang="pt-PT" sz="800" b="0" kern="1200" dirty="0">
            <a:solidFill>
              <a:srgbClr val="000000"/>
            </a:solidFill>
          </a:endParaRPr>
        </a:p>
      </dgm:t>
    </dgm:pt>
    <dgm:pt modelId="{898BA4C4-7D72-4ACA-BE56-241BCB35CC9F}" type="parTrans" cxnId="{5EE3E6F0-92DE-4969-B912-8FED71C43C6E}">
      <dgm:prSet/>
      <dgm:spPr/>
      <dgm:t>
        <a:bodyPr/>
        <a:lstStyle/>
        <a:p>
          <a:endParaRPr lang="en-US" sz="1800"/>
        </a:p>
      </dgm:t>
    </dgm:pt>
    <dgm:pt modelId="{B0487CF5-B2D5-479B-A661-098B70A8B89D}" type="sibTrans" cxnId="{5EE3E6F0-92DE-4969-B912-8FED71C43C6E}">
      <dgm:prSet/>
      <dgm:spPr/>
      <dgm:t>
        <a:bodyPr/>
        <a:lstStyle/>
        <a:p>
          <a:endParaRPr lang="en-US" sz="1800"/>
        </a:p>
      </dgm:t>
    </dgm:pt>
    <dgm:pt modelId="{F014886B-2B90-4F25-8844-9AA9B80DCDCE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 err="1"/>
            <a:t>Nhlamankulu</a:t>
          </a:r>
          <a:r>
            <a:rPr lang="en-US" sz="800" b="0" dirty="0"/>
            <a:t>:		20787</a:t>
          </a:r>
        </a:p>
      </dgm:t>
    </dgm:pt>
    <dgm:pt modelId="{7B1DBFC4-461E-4375-A85C-A80D5E6B05CE}" type="parTrans" cxnId="{AF4784A5-E756-40BC-AE03-1802919E28CA}">
      <dgm:prSet/>
      <dgm:spPr/>
      <dgm:t>
        <a:bodyPr/>
        <a:lstStyle/>
        <a:p>
          <a:endParaRPr lang="en-US"/>
        </a:p>
      </dgm:t>
    </dgm:pt>
    <dgm:pt modelId="{BCCBB2F4-4EF6-4396-BEC6-B44D41695CC1}" type="sibTrans" cxnId="{AF4784A5-E756-40BC-AE03-1802919E28CA}">
      <dgm:prSet/>
      <dgm:spPr/>
      <dgm:t>
        <a:bodyPr/>
        <a:lstStyle/>
        <a:p>
          <a:endParaRPr lang="en-US"/>
        </a:p>
      </dgm:t>
    </dgm:pt>
    <dgm:pt modelId="{D2F0C593-24BA-4F17-B3E2-A3BA8D1DA708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 err="1"/>
            <a:t>KaMaxakene</a:t>
          </a:r>
          <a:r>
            <a:rPr lang="en-US" sz="800" b="0" dirty="0"/>
            <a:t>:		15127</a:t>
          </a:r>
        </a:p>
      </dgm:t>
    </dgm:pt>
    <dgm:pt modelId="{A76F0FE0-6AEF-4AA3-8A08-7C9C32A4A37D}" type="parTrans" cxnId="{D5426A6E-A501-4934-80F3-66A9D62D828E}">
      <dgm:prSet/>
      <dgm:spPr/>
      <dgm:t>
        <a:bodyPr/>
        <a:lstStyle/>
        <a:p>
          <a:endParaRPr lang="en-US"/>
        </a:p>
      </dgm:t>
    </dgm:pt>
    <dgm:pt modelId="{570E3133-0851-4EAE-BE01-7E7318E1A568}" type="sibTrans" cxnId="{D5426A6E-A501-4934-80F3-66A9D62D828E}">
      <dgm:prSet/>
      <dgm:spPr/>
      <dgm:t>
        <a:bodyPr/>
        <a:lstStyle/>
        <a:p>
          <a:endParaRPr lang="en-US"/>
        </a:p>
      </dgm:t>
    </dgm:pt>
    <dgm:pt modelId="{561725C3-51B1-4DF2-9532-245467417AEF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 err="1"/>
            <a:t>KaMavota</a:t>
          </a:r>
          <a:r>
            <a:rPr lang="en-US" sz="800" b="0" dirty="0"/>
            <a:t>: 		30350</a:t>
          </a:r>
        </a:p>
      </dgm:t>
    </dgm:pt>
    <dgm:pt modelId="{CE2CEF55-9F88-401E-9DD9-20502A444965}" type="parTrans" cxnId="{044E50DD-B6CD-4B13-94E8-26A3EF3A72CE}">
      <dgm:prSet/>
      <dgm:spPr/>
      <dgm:t>
        <a:bodyPr/>
        <a:lstStyle/>
        <a:p>
          <a:endParaRPr lang="en-US"/>
        </a:p>
      </dgm:t>
    </dgm:pt>
    <dgm:pt modelId="{5804D9FC-8939-4795-ACE1-1D507BC27513}" type="sibTrans" cxnId="{044E50DD-B6CD-4B13-94E8-26A3EF3A72CE}">
      <dgm:prSet/>
      <dgm:spPr/>
      <dgm:t>
        <a:bodyPr/>
        <a:lstStyle/>
        <a:p>
          <a:endParaRPr lang="en-US"/>
        </a:p>
      </dgm:t>
    </dgm:pt>
    <dgm:pt modelId="{743F74AA-94E9-49D2-AB23-77FE79D63A65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 err="1"/>
            <a:t>KaMubukwana</a:t>
          </a:r>
          <a:r>
            <a:rPr lang="en-US" sz="800" b="0" dirty="0"/>
            <a:t>: 	47916</a:t>
          </a:r>
        </a:p>
      </dgm:t>
    </dgm:pt>
    <dgm:pt modelId="{1EE22654-3FD1-4178-89F1-38D2B6A6ED60}" type="parTrans" cxnId="{28863F56-DC8D-462D-B1F0-90B2F727C2BD}">
      <dgm:prSet/>
      <dgm:spPr/>
      <dgm:t>
        <a:bodyPr/>
        <a:lstStyle/>
        <a:p>
          <a:endParaRPr lang="en-US"/>
        </a:p>
      </dgm:t>
    </dgm:pt>
    <dgm:pt modelId="{3B4E4A0F-99A8-4B00-9CBF-1D2C92251CFD}" type="sibTrans" cxnId="{28863F56-DC8D-462D-B1F0-90B2F727C2BD}">
      <dgm:prSet/>
      <dgm:spPr/>
      <dgm:t>
        <a:bodyPr/>
        <a:lstStyle/>
        <a:p>
          <a:endParaRPr lang="en-US"/>
        </a:p>
      </dgm:t>
    </dgm:pt>
    <dgm:pt modelId="{9F4E15AE-00E4-48BA-89E0-E4C7DFD38EDC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 err="1"/>
            <a:t>KaTembe</a:t>
          </a:r>
          <a:r>
            <a:rPr lang="en-US" sz="800" b="0" dirty="0"/>
            <a:t>: 		4605</a:t>
          </a:r>
        </a:p>
      </dgm:t>
    </dgm:pt>
    <dgm:pt modelId="{15AB9D50-F6F0-4B84-8A47-14477A84A6AA}" type="parTrans" cxnId="{87175F94-BB53-4076-938B-B899EC956AF1}">
      <dgm:prSet/>
      <dgm:spPr/>
      <dgm:t>
        <a:bodyPr/>
        <a:lstStyle/>
        <a:p>
          <a:endParaRPr lang="en-US"/>
        </a:p>
      </dgm:t>
    </dgm:pt>
    <dgm:pt modelId="{F9009B73-341F-4692-B50C-EF3A12B5B6ED}" type="sibTrans" cxnId="{87175F94-BB53-4076-938B-B899EC956AF1}">
      <dgm:prSet/>
      <dgm:spPr/>
      <dgm:t>
        <a:bodyPr/>
        <a:lstStyle/>
        <a:p>
          <a:endParaRPr lang="en-US"/>
        </a:p>
      </dgm:t>
    </dgm:pt>
    <dgm:pt modelId="{C9C013EF-A9E0-469B-B170-2A5B7CA63E69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/>
            <a:t>KaNyaka: 	            625</a:t>
          </a:r>
        </a:p>
      </dgm:t>
    </dgm:pt>
    <dgm:pt modelId="{FACBFB8A-8DC8-480E-85B2-72A4CD696F08}" type="parTrans" cxnId="{474714A1-CD7C-4973-AC45-33B128E41858}">
      <dgm:prSet/>
      <dgm:spPr/>
      <dgm:t>
        <a:bodyPr/>
        <a:lstStyle/>
        <a:p>
          <a:endParaRPr lang="en-US"/>
        </a:p>
      </dgm:t>
    </dgm:pt>
    <dgm:pt modelId="{7DB0EA9B-A582-4EDF-94DA-0634B3F0B3B4}" type="sibTrans" cxnId="{474714A1-CD7C-4973-AC45-33B128E41858}">
      <dgm:prSet/>
      <dgm:spPr/>
      <dgm:t>
        <a:bodyPr/>
        <a:lstStyle/>
        <a:p>
          <a:endParaRPr lang="en-US"/>
        </a:p>
      </dgm:t>
    </dgm:pt>
    <dgm:pt modelId="{710AB261-73C7-41C7-8130-7A9BE89CB80E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 err="1"/>
            <a:t>Nhlamankulu</a:t>
          </a:r>
          <a:r>
            <a:rPr lang="en-US" sz="800" b="0" dirty="0"/>
            <a:t>:		24370</a:t>
          </a:r>
        </a:p>
      </dgm:t>
    </dgm:pt>
    <dgm:pt modelId="{D14B980A-D6F8-439C-9D43-B10124B9642D}" type="parTrans" cxnId="{8595273C-1CAE-4DB3-9A82-8D48F3DCDBE0}">
      <dgm:prSet/>
      <dgm:spPr/>
      <dgm:t>
        <a:bodyPr/>
        <a:lstStyle/>
        <a:p>
          <a:endParaRPr lang="en-US"/>
        </a:p>
      </dgm:t>
    </dgm:pt>
    <dgm:pt modelId="{D7C8A776-B8E4-4493-96FD-B07BF110C713}" type="sibTrans" cxnId="{8595273C-1CAE-4DB3-9A82-8D48F3DCDBE0}">
      <dgm:prSet/>
      <dgm:spPr/>
      <dgm:t>
        <a:bodyPr/>
        <a:lstStyle/>
        <a:p>
          <a:endParaRPr lang="en-US"/>
        </a:p>
      </dgm:t>
    </dgm:pt>
    <dgm:pt modelId="{B3E4C119-E52C-4913-B5FF-7253FA3B0AFD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 err="1"/>
            <a:t>KaMaxakene</a:t>
          </a:r>
          <a:r>
            <a:rPr lang="en-US" sz="800" b="0" dirty="0"/>
            <a:t>:		13267</a:t>
          </a:r>
        </a:p>
      </dgm:t>
    </dgm:pt>
    <dgm:pt modelId="{E0C22130-1DBF-40AE-9C8A-FB1EC3D69F9B}" type="parTrans" cxnId="{621E2915-CC53-42B0-9241-A6890CA77493}">
      <dgm:prSet/>
      <dgm:spPr/>
      <dgm:t>
        <a:bodyPr/>
        <a:lstStyle/>
        <a:p>
          <a:endParaRPr lang="en-US"/>
        </a:p>
      </dgm:t>
    </dgm:pt>
    <dgm:pt modelId="{949238F6-9088-4604-9668-8558BD8255B7}" type="sibTrans" cxnId="{621E2915-CC53-42B0-9241-A6890CA77493}">
      <dgm:prSet/>
      <dgm:spPr/>
      <dgm:t>
        <a:bodyPr/>
        <a:lstStyle/>
        <a:p>
          <a:endParaRPr lang="en-US"/>
        </a:p>
      </dgm:t>
    </dgm:pt>
    <dgm:pt modelId="{FEA88953-B508-46BC-8BAA-BD5CDB798916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 err="1"/>
            <a:t>KaMavota</a:t>
          </a:r>
          <a:r>
            <a:rPr lang="en-US" sz="800" b="0" dirty="0"/>
            <a:t>: 		31060</a:t>
          </a:r>
        </a:p>
      </dgm:t>
    </dgm:pt>
    <dgm:pt modelId="{C97C008A-C6D7-4808-8C6F-A45C266B087C}" type="parTrans" cxnId="{F760CF7B-F121-4BBF-A613-9EFCF8E6E84C}">
      <dgm:prSet/>
      <dgm:spPr/>
      <dgm:t>
        <a:bodyPr/>
        <a:lstStyle/>
        <a:p>
          <a:endParaRPr lang="en-US"/>
        </a:p>
      </dgm:t>
    </dgm:pt>
    <dgm:pt modelId="{1F67E5CE-20AF-4E56-A48E-6BF39A82AFFA}" type="sibTrans" cxnId="{F760CF7B-F121-4BBF-A613-9EFCF8E6E84C}">
      <dgm:prSet/>
      <dgm:spPr/>
      <dgm:t>
        <a:bodyPr/>
        <a:lstStyle/>
        <a:p>
          <a:endParaRPr lang="en-US"/>
        </a:p>
      </dgm:t>
    </dgm:pt>
    <dgm:pt modelId="{3A9AB712-DB85-411F-9693-F107E1EA55DD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 err="1"/>
            <a:t>KaMubukwana</a:t>
          </a:r>
          <a:r>
            <a:rPr lang="en-US" sz="800" b="0" dirty="0"/>
            <a:t>: 	55931</a:t>
          </a:r>
        </a:p>
      </dgm:t>
    </dgm:pt>
    <dgm:pt modelId="{599D422D-C17A-445E-A0C2-7F8737CED9A5}" type="parTrans" cxnId="{B6D75B01-5043-4AA2-93BF-73B615121EBB}">
      <dgm:prSet/>
      <dgm:spPr/>
      <dgm:t>
        <a:bodyPr/>
        <a:lstStyle/>
        <a:p>
          <a:endParaRPr lang="en-US"/>
        </a:p>
      </dgm:t>
    </dgm:pt>
    <dgm:pt modelId="{E371753B-90B4-4AD6-B863-5804A524027D}" type="sibTrans" cxnId="{B6D75B01-5043-4AA2-93BF-73B615121EBB}">
      <dgm:prSet/>
      <dgm:spPr/>
      <dgm:t>
        <a:bodyPr/>
        <a:lstStyle/>
        <a:p>
          <a:endParaRPr lang="en-US"/>
        </a:p>
      </dgm:t>
    </dgm:pt>
    <dgm:pt modelId="{50879049-E04F-4BDD-8154-BC563087FE63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 err="1"/>
            <a:t>KaTembe</a:t>
          </a:r>
          <a:r>
            <a:rPr lang="en-US" sz="800" b="0" dirty="0"/>
            <a:t>: 		3701</a:t>
          </a:r>
        </a:p>
      </dgm:t>
    </dgm:pt>
    <dgm:pt modelId="{CED558F6-D83C-4848-9745-F18EA0A1FEE3}" type="parTrans" cxnId="{18AE1753-A55C-43F8-8A09-305E7ED2C475}">
      <dgm:prSet/>
      <dgm:spPr/>
      <dgm:t>
        <a:bodyPr/>
        <a:lstStyle/>
        <a:p>
          <a:endParaRPr lang="en-US"/>
        </a:p>
      </dgm:t>
    </dgm:pt>
    <dgm:pt modelId="{A04C4101-831C-4AD0-8A92-E3528FC4AD45}" type="sibTrans" cxnId="{18AE1753-A55C-43F8-8A09-305E7ED2C475}">
      <dgm:prSet/>
      <dgm:spPr/>
      <dgm:t>
        <a:bodyPr/>
        <a:lstStyle/>
        <a:p>
          <a:endParaRPr lang="en-US"/>
        </a:p>
      </dgm:t>
    </dgm:pt>
    <dgm:pt modelId="{2CA52456-0268-40E1-9D06-40924D192764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/>
            <a:t>KaNyaka: 		1460</a:t>
          </a:r>
        </a:p>
      </dgm:t>
    </dgm:pt>
    <dgm:pt modelId="{7D657299-D156-4CD0-BD33-E7C24AF8388A}" type="parTrans" cxnId="{E0A323A6-6BD2-4B23-8165-A495587CD201}">
      <dgm:prSet/>
      <dgm:spPr/>
      <dgm:t>
        <a:bodyPr/>
        <a:lstStyle/>
        <a:p>
          <a:endParaRPr lang="en-US"/>
        </a:p>
      </dgm:t>
    </dgm:pt>
    <dgm:pt modelId="{95D8B46A-3389-462B-B2D4-B24F30F38984}" type="sibTrans" cxnId="{E0A323A6-6BD2-4B23-8165-A495587CD201}">
      <dgm:prSet/>
      <dgm:spPr/>
      <dgm:t>
        <a:bodyPr/>
        <a:lstStyle/>
        <a:p>
          <a:endParaRPr lang="en-US"/>
        </a:p>
      </dgm:t>
    </dgm:pt>
    <dgm:pt modelId="{50128929-43D7-4970-BB62-2E94CF1DBF8B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 err="1"/>
            <a:t>Nhlamankulu</a:t>
          </a:r>
          <a:r>
            <a:rPr lang="en-US" sz="800" b="0" dirty="0"/>
            <a:t>:		21692</a:t>
          </a:r>
        </a:p>
      </dgm:t>
    </dgm:pt>
    <dgm:pt modelId="{6291896E-ECA2-485E-B001-F5FE985B8B70}" type="parTrans" cxnId="{3FE0B77F-EF9F-479E-824F-5899FFC97412}">
      <dgm:prSet/>
      <dgm:spPr/>
      <dgm:t>
        <a:bodyPr/>
        <a:lstStyle/>
        <a:p>
          <a:endParaRPr lang="en-US"/>
        </a:p>
      </dgm:t>
    </dgm:pt>
    <dgm:pt modelId="{394439AC-B02C-45B1-B1E7-5972E696B996}" type="sibTrans" cxnId="{3FE0B77F-EF9F-479E-824F-5899FFC97412}">
      <dgm:prSet/>
      <dgm:spPr/>
      <dgm:t>
        <a:bodyPr/>
        <a:lstStyle/>
        <a:p>
          <a:endParaRPr lang="en-US"/>
        </a:p>
      </dgm:t>
    </dgm:pt>
    <dgm:pt modelId="{1B0E1FDC-370C-4FCA-8DE4-1D7038E1446F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 err="1"/>
            <a:t>KaMaxakene</a:t>
          </a:r>
          <a:r>
            <a:rPr lang="en-US" sz="800" b="0" dirty="0"/>
            <a:t>:		12711</a:t>
          </a:r>
        </a:p>
      </dgm:t>
    </dgm:pt>
    <dgm:pt modelId="{3157D9C9-26A3-4C4B-9816-6E7467BBDB00}" type="parTrans" cxnId="{D7AAE7F7-4A4B-4D69-A43A-D751F63B0A96}">
      <dgm:prSet/>
      <dgm:spPr/>
      <dgm:t>
        <a:bodyPr/>
        <a:lstStyle/>
        <a:p>
          <a:endParaRPr lang="en-US"/>
        </a:p>
      </dgm:t>
    </dgm:pt>
    <dgm:pt modelId="{11AF3D02-845C-49BE-8C0C-60BEA197819E}" type="sibTrans" cxnId="{D7AAE7F7-4A4B-4D69-A43A-D751F63B0A96}">
      <dgm:prSet/>
      <dgm:spPr/>
      <dgm:t>
        <a:bodyPr/>
        <a:lstStyle/>
        <a:p>
          <a:endParaRPr lang="en-US"/>
        </a:p>
      </dgm:t>
    </dgm:pt>
    <dgm:pt modelId="{E23635CE-E3C6-45C6-BFC0-8CE523D6B1E9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 err="1"/>
            <a:t>KaMavota</a:t>
          </a:r>
          <a:r>
            <a:rPr lang="en-US" sz="800" b="0" dirty="0"/>
            <a:t>: 		26379</a:t>
          </a:r>
        </a:p>
      </dgm:t>
    </dgm:pt>
    <dgm:pt modelId="{89171C77-402D-46CD-9A42-E96402709E94}" type="parTrans" cxnId="{5C7A6CAA-BDB1-422D-B735-347453C5BCF7}">
      <dgm:prSet/>
      <dgm:spPr/>
      <dgm:t>
        <a:bodyPr/>
        <a:lstStyle/>
        <a:p>
          <a:endParaRPr lang="en-US"/>
        </a:p>
      </dgm:t>
    </dgm:pt>
    <dgm:pt modelId="{30D6AEB3-1205-4C24-B8BA-3F53549EB82D}" type="sibTrans" cxnId="{5C7A6CAA-BDB1-422D-B735-347453C5BCF7}">
      <dgm:prSet/>
      <dgm:spPr/>
      <dgm:t>
        <a:bodyPr/>
        <a:lstStyle/>
        <a:p>
          <a:endParaRPr lang="en-US"/>
        </a:p>
      </dgm:t>
    </dgm:pt>
    <dgm:pt modelId="{0E6F8292-852C-4799-A8C3-7C0FF6383453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 err="1"/>
            <a:t>KaMubukwana</a:t>
          </a:r>
          <a:r>
            <a:rPr lang="en-US" sz="800" b="0" dirty="0"/>
            <a:t>: 	57746</a:t>
          </a:r>
        </a:p>
      </dgm:t>
    </dgm:pt>
    <dgm:pt modelId="{3F06E823-37AF-40BB-B7CB-3C1733F93735}" type="parTrans" cxnId="{3ED4B4DA-B326-45B7-842B-4BE828DD6A56}">
      <dgm:prSet/>
      <dgm:spPr/>
      <dgm:t>
        <a:bodyPr/>
        <a:lstStyle/>
        <a:p>
          <a:endParaRPr lang="en-US"/>
        </a:p>
      </dgm:t>
    </dgm:pt>
    <dgm:pt modelId="{8D32D7E6-772D-41CE-8759-C8A5351E1BD7}" type="sibTrans" cxnId="{3ED4B4DA-B326-45B7-842B-4BE828DD6A56}">
      <dgm:prSet/>
      <dgm:spPr/>
      <dgm:t>
        <a:bodyPr/>
        <a:lstStyle/>
        <a:p>
          <a:endParaRPr lang="en-US"/>
        </a:p>
      </dgm:t>
    </dgm:pt>
    <dgm:pt modelId="{A0AC832E-E3CF-4BCC-B4A8-3706FEC4904A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 err="1"/>
            <a:t>KaTembe</a:t>
          </a:r>
          <a:r>
            <a:rPr lang="en-US" sz="800" b="0" dirty="0"/>
            <a:t>: 		6138</a:t>
          </a:r>
        </a:p>
      </dgm:t>
    </dgm:pt>
    <dgm:pt modelId="{D0499C67-09D2-4F2A-A350-7C4BD9440853}" type="parTrans" cxnId="{59865467-D036-4368-BD64-F84A1A78AC85}">
      <dgm:prSet/>
      <dgm:spPr/>
      <dgm:t>
        <a:bodyPr/>
        <a:lstStyle/>
        <a:p>
          <a:endParaRPr lang="en-US"/>
        </a:p>
      </dgm:t>
    </dgm:pt>
    <dgm:pt modelId="{E891A483-1B4A-4F2A-B8EE-6856A711FFD8}" type="sibTrans" cxnId="{59865467-D036-4368-BD64-F84A1A78AC85}">
      <dgm:prSet/>
      <dgm:spPr/>
      <dgm:t>
        <a:bodyPr/>
        <a:lstStyle/>
        <a:p>
          <a:endParaRPr lang="en-US"/>
        </a:p>
      </dgm:t>
    </dgm:pt>
    <dgm:pt modelId="{E17797C9-F837-4066-A39A-CB5AEC5B2C96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/>
            <a:t>KaNyaka		712</a:t>
          </a:r>
        </a:p>
      </dgm:t>
    </dgm:pt>
    <dgm:pt modelId="{2DD8168B-BA31-4640-BF66-35EC7AC1AB64}" type="parTrans" cxnId="{08E8D726-F43A-4997-ADF5-FE9E595063FF}">
      <dgm:prSet/>
      <dgm:spPr/>
      <dgm:t>
        <a:bodyPr/>
        <a:lstStyle/>
        <a:p>
          <a:endParaRPr lang="en-US"/>
        </a:p>
      </dgm:t>
    </dgm:pt>
    <dgm:pt modelId="{4A05EDCE-C9FC-422A-ADDC-D9FB393BDCF9}" type="sibTrans" cxnId="{08E8D726-F43A-4997-ADF5-FE9E595063FF}">
      <dgm:prSet/>
      <dgm:spPr/>
      <dgm:t>
        <a:bodyPr/>
        <a:lstStyle/>
        <a:p>
          <a:endParaRPr lang="en-US"/>
        </a:p>
      </dgm:t>
    </dgm:pt>
    <dgm:pt modelId="{C4D8CC64-8B3E-4E79-8702-B8711E479545}">
      <dgm:prSet phldrT="[Texto]" custT="1"/>
      <dgm:spPr/>
      <dgm:t>
        <a:bodyPr anchor="ctr"/>
        <a:lstStyle/>
        <a:p>
          <a:pPr algn="l">
            <a:lnSpc>
              <a:spcPct val="100000"/>
            </a:lnSpc>
          </a:pPr>
          <a:r>
            <a:rPr lang="en-US" sz="800" dirty="0" err="1"/>
            <a:t>Nhlamankulu</a:t>
          </a:r>
          <a:r>
            <a:rPr lang="pt-PT" sz="800" b="1" dirty="0"/>
            <a:t>:		</a:t>
          </a:r>
          <a:r>
            <a:rPr lang="en-US" sz="800" b="0" dirty="0"/>
            <a:t>31876</a:t>
          </a:r>
          <a:endParaRPr lang="pt-PT" sz="800" b="0" dirty="0"/>
        </a:p>
      </dgm:t>
    </dgm:pt>
    <dgm:pt modelId="{3E335E04-6D5E-4E16-91E6-EB901D45C33C}" type="sibTrans" cxnId="{7ADBFF4B-89F3-425D-A9D4-8C2E05649013}">
      <dgm:prSet/>
      <dgm:spPr/>
      <dgm:t>
        <a:bodyPr/>
        <a:lstStyle/>
        <a:p>
          <a:endParaRPr lang="pt-PT" sz="1100"/>
        </a:p>
      </dgm:t>
    </dgm:pt>
    <dgm:pt modelId="{80271984-C5F5-47DC-AC67-412D14D4BA68}" type="parTrans" cxnId="{7ADBFF4B-89F3-425D-A9D4-8C2E05649013}">
      <dgm:prSet/>
      <dgm:spPr/>
      <dgm:t>
        <a:bodyPr/>
        <a:lstStyle/>
        <a:p>
          <a:endParaRPr lang="pt-PT" sz="1100"/>
        </a:p>
      </dgm:t>
    </dgm:pt>
    <dgm:pt modelId="{0343A66F-B16D-4E63-B7CE-1CEAAB44D477}">
      <dgm:prSet phldrT="[Texto]" custT="1"/>
      <dgm:spPr/>
      <dgm:t>
        <a:bodyPr/>
        <a:lstStyle/>
        <a:p>
          <a:pPr algn="l">
            <a:lnSpc>
              <a:spcPct val="100000"/>
            </a:lnSpc>
            <a:buNone/>
          </a:pPr>
          <a:r>
            <a:rPr lang="en-US" sz="800" dirty="0" err="1"/>
            <a:t>KaMaxakene</a:t>
          </a:r>
          <a:r>
            <a:rPr lang="en-US" sz="800" dirty="0"/>
            <a:t>:		45782</a:t>
          </a:r>
          <a:endParaRPr lang="pt-PT" sz="800" b="0" dirty="0"/>
        </a:p>
      </dgm:t>
    </dgm:pt>
    <dgm:pt modelId="{9D11D7CD-7C76-4830-A47D-2F30E7724AA5}" type="sibTrans" cxnId="{F209DC72-1214-4411-A545-989240C2F0E8}">
      <dgm:prSet/>
      <dgm:spPr/>
      <dgm:t>
        <a:bodyPr/>
        <a:lstStyle/>
        <a:p>
          <a:endParaRPr lang="en-US" sz="1800"/>
        </a:p>
      </dgm:t>
    </dgm:pt>
    <dgm:pt modelId="{524E4931-68EB-4766-A926-8CBE36850F20}" type="parTrans" cxnId="{F209DC72-1214-4411-A545-989240C2F0E8}">
      <dgm:prSet/>
      <dgm:spPr/>
      <dgm:t>
        <a:bodyPr/>
        <a:lstStyle/>
        <a:p>
          <a:endParaRPr lang="en-US" sz="1800"/>
        </a:p>
      </dgm:t>
    </dgm:pt>
    <dgm:pt modelId="{7F4168F8-D530-4B8F-A626-66B9006698B6}">
      <dgm:prSet phldrT="[Texto]" custT="1"/>
      <dgm:spPr/>
      <dgm:t>
        <a:bodyPr/>
        <a:lstStyle/>
        <a:p>
          <a:pPr algn="l">
            <a:lnSpc>
              <a:spcPct val="100000"/>
            </a:lnSpc>
            <a:buNone/>
          </a:pPr>
          <a:r>
            <a:rPr lang="en-US" sz="800" dirty="0" err="1"/>
            <a:t>KaMavota</a:t>
          </a:r>
          <a:r>
            <a:rPr lang="en-US" sz="800" dirty="0"/>
            <a:t>: 		54372</a:t>
          </a:r>
          <a:endParaRPr lang="pt-PT" sz="800" b="0" dirty="0"/>
        </a:p>
      </dgm:t>
    </dgm:pt>
    <dgm:pt modelId="{2A914187-80C7-4341-818E-B19556794106}" type="sibTrans" cxnId="{8EAFFBC1-0C10-41B3-96AD-AFF2EF56C052}">
      <dgm:prSet/>
      <dgm:spPr/>
      <dgm:t>
        <a:bodyPr/>
        <a:lstStyle/>
        <a:p>
          <a:endParaRPr lang="en-US" sz="1800"/>
        </a:p>
      </dgm:t>
    </dgm:pt>
    <dgm:pt modelId="{344457BC-4070-4971-8996-782A1AF98BB3}" type="parTrans" cxnId="{8EAFFBC1-0C10-41B3-96AD-AFF2EF56C052}">
      <dgm:prSet/>
      <dgm:spPr/>
      <dgm:t>
        <a:bodyPr/>
        <a:lstStyle/>
        <a:p>
          <a:endParaRPr lang="en-US" sz="1800"/>
        </a:p>
      </dgm:t>
    </dgm:pt>
    <dgm:pt modelId="{11E1FACD-1647-4D2D-ACEA-38C9A2DF9923}">
      <dgm:prSet phldrT="[Texto]" custT="1"/>
      <dgm:spPr/>
      <dgm:t>
        <a:bodyPr/>
        <a:lstStyle/>
        <a:p>
          <a:pPr algn="l">
            <a:lnSpc>
              <a:spcPct val="100000"/>
            </a:lnSpc>
            <a:buNone/>
          </a:pPr>
          <a:r>
            <a:rPr lang="en-US" sz="800" dirty="0" err="1"/>
            <a:t>KaMubukwana</a:t>
          </a:r>
          <a:r>
            <a:rPr lang="en-US" sz="800" dirty="0"/>
            <a:t>: 	58863</a:t>
          </a:r>
          <a:endParaRPr lang="pt-PT" sz="800" b="0" dirty="0"/>
        </a:p>
      </dgm:t>
    </dgm:pt>
    <dgm:pt modelId="{CB34AE3F-5F2D-4651-846A-351E53DF9903}" type="sibTrans" cxnId="{C1442699-C131-47DB-8534-77876F80E8C1}">
      <dgm:prSet/>
      <dgm:spPr/>
      <dgm:t>
        <a:bodyPr/>
        <a:lstStyle/>
        <a:p>
          <a:endParaRPr lang="en-US" sz="1800"/>
        </a:p>
      </dgm:t>
    </dgm:pt>
    <dgm:pt modelId="{CF46E768-DA15-4B17-905E-C49D18388F49}" type="parTrans" cxnId="{C1442699-C131-47DB-8534-77876F80E8C1}">
      <dgm:prSet/>
      <dgm:spPr/>
      <dgm:t>
        <a:bodyPr/>
        <a:lstStyle/>
        <a:p>
          <a:endParaRPr lang="en-US" sz="1800"/>
        </a:p>
      </dgm:t>
    </dgm:pt>
    <dgm:pt modelId="{BD1EC750-1CCD-4541-99BD-FF0E50BA1238}">
      <dgm:prSet phldrT="[Texto]" custT="1"/>
      <dgm:spPr/>
      <dgm:t>
        <a:bodyPr/>
        <a:lstStyle/>
        <a:p>
          <a:pPr algn="l">
            <a:lnSpc>
              <a:spcPct val="100000"/>
            </a:lnSpc>
            <a:buNone/>
          </a:pPr>
          <a:r>
            <a:rPr lang="en-US" sz="800" dirty="0" err="1"/>
            <a:t>KaTembe</a:t>
          </a:r>
          <a:r>
            <a:rPr lang="en-US" sz="800" dirty="0"/>
            <a:t>: 		10993</a:t>
          </a:r>
          <a:endParaRPr lang="pt-PT" sz="800" b="0" dirty="0"/>
        </a:p>
      </dgm:t>
    </dgm:pt>
    <dgm:pt modelId="{AF3236C1-521D-4755-A98B-1593D146F6A6}" type="sibTrans" cxnId="{FC947189-7396-4052-8E6A-0A00ABFA48B6}">
      <dgm:prSet/>
      <dgm:spPr/>
      <dgm:t>
        <a:bodyPr/>
        <a:lstStyle/>
        <a:p>
          <a:endParaRPr lang="en-US" sz="1800"/>
        </a:p>
      </dgm:t>
    </dgm:pt>
    <dgm:pt modelId="{7DDDD742-0F28-471A-B93B-AB5D319931E9}" type="parTrans" cxnId="{FC947189-7396-4052-8E6A-0A00ABFA48B6}">
      <dgm:prSet/>
      <dgm:spPr/>
      <dgm:t>
        <a:bodyPr/>
        <a:lstStyle/>
        <a:p>
          <a:endParaRPr lang="en-US" sz="1800"/>
        </a:p>
      </dgm:t>
    </dgm:pt>
    <dgm:pt modelId="{3CC5C86C-915A-4706-9544-35FA5E980EF1}">
      <dgm:prSet phldrT="[Texto]" custT="1"/>
      <dgm:spPr/>
      <dgm:t>
        <a:bodyPr/>
        <a:lstStyle/>
        <a:p>
          <a:pPr algn="l">
            <a:lnSpc>
              <a:spcPct val="100000"/>
            </a:lnSpc>
            <a:buNone/>
          </a:pPr>
          <a:r>
            <a:rPr lang="en-US" sz="800" dirty="0"/>
            <a:t>KaNyaka		1105</a:t>
          </a:r>
          <a:endParaRPr lang="pt-PT" sz="800" b="0" dirty="0"/>
        </a:p>
      </dgm:t>
    </dgm:pt>
    <dgm:pt modelId="{4601BB44-BD58-4B5C-B724-84CD69FC59CA}" type="sibTrans" cxnId="{E22D5135-216F-4298-A025-F769AA0B3899}">
      <dgm:prSet/>
      <dgm:spPr/>
      <dgm:t>
        <a:bodyPr/>
        <a:lstStyle/>
        <a:p>
          <a:endParaRPr lang="en-US" sz="1800"/>
        </a:p>
      </dgm:t>
    </dgm:pt>
    <dgm:pt modelId="{10D4E06A-C650-41A8-8AC7-A5A35C69F72B}" type="parTrans" cxnId="{E22D5135-216F-4298-A025-F769AA0B3899}">
      <dgm:prSet/>
      <dgm:spPr/>
      <dgm:t>
        <a:bodyPr/>
        <a:lstStyle/>
        <a:p>
          <a:endParaRPr lang="en-US" sz="1800"/>
        </a:p>
      </dgm:t>
    </dgm:pt>
    <dgm:pt modelId="{6D53399A-5884-467E-86CA-D99166CE94EE}" type="pres">
      <dgm:prSet presAssocID="{A037A994-827C-42E7-B50A-DEED8C186439}" presName="Name0" presStyleCnt="0">
        <dgm:presLayoutVars>
          <dgm:dir/>
          <dgm:animLvl val="lvl"/>
          <dgm:resizeHandles val="exact"/>
        </dgm:presLayoutVars>
      </dgm:prSet>
      <dgm:spPr/>
    </dgm:pt>
    <dgm:pt modelId="{540817C1-6561-4991-914A-AC9A8A9EB302}" type="pres">
      <dgm:prSet presAssocID="{26E24B7B-18AE-4479-9FBE-2E17B2337522}" presName="composite" presStyleCnt="0"/>
      <dgm:spPr/>
    </dgm:pt>
    <dgm:pt modelId="{C5CC311C-3919-4641-BC63-F2C27F3911F7}" type="pres">
      <dgm:prSet presAssocID="{26E24B7B-18AE-4479-9FBE-2E17B2337522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0ABEC532-CB64-47AE-B338-676E4DEF4AE8}" type="pres">
      <dgm:prSet presAssocID="{26E24B7B-18AE-4479-9FBE-2E17B2337522}" presName="desTx" presStyleLbl="alignAccFollowNode1" presStyleIdx="0" presStyleCnt="4">
        <dgm:presLayoutVars>
          <dgm:bulletEnabled val="1"/>
        </dgm:presLayoutVars>
      </dgm:prSet>
      <dgm:spPr/>
    </dgm:pt>
    <dgm:pt modelId="{4FF28CF3-D3D4-4509-9CD8-635D2A2B48D5}" type="pres">
      <dgm:prSet presAssocID="{8148635B-848E-4F58-B9E0-CBB470C098A2}" presName="space" presStyleCnt="0"/>
      <dgm:spPr/>
    </dgm:pt>
    <dgm:pt modelId="{B1215D73-9592-40B0-BF73-115571C162C3}" type="pres">
      <dgm:prSet presAssocID="{550A08EB-CCFF-49B8-AB7D-831F151099E6}" presName="composite" presStyleCnt="0"/>
      <dgm:spPr/>
    </dgm:pt>
    <dgm:pt modelId="{442A170E-5354-45BE-8146-0D4F1C9FE201}" type="pres">
      <dgm:prSet presAssocID="{550A08EB-CCFF-49B8-AB7D-831F151099E6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199B5677-DCF4-445E-8E90-D7A80ACE74D6}" type="pres">
      <dgm:prSet presAssocID="{550A08EB-CCFF-49B8-AB7D-831F151099E6}" presName="desTx" presStyleLbl="alignAccFollowNode1" presStyleIdx="1" presStyleCnt="4">
        <dgm:presLayoutVars>
          <dgm:bulletEnabled val="1"/>
        </dgm:presLayoutVars>
      </dgm:prSet>
      <dgm:spPr/>
    </dgm:pt>
    <dgm:pt modelId="{5C802360-C7B3-42EE-BC76-48C1764341A9}" type="pres">
      <dgm:prSet presAssocID="{B343D7D5-3738-425D-8245-9F201E14713F}" presName="space" presStyleCnt="0"/>
      <dgm:spPr/>
    </dgm:pt>
    <dgm:pt modelId="{58C510F1-61E7-45EA-918C-765B528A3582}" type="pres">
      <dgm:prSet presAssocID="{B64D22C4-BC7F-423A-8177-8EAE6ABC0ED9}" presName="composite" presStyleCnt="0"/>
      <dgm:spPr/>
    </dgm:pt>
    <dgm:pt modelId="{7D1C3BE7-B630-41F4-9BA8-24F013FC4CCD}" type="pres">
      <dgm:prSet presAssocID="{B64D22C4-BC7F-423A-8177-8EAE6ABC0ED9}" presName="parTx" presStyleLbl="alignNode1" presStyleIdx="2" presStyleCnt="4" custScaleX="113427">
        <dgm:presLayoutVars>
          <dgm:chMax val="0"/>
          <dgm:chPref val="0"/>
          <dgm:bulletEnabled val="1"/>
        </dgm:presLayoutVars>
      </dgm:prSet>
      <dgm:spPr/>
    </dgm:pt>
    <dgm:pt modelId="{CDF39851-ADBF-4393-9AB2-98DDEE3237B2}" type="pres">
      <dgm:prSet presAssocID="{B64D22C4-BC7F-423A-8177-8EAE6ABC0ED9}" presName="desTx" presStyleLbl="alignAccFollowNode1" presStyleIdx="2" presStyleCnt="4" custScaleX="112113">
        <dgm:presLayoutVars>
          <dgm:bulletEnabled val="1"/>
        </dgm:presLayoutVars>
      </dgm:prSet>
      <dgm:spPr/>
    </dgm:pt>
    <dgm:pt modelId="{E6E396AE-CEF9-4D2F-A301-18CA21F553FA}" type="pres">
      <dgm:prSet presAssocID="{AEE6CF97-723F-4FD3-98A7-2286A3AFAEFC}" presName="space" presStyleCnt="0"/>
      <dgm:spPr/>
    </dgm:pt>
    <dgm:pt modelId="{A6F9BEA1-EBF6-4A5F-8B30-8ABBB20D99B0}" type="pres">
      <dgm:prSet presAssocID="{9CADE8BE-541D-4FD1-9169-0E440327B252}" presName="composite" presStyleCnt="0"/>
      <dgm:spPr/>
    </dgm:pt>
    <dgm:pt modelId="{6CA5CB89-965F-46F4-AB63-5A87591C812D}" type="pres">
      <dgm:prSet presAssocID="{9CADE8BE-541D-4FD1-9169-0E440327B252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FD162D3A-1177-4F1B-9F5D-C4AE692DD6E1}" type="pres">
      <dgm:prSet presAssocID="{9CADE8BE-541D-4FD1-9169-0E440327B252}" presName="desTx" presStyleLbl="alignAccFollowNode1" presStyleIdx="3" presStyleCnt="4" custScaleY="100000">
        <dgm:presLayoutVars>
          <dgm:bulletEnabled val="1"/>
        </dgm:presLayoutVars>
      </dgm:prSet>
      <dgm:spPr/>
    </dgm:pt>
  </dgm:ptLst>
  <dgm:cxnLst>
    <dgm:cxn modelId="{B6D75B01-5043-4AA2-93BF-73B615121EBB}" srcId="{B64D22C4-BC7F-423A-8177-8EAE6ABC0ED9}" destId="{3A9AB712-DB85-411F-9693-F107E1EA55DD}" srcOrd="4" destOrd="0" parTransId="{599D422D-C17A-445E-A0C2-7F8737CED9A5}" sibTransId="{E371753B-90B4-4AD6-B863-5804A524027D}"/>
    <dgm:cxn modelId="{621E2915-CC53-42B0-9241-A6890CA77493}" srcId="{B64D22C4-BC7F-423A-8177-8EAE6ABC0ED9}" destId="{B3E4C119-E52C-4913-B5FF-7253FA3B0AFD}" srcOrd="2" destOrd="0" parTransId="{E0C22130-1DBF-40AE-9C8A-FB1EC3D69F9B}" sibTransId="{949238F6-9088-4604-9668-8558BD8255B7}"/>
    <dgm:cxn modelId="{2416A51B-CBCE-4A44-80A3-CCBED3B8A51C}" type="presOf" srcId="{9F4E15AE-00E4-48BA-89E0-E4C7DFD38EDC}" destId="{199B5677-DCF4-445E-8E90-D7A80ACE74D6}" srcOrd="0" destOrd="5" presId="urn:microsoft.com/office/officeart/2005/8/layout/hList1"/>
    <dgm:cxn modelId="{E893CB22-A697-4839-883B-893181272281}" type="presOf" srcId="{2CA52456-0268-40E1-9D06-40924D192764}" destId="{CDF39851-ADBF-4393-9AB2-98DDEE3237B2}" srcOrd="0" destOrd="6" presId="urn:microsoft.com/office/officeart/2005/8/layout/hList1"/>
    <dgm:cxn modelId="{10E8B724-D363-4E75-BBE7-AB9DF3A9763F}" srcId="{B64D22C4-BC7F-423A-8177-8EAE6ABC0ED9}" destId="{2A68F0AA-B1AE-4183-8315-27F0EE5F5F86}" srcOrd="0" destOrd="0" parTransId="{BB07A91D-D3E0-4C45-8E09-284E76E11CC0}" sibTransId="{A383DC93-412F-4A85-A095-8432B6408CB2}"/>
    <dgm:cxn modelId="{08E8D726-F43A-4997-ADF5-FE9E595063FF}" srcId="{9CADE8BE-541D-4FD1-9169-0E440327B252}" destId="{E17797C9-F837-4066-A39A-CB5AEC5B2C96}" srcOrd="6" destOrd="0" parTransId="{2DD8168B-BA31-4640-BF66-35EC7AC1AB64}" sibTransId="{4A05EDCE-C9FC-422A-ADDC-D9FB393BDCF9}"/>
    <dgm:cxn modelId="{F2C48B30-153E-45FD-8158-28677F162F36}" type="presOf" srcId="{3A9AB712-DB85-411F-9693-F107E1EA55DD}" destId="{CDF39851-ADBF-4393-9AB2-98DDEE3237B2}" srcOrd="0" destOrd="4" presId="urn:microsoft.com/office/officeart/2005/8/layout/hList1"/>
    <dgm:cxn modelId="{AA1F9632-5270-472D-8370-4A7BA30F8322}" type="presOf" srcId="{30A8477A-F0D4-4ED1-A419-B13E8C3FFDA2}" destId="{199B5677-DCF4-445E-8E90-D7A80ACE74D6}" srcOrd="0" destOrd="7" presId="urn:microsoft.com/office/officeart/2005/8/layout/hList1"/>
    <dgm:cxn modelId="{2AB36834-9CAA-43E4-8837-F08665460363}" type="presOf" srcId="{B3E4C119-E52C-4913-B5FF-7253FA3B0AFD}" destId="{CDF39851-ADBF-4393-9AB2-98DDEE3237B2}" srcOrd="0" destOrd="2" presId="urn:microsoft.com/office/officeart/2005/8/layout/hList1"/>
    <dgm:cxn modelId="{E22D5135-216F-4298-A025-F769AA0B3899}" srcId="{26E24B7B-18AE-4479-9FBE-2E17B2337522}" destId="{3CC5C86C-915A-4706-9544-35FA5E980EF1}" srcOrd="6" destOrd="0" parTransId="{10D4E06A-C650-41A8-8AC7-A5A35C69F72B}" sibTransId="{4601BB44-BD58-4B5C-B724-84CD69FC59CA}"/>
    <dgm:cxn modelId="{4FC29137-8F29-46B3-B67F-32FE4075563A}" srcId="{A037A994-827C-42E7-B50A-DEED8C186439}" destId="{B64D22C4-BC7F-423A-8177-8EAE6ABC0ED9}" srcOrd="2" destOrd="0" parTransId="{963CD5A6-3603-419E-BC62-F7BA9EC628DE}" sibTransId="{AEE6CF97-723F-4FD3-98A7-2286A3AFAEFC}"/>
    <dgm:cxn modelId="{8595273C-1CAE-4DB3-9A82-8D48F3DCDBE0}" srcId="{B64D22C4-BC7F-423A-8177-8EAE6ABC0ED9}" destId="{710AB261-73C7-41C7-8130-7A9BE89CB80E}" srcOrd="1" destOrd="0" parTransId="{D14B980A-D6F8-439C-9D43-B10124B9642D}" sibTransId="{D7C8A776-B8E4-4493-96FD-B07BF110C713}"/>
    <dgm:cxn modelId="{AD4F8E3D-C7EE-45E8-8C09-EF12659D3D74}" type="presOf" srcId="{C4D8CC64-8B3E-4E79-8702-B8711E479545}" destId="{0ABEC532-CB64-47AE-B338-676E4DEF4AE8}" srcOrd="0" destOrd="1" presId="urn:microsoft.com/office/officeart/2005/8/layout/hList1"/>
    <dgm:cxn modelId="{B64DEF3D-C239-47A2-B3A3-210E5A434059}" type="presOf" srcId="{C9C013EF-A9E0-469B-B170-2A5B7CA63E69}" destId="{199B5677-DCF4-445E-8E90-D7A80ACE74D6}" srcOrd="0" destOrd="6" presId="urn:microsoft.com/office/officeart/2005/8/layout/hList1"/>
    <dgm:cxn modelId="{CF60B73E-BBAC-47CA-B6CA-3FD689BFC80E}" type="presOf" srcId="{616AF4CE-31B5-429C-B407-AE3C5A0AA55A}" destId="{FD162D3A-1177-4F1B-9F5D-C4AE692DD6E1}" srcOrd="0" destOrd="0" presId="urn:microsoft.com/office/officeart/2005/8/layout/hList1"/>
    <dgm:cxn modelId="{72C59D40-2549-4394-824F-1275B45FBEE6}" type="presOf" srcId="{A0AC832E-E3CF-4BCC-B4A8-3706FEC4904A}" destId="{FD162D3A-1177-4F1B-9F5D-C4AE692DD6E1}" srcOrd="0" destOrd="5" presId="urn:microsoft.com/office/officeart/2005/8/layout/hList1"/>
    <dgm:cxn modelId="{579DD541-83DC-49AB-96D4-5CD83B8EEC3E}" type="presOf" srcId="{7F4168F8-D530-4B8F-A626-66B9006698B6}" destId="{0ABEC532-CB64-47AE-B338-676E4DEF4AE8}" srcOrd="0" destOrd="3" presId="urn:microsoft.com/office/officeart/2005/8/layout/hList1"/>
    <dgm:cxn modelId="{5805D964-E31A-4B16-A703-40FC4965059D}" type="presOf" srcId="{B64D22C4-BC7F-423A-8177-8EAE6ABC0ED9}" destId="{7D1C3BE7-B630-41F4-9BA8-24F013FC4CCD}" srcOrd="0" destOrd="0" presId="urn:microsoft.com/office/officeart/2005/8/layout/hList1"/>
    <dgm:cxn modelId="{59865467-D036-4368-BD64-F84A1A78AC85}" srcId="{9CADE8BE-541D-4FD1-9169-0E440327B252}" destId="{A0AC832E-E3CF-4BCC-B4A8-3706FEC4904A}" srcOrd="5" destOrd="0" parTransId="{D0499C67-09D2-4F2A-A350-7C4BD9440853}" sibTransId="{E891A483-1B4A-4F2A-B8EE-6856A711FFD8}"/>
    <dgm:cxn modelId="{00449B4B-B019-41C2-BFBE-262B1CF60D39}" srcId="{A037A994-827C-42E7-B50A-DEED8C186439}" destId="{26E24B7B-18AE-4479-9FBE-2E17B2337522}" srcOrd="0" destOrd="0" parTransId="{66DE3D84-88CA-46E2-B63D-554E9497CBFE}" sibTransId="{8148635B-848E-4F58-B9E0-CBB470C098A2}"/>
    <dgm:cxn modelId="{7ADBFF4B-89F3-425D-A9D4-8C2E05649013}" srcId="{26E24B7B-18AE-4479-9FBE-2E17B2337522}" destId="{C4D8CC64-8B3E-4E79-8702-B8711E479545}" srcOrd="1" destOrd="0" parTransId="{80271984-C5F5-47DC-AC67-412D14D4BA68}" sibTransId="{3E335E04-6D5E-4E16-91E6-EB901D45C33C}"/>
    <dgm:cxn modelId="{46A5986D-9564-42E3-AF07-8B2DC4CB95D4}" type="presOf" srcId="{1385B9E6-B849-4BCA-8DE9-7C1AFA7112C1}" destId="{0ABEC532-CB64-47AE-B338-676E4DEF4AE8}" srcOrd="0" destOrd="0" presId="urn:microsoft.com/office/officeart/2005/8/layout/hList1"/>
    <dgm:cxn modelId="{D5426A6E-A501-4934-80F3-66A9D62D828E}" srcId="{550A08EB-CCFF-49B8-AB7D-831F151099E6}" destId="{D2F0C593-24BA-4F17-B3E2-A3BA8D1DA708}" srcOrd="2" destOrd="0" parTransId="{A76F0FE0-6AEF-4AA3-8A08-7C9C32A4A37D}" sibTransId="{570E3133-0851-4EAE-BE01-7E7318E1A568}"/>
    <dgm:cxn modelId="{AC3AAE4E-E660-4051-93E0-704F17741795}" type="presOf" srcId="{0E6F8292-852C-4799-A8C3-7C0FF6383453}" destId="{FD162D3A-1177-4F1B-9F5D-C4AE692DD6E1}" srcOrd="0" destOrd="4" presId="urn:microsoft.com/office/officeart/2005/8/layout/hList1"/>
    <dgm:cxn modelId="{06DE0B6F-158F-4B5E-954D-CF94C06D519C}" srcId="{550A08EB-CCFF-49B8-AB7D-831F151099E6}" destId="{D422C4EF-7F6D-4494-A451-051C8CF40385}" srcOrd="0" destOrd="0" parTransId="{D971FE7A-F6E1-4BF1-A469-0101F22386EC}" sibTransId="{7258E857-90B3-48DD-8C6D-BEA898903C9B}"/>
    <dgm:cxn modelId="{BDAE326F-2629-4D05-AA7A-52272777CDC0}" type="presOf" srcId="{2A68F0AA-B1AE-4183-8315-27F0EE5F5F86}" destId="{CDF39851-ADBF-4393-9AB2-98DDEE3237B2}" srcOrd="0" destOrd="0" presId="urn:microsoft.com/office/officeart/2005/8/layout/hList1"/>
    <dgm:cxn modelId="{685B4F4F-2E14-4D00-8E62-1C2D3EFBC852}" type="presOf" srcId="{D2F0C593-24BA-4F17-B3E2-A3BA8D1DA708}" destId="{199B5677-DCF4-445E-8E90-D7A80ACE74D6}" srcOrd="0" destOrd="2" presId="urn:microsoft.com/office/officeart/2005/8/layout/hList1"/>
    <dgm:cxn modelId="{996F8F4F-D243-444E-86FC-E6B780B8755A}" type="presOf" srcId="{11E1FACD-1647-4D2D-ACEA-38C9A2DF9923}" destId="{0ABEC532-CB64-47AE-B338-676E4DEF4AE8}" srcOrd="0" destOrd="4" presId="urn:microsoft.com/office/officeart/2005/8/layout/hList1"/>
    <dgm:cxn modelId="{F209DC72-1214-4411-A545-989240C2F0E8}" srcId="{26E24B7B-18AE-4479-9FBE-2E17B2337522}" destId="{0343A66F-B16D-4E63-B7CE-1CEAAB44D477}" srcOrd="2" destOrd="0" parTransId="{524E4931-68EB-4766-A926-8CBE36850F20}" sibTransId="{9D11D7CD-7C76-4830-A47D-2F30E7724AA5}"/>
    <dgm:cxn modelId="{18AE1753-A55C-43F8-8A09-305E7ED2C475}" srcId="{B64D22C4-BC7F-423A-8177-8EAE6ABC0ED9}" destId="{50879049-E04F-4BDD-8154-BC563087FE63}" srcOrd="5" destOrd="0" parTransId="{CED558F6-D83C-4848-9745-F18EA0A1FEE3}" sibTransId="{A04C4101-831C-4AD0-8A92-E3528FC4AD45}"/>
    <dgm:cxn modelId="{5B1ED274-FC0F-4006-89CD-4C82F20C17AE}" type="presOf" srcId="{1B0E1FDC-370C-4FCA-8DE4-1D7038E1446F}" destId="{FD162D3A-1177-4F1B-9F5D-C4AE692DD6E1}" srcOrd="0" destOrd="2" presId="urn:microsoft.com/office/officeart/2005/8/layout/hList1"/>
    <dgm:cxn modelId="{8F16B675-C35F-4686-B78B-7BA4D4ABEBEE}" type="presOf" srcId="{02A66406-BFCF-4667-86C7-9F94EB04946C}" destId="{CDF39851-ADBF-4393-9AB2-98DDEE3237B2}" srcOrd="0" destOrd="7" presId="urn:microsoft.com/office/officeart/2005/8/layout/hList1"/>
    <dgm:cxn modelId="{28863F56-DC8D-462D-B1F0-90B2F727C2BD}" srcId="{550A08EB-CCFF-49B8-AB7D-831F151099E6}" destId="{743F74AA-94E9-49D2-AB23-77FE79D63A65}" srcOrd="4" destOrd="0" parTransId="{1EE22654-3FD1-4178-89F1-38D2B6A6ED60}" sibTransId="{3B4E4A0F-99A8-4B00-9CBF-1D2C92251CFD}"/>
    <dgm:cxn modelId="{FC5D6058-3B4A-46CF-8517-EA582D2DFED5}" type="presOf" srcId="{0343A66F-B16D-4E63-B7CE-1CEAAB44D477}" destId="{0ABEC532-CB64-47AE-B338-676E4DEF4AE8}" srcOrd="0" destOrd="2" presId="urn:microsoft.com/office/officeart/2005/8/layout/hList1"/>
    <dgm:cxn modelId="{6CFD6558-22E6-4DE5-B43B-0ABE3BD52169}" type="presOf" srcId="{550A08EB-CCFF-49B8-AB7D-831F151099E6}" destId="{442A170E-5354-45BE-8146-0D4F1C9FE201}" srcOrd="0" destOrd="0" presId="urn:microsoft.com/office/officeart/2005/8/layout/hList1"/>
    <dgm:cxn modelId="{6ADF0059-A59D-41E0-8D48-519DDF3C9DF7}" type="presOf" srcId="{50128929-43D7-4970-BB62-2E94CF1DBF8B}" destId="{FD162D3A-1177-4F1B-9F5D-C4AE692DD6E1}" srcOrd="0" destOrd="1" presId="urn:microsoft.com/office/officeart/2005/8/layout/hList1"/>
    <dgm:cxn modelId="{F760CF7B-F121-4BBF-A613-9EFCF8E6E84C}" srcId="{B64D22C4-BC7F-423A-8177-8EAE6ABC0ED9}" destId="{FEA88953-B508-46BC-8BAA-BD5CDB798916}" srcOrd="3" destOrd="0" parTransId="{C97C008A-C6D7-4808-8C6F-A45C266B087C}" sibTransId="{1F67E5CE-20AF-4E56-A48E-6BF39A82AFFA}"/>
    <dgm:cxn modelId="{C6DE177E-54D0-4C44-8CAB-D36560F1A0C0}" srcId="{B64D22C4-BC7F-423A-8177-8EAE6ABC0ED9}" destId="{02A66406-BFCF-4667-86C7-9F94EB04946C}" srcOrd="7" destOrd="0" parTransId="{F69CB705-7298-4C17-9B92-E4BD6B6BF16A}" sibTransId="{0ECD35F2-2240-4D91-B608-E2C7AE6FB46E}"/>
    <dgm:cxn modelId="{3FE0B77F-EF9F-479E-824F-5899FFC97412}" srcId="{9CADE8BE-541D-4FD1-9169-0E440327B252}" destId="{50128929-43D7-4970-BB62-2E94CF1DBF8B}" srcOrd="1" destOrd="0" parTransId="{6291896E-ECA2-485E-B001-F5FE985B8B70}" sibTransId="{394439AC-B02C-45B1-B1E7-5972E696B996}"/>
    <dgm:cxn modelId="{04EFE588-0F20-4E4C-AF3F-FE60F5C65054}" srcId="{550A08EB-CCFF-49B8-AB7D-831F151099E6}" destId="{30A8477A-F0D4-4ED1-A419-B13E8C3FFDA2}" srcOrd="7" destOrd="0" parTransId="{17FD8EE5-8BE2-4A66-9FE8-9FD762633808}" sibTransId="{DDA1BC1E-4B75-43C3-8F9F-3DDB4024A504}"/>
    <dgm:cxn modelId="{74B13889-3C95-419B-B4EA-FAF00971F003}" type="presOf" srcId="{F014886B-2B90-4F25-8844-9AA9B80DCDCE}" destId="{199B5677-DCF4-445E-8E90-D7A80ACE74D6}" srcOrd="0" destOrd="1" presId="urn:microsoft.com/office/officeart/2005/8/layout/hList1"/>
    <dgm:cxn modelId="{FC947189-7396-4052-8E6A-0A00ABFA48B6}" srcId="{26E24B7B-18AE-4479-9FBE-2E17B2337522}" destId="{BD1EC750-1CCD-4541-99BD-FF0E50BA1238}" srcOrd="5" destOrd="0" parTransId="{7DDDD742-0F28-471A-B93B-AB5D319931E9}" sibTransId="{AF3236C1-521D-4755-A98B-1593D146F6A6}"/>
    <dgm:cxn modelId="{C7F8918B-3AAB-4F16-B01B-6CF9B8B419CF}" type="presOf" srcId="{743F74AA-94E9-49D2-AB23-77FE79D63A65}" destId="{199B5677-DCF4-445E-8E90-D7A80ACE74D6}" srcOrd="0" destOrd="4" presId="urn:microsoft.com/office/officeart/2005/8/layout/hList1"/>
    <dgm:cxn modelId="{9BDF9D8D-36E3-4F71-B49B-640B5BCD28E2}" type="presOf" srcId="{50879049-E04F-4BDD-8154-BC563087FE63}" destId="{CDF39851-ADBF-4393-9AB2-98DDEE3237B2}" srcOrd="0" destOrd="5" presId="urn:microsoft.com/office/officeart/2005/8/layout/hList1"/>
    <dgm:cxn modelId="{C57D558E-9088-47A8-B48E-F42859E86FBB}" type="presOf" srcId="{E23635CE-E3C6-45C6-BFC0-8CE523D6B1E9}" destId="{FD162D3A-1177-4F1B-9F5D-C4AE692DD6E1}" srcOrd="0" destOrd="3" presId="urn:microsoft.com/office/officeart/2005/8/layout/hList1"/>
    <dgm:cxn modelId="{C2C4F693-0128-44D8-94A8-8BB9192E0B20}" srcId="{9CADE8BE-541D-4FD1-9169-0E440327B252}" destId="{616AF4CE-31B5-429C-B407-AE3C5A0AA55A}" srcOrd="0" destOrd="0" parTransId="{F7B8866F-570F-4BE7-8F56-C1F3A13066F3}" sibTransId="{09F3DA1F-4952-4CE8-BC5A-C23F7E82F30D}"/>
    <dgm:cxn modelId="{87175F94-BB53-4076-938B-B899EC956AF1}" srcId="{550A08EB-CCFF-49B8-AB7D-831F151099E6}" destId="{9F4E15AE-00E4-48BA-89E0-E4C7DFD38EDC}" srcOrd="5" destOrd="0" parTransId="{15AB9D50-F6F0-4B84-8A47-14477A84A6AA}" sibTransId="{F9009B73-341F-4692-B50C-EF3A12B5B6ED}"/>
    <dgm:cxn modelId="{C1442699-C131-47DB-8534-77876F80E8C1}" srcId="{26E24B7B-18AE-4479-9FBE-2E17B2337522}" destId="{11E1FACD-1647-4D2D-ACEA-38C9A2DF9923}" srcOrd="4" destOrd="0" parTransId="{CF46E768-DA15-4B17-905E-C49D18388F49}" sibTransId="{CB34AE3F-5F2D-4651-846A-351E53DF9903}"/>
    <dgm:cxn modelId="{474714A1-CD7C-4973-AC45-33B128E41858}" srcId="{550A08EB-CCFF-49B8-AB7D-831F151099E6}" destId="{C9C013EF-A9E0-469B-B170-2A5B7CA63E69}" srcOrd="6" destOrd="0" parTransId="{FACBFB8A-8DC8-480E-85B2-72A4CD696F08}" sibTransId="{7DB0EA9B-A582-4EDF-94DA-0634B3F0B3B4}"/>
    <dgm:cxn modelId="{1E367FA3-11E0-4464-8A8C-26606A8AB4A1}" type="presOf" srcId="{FEA88953-B508-46BC-8BAA-BD5CDB798916}" destId="{CDF39851-ADBF-4393-9AB2-98DDEE3237B2}" srcOrd="0" destOrd="3" presId="urn:microsoft.com/office/officeart/2005/8/layout/hList1"/>
    <dgm:cxn modelId="{AF4784A5-E756-40BC-AE03-1802919E28CA}" srcId="{550A08EB-CCFF-49B8-AB7D-831F151099E6}" destId="{F014886B-2B90-4F25-8844-9AA9B80DCDCE}" srcOrd="1" destOrd="0" parTransId="{7B1DBFC4-461E-4375-A85C-A80D5E6B05CE}" sibTransId="{BCCBB2F4-4EF6-4396-BEC6-B44D41695CC1}"/>
    <dgm:cxn modelId="{E0A323A6-6BD2-4B23-8165-A495587CD201}" srcId="{B64D22C4-BC7F-423A-8177-8EAE6ABC0ED9}" destId="{2CA52456-0268-40E1-9D06-40924D192764}" srcOrd="6" destOrd="0" parTransId="{7D657299-D156-4CD0-BD33-E7C24AF8388A}" sibTransId="{95D8B46A-3389-462B-B2D4-B24F30F38984}"/>
    <dgm:cxn modelId="{8048ECA6-0450-4F1C-A49F-56CA414AE65D}" type="presOf" srcId="{9CADE8BE-541D-4FD1-9169-0E440327B252}" destId="{6CA5CB89-965F-46F4-AB63-5A87591C812D}" srcOrd="0" destOrd="0" presId="urn:microsoft.com/office/officeart/2005/8/layout/hList1"/>
    <dgm:cxn modelId="{2E2CFAA7-1867-49FF-A83C-8CB9AB57786F}" srcId="{A037A994-827C-42E7-B50A-DEED8C186439}" destId="{9CADE8BE-541D-4FD1-9169-0E440327B252}" srcOrd="3" destOrd="0" parTransId="{559AD12E-32B4-4ABA-B38B-2325EFB8E2C8}" sibTransId="{FFBE46E7-AC1B-4716-92DF-87EA7DC9A7AB}"/>
    <dgm:cxn modelId="{4245E8A9-1AA3-42FF-976B-8EE610F26A16}" type="presOf" srcId="{E17797C9-F837-4066-A39A-CB5AEC5B2C96}" destId="{FD162D3A-1177-4F1B-9F5D-C4AE692DD6E1}" srcOrd="0" destOrd="6" presId="urn:microsoft.com/office/officeart/2005/8/layout/hList1"/>
    <dgm:cxn modelId="{D40227AA-1E7B-4523-B68C-720B057A8656}" type="presOf" srcId="{26E24B7B-18AE-4479-9FBE-2E17B2337522}" destId="{C5CC311C-3919-4641-BC63-F2C27F3911F7}" srcOrd="0" destOrd="0" presId="urn:microsoft.com/office/officeart/2005/8/layout/hList1"/>
    <dgm:cxn modelId="{5C7A6CAA-BDB1-422D-B735-347453C5BCF7}" srcId="{9CADE8BE-541D-4FD1-9169-0E440327B252}" destId="{E23635CE-E3C6-45C6-BFC0-8CE523D6B1E9}" srcOrd="3" destOrd="0" parTransId="{89171C77-402D-46CD-9A42-E96402709E94}" sibTransId="{30D6AEB3-1205-4C24-B8BA-3F53549EB82D}"/>
    <dgm:cxn modelId="{3634DFB1-A9FC-4AE5-BD3A-AA42CCE27A81}" type="presOf" srcId="{A037A994-827C-42E7-B50A-DEED8C186439}" destId="{6D53399A-5884-467E-86CA-D99166CE94EE}" srcOrd="0" destOrd="0" presId="urn:microsoft.com/office/officeart/2005/8/layout/hList1"/>
    <dgm:cxn modelId="{69027DBE-656E-4420-B6F5-C85EE87FE450}" type="presOf" srcId="{561725C3-51B1-4DF2-9532-245467417AEF}" destId="{199B5677-DCF4-445E-8E90-D7A80ACE74D6}" srcOrd="0" destOrd="3" presId="urn:microsoft.com/office/officeart/2005/8/layout/hList1"/>
    <dgm:cxn modelId="{8EAFFBC1-0C10-41B3-96AD-AFF2EF56C052}" srcId="{26E24B7B-18AE-4479-9FBE-2E17B2337522}" destId="{7F4168F8-D530-4B8F-A626-66B9006698B6}" srcOrd="3" destOrd="0" parTransId="{344457BC-4070-4971-8996-782A1AF98BB3}" sibTransId="{2A914187-80C7-4341-818E-B19556794106}"/>
    <dgm:cxn modelId="{3ED4B4DA-B326-45B7-842B-4BE828DD6A56}" srcId="{9CADE8BE-541D-4FD1-9169-0E440327B252}" destId="{0E6F8292-852C-4799-A8C3-7C0FF6383453}" srcOrd="4" destOrd="0" parTransId="{3F06E823-37AF-40BB-B7CB-3C1733F93735}" sibTransId="{8D32D7E6-772D-41CE-8759-C8A5351E1BD7}"/>
    <dgm:cxn modelId="{044E50DD-B6CD-4B13-94E8-26A3EF3A72CE}" srcId="{550A08EB-CCFF-49B8-AB7D-831F151099E6}" destId="{561725C3-51B1-4DF2-9532-245467417AEF}" srcOrd="3" destOrd="0" parTransId="{CE2CEF55-9F88-401E-9DD9-20502A444965}" sibTransId="{5804D9FC-8939-4795-ACE1-1D507BC27513}"/>
    <dgm:cxn modelId="{16985DDE-B880-48A9-BE07-1BCC93C5E1B2}" type="presOf" srcId="{710AB261-73C7-41C7-8130-7A9BE89CB80E}" destId="{CDF39851-ADBF-4393-9AB2-98DDEE3237B2}" srcOrd="0" destOrd="1" presId="urn:microsoft.com/office/officeart/2005/8/layout/hList1"/>
    <dgm:cxn modelId="{2D9D51E2-976C-4A14-950A-20781632F032}" srcId="{A037A994-827C-42E7-B50A-DEED8C186439}" destId="{550A08EB-CCFF-49B8-AB7D-831F151099E6}" srcOrd="1" destOrd="0" parTransId="{B969B556-6865-47AE-94E1-0C1B6BAF6836}" sibTransId="{B343D7D5-3738-425D-8245-9F201E14713F}"/>
    <dgm:cxn modelId="{841A80F0-26F6-4D73-BD74-7F502C366203}" type="presOf" srcId="{BD1EC750-1CCD-4541-99BD-FF0E50BA1238}" destId="{0ABEC532-CB64-47AE-B338-676E4DEF4AE8}" srcOrd="0" destOrd="5" presId="urn:microsoft.com/office/officeart/2005/8/layout/hList1"/>
    <dgm:cxn modelId="{5EE3E6F0-92DE-4969-B912-8FED71C43C6E}" srcId="{26E24B7B-18AE-4479-9FBE-2E17B2337522}" destId="{1385B9E6-B849-4BCA-8DE9-7C1AFA7112C1}" srcOrd="0" destOrd="0" parTransId="{898BA4C4-7D72-4ACA-BE56-241BCB35CC9F}" sibTransId="{B0487CF5-B2D5-479B-A661-098B70A8B89D}"/>
    <dgm:cxn modelId="{3C2B21F3-BEF8-496A-BE1B-6CE3005A7458}" type="presOf" srcId="{D422C4EF-7F6D-4494-A451-051C8CF40385}" destId="{199B5677-DCF4-445E-8E90-D7A80ACE74D6}" srcOrd="0" destOrd="0" presId="urn:microsoft.com/office/officeart/2005/8/layout/hList1"/>
    <dgm:cxn modelId="{62F35EF4-048F-42AD-ABA8-33FA56B120D6}" type="presOf" srcId="{3CC5C86C-915A-4706-9544-35FA5E980EF1}" destId="{0ABEC532-CB64-47AE-B338-676E4DEF4AE8}" srcOrd="0" destOrd="6" presId="urn:microsoft.com/office/officeart/2005/8/layout/hList1"/>
    <dgm:cxn modelId="{D7AAE7F7-4A4B-4D69-A43A-D751F63B0A96}" srcId="{9CADE8BE-541D-4FD1-9169-0E440327B252}" destId="{1B0E1FDC-370C-4FCA-8DE4-1D7038E1446F}" srcOrd="2" destOrd="0" parTransId="{3157D9C9-26A3-4C4B-9816-6E7467BBDB00}" sibTransId="{11AF3D02-845C-49BE-8C0C-60BEA197819E}"/>
    <dgm:cxn modelId="{248DCD46-984B-41DA-8720-2D115D8A46EA}" type="presParOf" srcId="{6D53399A-5884-467E-86CA-D99166CE94EE}" destId="{540817C1-6561-4991-914A-AC9A8A9EB302}" srcOrd="0" destOrd="0" presId="urn:microsoft.com/office/officeart/2005/8/layout/hList1"/>
    <dgm:cxn modelId="{0EA2D5FA-6418-43C8-8652-F68EF7D77D25}" type="presParOf" srcId="{540817C1-6561-4991-914A-AC9A8A9EB302}" destId="{C5CC311C-3919-4641-BC63-F2C27F3911F7}" srcOrd="0" destOrd="0" presId="urn:microsoft.com/office/officeart/2005/8/layout/hList1"/>
    <dgm:cxn modelId="{C808E581-FCA5-4FA3-8731-576CCE4DD6BC}" type="presParOf" srcId="{540817C1-6561-4991-914A-AC9A8A9EB302}" destId="{0ABEC532-CB64-47AE-B338-676E4DEF4AE8}" srcOrd="1" destOrd="0" presId="urn:microsoft.com/office/officeart/2005/8/layout/hList1"/>
    <dgm:cxn modelId="{46911B77-0A09-4D8A-99D5-F5D318970807}" type="presParOf" srcId="{6D53399A-5884-467E-86CA-D99166CE94EE}" destId="{4FF28CF3-D3D4-4509-9CD8-635D2A2B48D5}" srcOrd="1" destOrd="0" presId="urn:microsoft.com/office/officeart/2005/8/layout/hList1"/>
    <dgm:cxn modelId="{526F2F71-40A1-4796-81D5-0242C669CE54}" type="presParOf" srcId="{6D53399A-5884-467E-86CA-D99166CE94EE}" destId="{B1215D73-9592-40B0-BF73-115571C162C3}" srcOrd="2" destOrd="0" presId="urn:microsoft.com/office/officeart/2005/8/layout/hList1"/>
    <dgm:cxn modelId="{DEC2A7A0-5A1B-465B-8A46-55E4218CEAA3}" type="presParOf" srcId="{B1215D73-9592-40B0-BF73-115571C162C3}" destId="{442A170E-5354-45BE-8146-0D4F1C9FE201}" srcOrd="0" destOrd="0" presId="urn:microsoft.com/office/officeart/2005/8/layout/hList1"/>
    <dgm:cxn modelId="{60979978-3D9D-4C8C-B318-6117A2822BCC}" type="presParOf" srcId="{B1215D73-9592-40B0-BF73-115571C162C3}" destId="{199B5677-DCF4-445E-8E90-D7A80ACE74D6}" srcOrd="1" destOrd="0" presId="urn:microsoft.com/office/officeart/2005/8/layout/hList1"/>
    <dgm:cxn modelId="{B758AFC9-872F-486D-840D-8D78ED82ADE3}" type="presParOf" srcId="{6D53399A-5884-467E-86CA-D99166CE94EE}" destId="{5C802360-C7B3-42EE-BC76-48C1764341A9}" srcOrd="3" destOrd="0" presId="urn:microsoft.com/office/officeart/2005/8/layout/hList1"/>
    <dgm:cxn modelId="{27F6DFC9-D9A6-4E40-A0C9-2D8C44278FC8}" type="presParOf" srcId="{6D53399A-5884-467E-86CA-D99166CE94EE}" destId="{58C510F1-61E7-45EA-918C-765B528A3582}" srcOrd="4" destOrd="0" presId="urn:microsoft.com/office/officeart/2005/8/layout/hList1"/>
    <dgm:cxn modelId="{D9679029-FF8B-4B96-8D45-E1E8BCA56A50}" type="presParOf" srcId="{58C510F1-61E7-45EA-918C-765B528A3582}" destId="{7D1C3BE7-B630-41F4-9BA8-24F013FC4CCD}" srcOrd="0" destOrd="0" presId="urn:microsoft.com/office/officeart/2005/8/layout/hList1"/>
    <dgm:cxn modelId="{74ACBAC0-55D0-4698-B209-06D468E0F1A7}" type="presParOf" srcId="{58C510F1-61E7-45EA-918C-765B528A3582}" destId="{CDF39851-ADBF-4393-9AB2-98DDEE3237B2}" srcOrd="1" destOrd="0" presId="urn:microsoft.com/office/officeart/2005/8/layout/hList1"/>
    <dgm:cxn modelId="{B989447A-F42C-4AEB-BD06-5C01AE212BD7}" type="presParOf" srcId="{6D53399A-5884-467E-86CA-D99166CE94EE}" destId="{E6E396AE-CEF9-4D2F-A301-18CA21F553FA}" srcOrd="5" destOrd="0" presId="urn:microsoft.com/office/officeart/2005/8/layout/hList1"/>
    <dgm:cxn modelId="{929C0D2E-5466-4054-8100-6B289EBD5F22}" type="presParOf" srcId="{6D53399A-5884-467E-86CA-D99166CE94EE}" destId="{A6F9BEA1-EBF6-4A5F-8B30-8ABBB20D99B0}" srcOrd="6" destOrd="0" presId="urn:microsoft.com/office/officeart/2005/8/layout/hList1"/>
    <dgm:cxn modelId="{7CD274B2-EDBF-4D3D-8130-60417F26A849}" type="presParOf" srcId="{A6F9BEA1-EBF6-4A5F-8B30-8ABBB20D99B0}" destId="{6CA5CB89-965F-46F4-AB63-5A87591C812D}" srcOrd="0" destOrd="0" presId="urn:microsoft.com/office/officeart/2005/8/layout/hList1"/>
    <dgm:cxn modelId="{628E438B-7306-4510-84EF-EB34DBAB2353}" type="presParOf" srcId="{A6F9BEA1-EBF6-4A5F-8B30-8ABBB20D99B0}" destId="{FD162D3A-1177-4F1B-9F5D-C4AE692DD6E1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037A994-827C-42E7-B50A-DEED8C186439}" type="doc">
      <dgm:prSet loTypeId="urn:microsoft.com/office/officeart/2005/8/layout/hList1" loCatId="list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pt-PT"/>
        </a:p>
      </dgm:t>
    </dgm:pt>
    <dgm:pt modelId="{B64D22C4-BC7F-423A-8177-8EAE6ABC0ED9}">
      <dgm:prSet phldrT="[Texto]" custT="1"/>
      <dgm:spPr/>
      <dgm:t>
        <a:bodyPr/>
        <a:lstStyle/>
        <a:p>
          <a:r>
            <a:rPr lang="pt-PT" sz="1100" b="1" dirty="0"/>
            <a:t>2024</a:t>
          </a:r>
        </a:p>
      </dgm:t>
    </dgm:pt>
    <dgm:pt modelId="{963CD5A6-3603-419E-BC62-F7BA9EC628DE}" type="parTrans" cxnId="{4FC29137-8F29-46B3-B67F-32FE4075563A}">
      <dgm:prSet/>
      <dgm:spPr/>
      <dgm:t>
        <a:bodyPr/>
        <a:lstStyle/>
        <a:p>
          <a:endParaRPr lang="pt-PT" sz="1100"/>
        </a:p>
      </dgm:t>
    </dgm:pt>
    <dgm:pt modelId="{AEE6CF97-723F-4FD3-98A7-2286A3AFAEFC}" type="sibTrans" cxnId="{4FC29137-8F29-46B3-B67F-32FE4075563A}">
      <dgm:prSet/>
      <dgm:spPr/>
      <dgm:t>
        <a:bodyPr/>
        <a:lstStyle/>
        <a:p>
          <a:endParaRPr lang="pt-PT" sz="1100"/>
        </a:p>
      </dgm:t>
    </dgm:pt>
    <dgm:pt modelId="{2A68F0AA-B1AE-4183-8315-27F0EE5F5F86}">
      <dgm:prSet phldrT="[Texto]" custT="1"/>
      <dgm:spPr/>
      <dgm:t>
        <a:bodyPr anchor="t"/>
        <a:lstStyle/>
        <a:p>
          <a:pPr algn="just">
            <a:lnSpc>
              <a:spcPct val="100000"/>
            </a:lnSpc>
          </a:pPr>
          <a:r>
            <a:rPr lang="en-US" sz="800" b="0" dirty="0" err="1"/>
            <a:t>KaMpfumu</a:t>
          </a:r>
          <a:r>
            <a:rPr lang="en-US" sz="800" b="0" dirty="0"/>
            <a:t>: 		6%</a:t>
          </a:r>
          <a:endParaRPr lang="pt-PT" sz="800" dirty="0"/>
        </a:p>
      </dgm:t>
    </dgm:pt>
    <dgm:pt modelId="{BB07A91D-D3E0-4C45-8E09-284E76E11CC0}" type="parTrans" cxnId="{10E8B724-D363-4E75-BBE7-AB9DF3A9763F}">
      <dgm:prSet/>
      <dgm:spPr/>
      <dgm:t>
        <a:bodyPr/>
        <a:lstStyle/>
        <a:p>
          <a:endParaRPr lang="pt-PT" sz="1100"/>
        </a:p>
      </dgm:t>
    </dgm:pt>
    <dgm:pt modelId="{A383DC93-412F-4A85-A095-8432B6408CB2}" type="sibTrans" cxnId="{10E8B724-D363-4E75-BBE7-AB9DF3A9763F}">
      <dgm:prSet/>
      <dgm:spPr/>
      <dgm:t>
        <a:bodyPr/>
        <a:lstStyle/>
        <a:p>
          <a:endParaRPr lang="pt-PT" sz="1100"/>
        </a:p>
      </dgm:t>
    </dgm:pt>
    <dgm:pt modelId="{9CADE8BE-541D-4FD1-9169-0E440327B252}">
      <dgm:prSet phldrT="[Texto]" custT="1"/>
      <dgm:spPr/>
      <dgm:t>
        <a:bodyPr/>
        <a:lstStyle/>
        <a:p>
          <a:r>
            <a:rPr lang="pt-PT" sz="1100" b="1" dirty="0"/>
            <a:t>2025</a:t>
          </a:r>
        </a:p>
      </dgm:t>
    </dgm:pt>
    <dgm:pt modelId="{559AD12E-32B4-4ABA-B38B-2325EFB8E2C8}" type="parTrans" cxnId="{2E2CFAA7-1867-49FF-A83C-8CB9AB57786F}">
      <dgm:prSet/>
      <dgm:spPr/>
      <dgm:t>
        <a:bodyPr/>
        <a:lstStyle/>
        <a:p>
          <a:endParaRPr lang="pt-PT" sz="1100"/>
        </a:p>
      </dgm:t>
    </dgm:pt>
    <dgm:pt modelId="{FFBE46E7-AC1B-4716-92DF-87EA7DC9A7AB}" type="sibTrans" cxnId="{2E2CFAA7-1867-49FF-A83C-8CB9AB57786F}">
      <dgm:prSet/>
      <dgm:spPr/>
      <dgm:t>
        <a:bodyPr/>
        <a:lstStyle/>
        <a:p>
          <a:endParaRPr lang="pt-PT" sz="1100"/>
        </a:p>
      </dgm:t>
    </dgm:pt>
    <dgm:pt modelId="{616AF4CE-31B5-429C-B407-AE3C5A0AA55A}">
      <dgm:prSet phldrT="[Texto]" custT="1"/>
      <dgm:spPr/>
      <dgm:t>
        <a:bodyPr anchor="t"/>
        <a:lstStyle/>
        <a:p>
          <a:pPr algn="just">
            <a:lnSpc>
              <a:spcPct val="100000"/>
            </a:lnSpc>
          </a:pPr>
          <a:r>
            <a:rPr lang="en-US" sz="800" b="0" dirty="0" err="1"/>
            <a:t>KaMpfumu</a:t>
          </a:r>
          <a:r>
            <a:rPr lang="en-US" sz="800" b="0" dirty="0"/>
            <a:t>: 		5%</a:t>
          </a:r>
          <a:endParaRPr lang="pt-PT" sz="800" dirty="0"/>
        </a:p>
      </dgm:t>
    </dgm:pt>
    <dgm:pt modelId="{F7B8866F-570F-4BE7-8F56-C1F3A13066F3}" type="parTrans" cxnId="{C2C4F693-0128-44D8-94A8-8BB9192E0B20}">
      <dgm:prSet/>
      <dgm:spPr/>
      <dgm:t>
        <a:bodyPr/>
        <a:lstStyle/>
        <a:p>
          <a:endParaRPr lang="pt-PT" sz="1100"/>
        </a:p>
      </dgm:t>
    </dgm:pt>
    <dgm:pt modelId="{09F3DA1F-4952-4CE8-BC5A-C23F7E82F30D}" type="sibTrans" cxnId="{C2C4F693-0128-44D8-94A8-8BB9192E0B20}">
      <dgm:prSet/>
      <dgm:spPr/>
      <dgm:t>
        <a:bodyPr/>
        <a:lstStyle/>
        <a:p>
          <a:endParaRPr lang="pt-PT" sz="1100"/>
        </a:p>
      </dgm:t>
    </dgm:pt>
    <dgm:pt modelId="{550A08EB-CCFF-49B8-AB7D-831F151099E6}">
      <dgm:prSet phldrT="[Texto]" custT="1"/>
      <dgm:spPr/>
      <dgm:t>
        <a:bodyPr/>
        <a:lstStyle/>
        <a:p>
          <a:r>
            <a:rPr lang="pt-PT" sz="1100" b="1" dirty="0"/>
            <a:t>2023</a:t>
          </a:r>
        </a:p>
      </dgm:t>
    </dgm:pt>
    <dgm:pt modelId="{B969B556-6865-47AE-94E1-0C1B6BAF6836}" type="parTrans" cxnId="{2D9D51E2-976C-4A14-950A-20781632F032}">
      <dgm:prSet/>
      <dgm:spPr/>
      <dgm:t>
        <a:bodyPr/>
        <a:lstStyle/>
        <a:p>
          <a:endParaRPr lang="pt-PT" sz="1100"/>
        </a:p>
      </dgm:t>
    </dgm:pt>
    <dgm:pt modelId="{B343D7D5-3738-425D-8245-9F201E14713F}" type="sibTrans" cxnId="{2D9D51E2-976C-4A14-950A-20781632F032}">
      <dgm:prSet/>
      <dgm:spPr/>
      <dgm:t>
        <a:bodyPr/>
        <a:lstStyle/>
        <a:p>
          <a:endParaRPr lang="pt-PT" sz="1100"/>
        </a:p>
      </dgm:t>
    </dgm:pt>
    <dgm:pt modelId="{D422C4EF-7F6D-4494-A451-051C8CF40385}">
      <dgm:prSet phldrT="[Texto]" custT="1"/>
      <dgm:spPr/>
      <dgm:t>
        <a:bodyPr anchor="t"/>
        <a:lstStyle/>
        <a:p>
          <a:pPr algn="just">
            <a:lnSpc>
              <a:spcPct val="100000"/>
            </a:lnSpc>
          </a:pPr>
          <a:r>
            <a:rPr lang="en-US" sz="800" b="0" dirty="0" err="1"/>
            <a:t>KaMpfumu</a:t>
          </a:r>
          <a:r>
            <a:rPr lang="en-US" sz="800" b="0" dirty="0"/>
            <a:t>: 		18%</a:t>
          </a:r>
          <a:endParaRPr lang="pt-PT" sz="800" dirty="0"/>
        </a:p>
      </dgm:t>
    </dgm:pt>
    <dgm:pt modelId="{D971FE7A-F6E1-4BF1-A469-0101F22386EC}" type="parTrans" cxnId="{06DE0B6F-158F-4B5E-954D-CF94C06D519C}">
      <dgm:prSet/>
      <dgm:spPr/>
      <dgm:t>
        <a:bodyPr/>
        <a:lstStyle/>
        <a:p>
          <a:endParaRPr lang="pt-PT" sz="1100"/>
        </a:p>
      </dgm:t>
    </dgm:pt>
    <dgm:pt modelId="{7258E857-90B3-48DD-8C6D-BEA898903C9B}" type="sibTrans" cxnId="{06DE0B6F-158F-4B5E-954D-CF94C06D519C}">
      <dgm:prSet/>
      <dgm:spPr/>
      <dgm:t>
        <a:bodyPr/>
        <a:lstStyle/>
        <a:p>
          <a:endParaRPr lang="pt-PT" sz="1100"/>
        </a:p>
      </dgm:t>
    </dgm:pt>
    <dgm:pt modelId="{30A8477A-F0D4-4ED1-A419-B13E8C3FFDA2}">
      <dgm:prSet custT="1"/>
      <dgm:spPr/>
      <dgm:t>
        <a:bodyPr anchor="t"/>
        <a:lstStyle/>
        <a:p>
          <a:pPr algn="just">
            <a:lnSpc>
              <a:spcPct val="100000"/>
            </a:lnSpc>
          </a:pPr>
          <a:endParaRPr lang="pt-PT" sz="800" b="0" dirty="0"/>
        </a:p>
      </dgm:t>
    </dgm:pt>
    <dgm:pt modelId="{17FD8EE5-8BE2-4A66-9FE8-9FD762633808}" type="parTrans" cxnId="{04EFE588-0F20-4E4C-AF3F-FE60F5C65054}">
      <dgm:prSet/>
      <dgm:spPr/>
      <dgm:t>
        <a:bodyPr/>
        <a:lstStyle/>
        <a:p>
          <a:endParaRPr lang="en-US"/>
        </a:p>
      </dgm:t>
    </dgm:pt>
    <dgm:pt modelId="{DDA1BC1E-4B75-43C3-8F9F-3DDB4024A504}" type="sibTrans" cxnId="{04EFE588-0F20-4E4C-AF3F-FE60F5C65054}">
      <dgm:prSet/>
      <dgm:spPr/>
      <dgm:t>
        <a:bodyPr/>
        <a:lstStyle/>
        <a:p>
          <a:endParaRPr lang="en-US"/>
        </a:p>
      </dgm:t>
    </dgm:pt>
    <dgm:pt modelId="{02A66406-BFCF-4667-86C7-9F94EB04946C}">
      <dgm:prSet custT="1"/>
      <dgm:spPr/>
      <dgm:t>
        <a:bodyPr anchor="t"/>
        <a:lstStyle/>
        <a:p>
          <a:pPr algn="just">
            <a:lnSpc>
              <a:spcPct val="100000"/>
            </a:lnSpc>
          </a:pPr>
          <a:endParaRPr lang="pt-PT" sz="800" b="0" dirty="0"/>
        </a:p>
      </dgm:t>
    </dgm:pt>
    <dgm:pt modelId="{F69CB705-7298-4C17-9B92-E4BD6B6BF16A}" type="parTrans" cxnId="{C6DE177E-54D0-4C44-8CAB-D36560F1A0C0}">
      <dgm:prSet/>
      <dgm:spPr/>
      <dgm:t>
        <a:bodyPr/>
        <a:lstStyle/>
        <a:p>
          <a:endParaRPr lang="en-US"/>
        </a:p>
      </dgm:t>
    </dgm:pt>
    <dgm:pt modelId="{0ECD35F2-2240-4D91-B608-E2C7AE6FB46E}" type="sibTrans" cxnId="{C6DE177E-54D0-4C44-8CAB-D36560F1A0C0}">
      <dgm:prSet/>
      <dgm:spPr/>
      <dgm:t>
        <a:bodyPr/>
        <a:lstStyle/>
        <a:p>
          <a:endParaRPr lang="en-US"/>
        </a:p>
      </dgm:t>
    </dgm:pt>
    <dgm:pt modelId="{26E24B7B-18AE-4479-9FBE-2E17B2337522}">
      <dgm:prSet phldrT="[Texto]" custT="1"/>
      <dgm:spPr/>
      <dgm:t>
        <a:bodyPr/>
        <a:lstStyle/>
        <a:p>
          <a:r>
            <a:rPr lang="pt-PT" sz="1100" b="1" dirty="0"/>
            <a:t>2022</a:t>
          </a:r>
        </a:p>
      </dgm:t>
    </dgm:pt>
    <dgm:pt modelId="{66DE3D84-88CA-46E2-B63D-554E9497CBFE}" type="parTrans" cxnId="{00449B4B-B019-41C2-BFBE-262B1CF60D39}">
      <dgm:prSet/>
      <dgm:spPr/>
      <dgm:t>
        <a:bodyPr/>
        <a:lstStyle/>
        <a:p>
          <a:endParaRPr lang="pt-PT" sz="1100"/>
        </a:p>
      </dgm:t>
    </dgm:pt>
    <dgm:pt modelId="{8148635B-848E-4F58-B9E0-CBB470C098A2}" type="sibTrans" cxnId="{00449B4B-B019-41C2-BFBE-262B1CF60D39}">
      <dgm:prSet/>
      <dgm:spPr/>
      <dgm:t>
        <a:bodyPr/>
        <a:lstStyle/>
        <a:p>
          <a:endParaRPr lang="pt-PT" sz="1100"/>
        </a:p>
      </dgm:t>
    </dgm:pt>
    <dgm:pt modelId="{1385B9E6-B849-4BCA-8DE9-7C1AFA7112C1}">
      <dgm:prSet phldrT="[Texto]" custT="1"/>
      <dgm:spPr/>
      <dgm:t>
        <a:bodyPr spcFirstLastPara="0" vert="horz" wrap="square" lIns="26670" tIns="26670" rIns="35560" bIns="40005" numCol="1" spcCol="1270" anchor="t" anchorCtr="0"/>
        <a:lstStyle/>
        <a:p>
          <a:pPr algn="l">
            <a:lnSpc>
              <a:spcPct val="100000"/>
            </a:lnSpc>
          </a:pPr>
          <a:r>
            <a:rPr lang="pt-PT" sz="800" b="0" kern="1200" dirty="0" err="1"/>
            <a:t>KaMpfumu</a:t>
          </a:r>
          <a:r>
            <a:rPr lang="pt-PT" sz="800" b="1" kern="1200" dirty="0"/>
            <a:t>: 		4%</a:t>
          </a:r>
          <a:endParaRPr lang="pt-PT" sz="800" b="0" kern="1200" dirty="0">
            <a:solidFill>
              <a:srgbClr val="000000"/>
            </a:solidFill>
          </a:endParaRPr>
        </a:p>
      </dgm:t>
    </dgm:pt>
    <dgm:pt modelId="{898BA4C4-7D72-4ACA-BE56-241BCB35CC9F}" type="parTrans" cxnId="{5EE3E6F0-92DE-4969-B912-8FED71C43C6E}">
      <dgm:prSet/>
      <dgm:spPr/>
      <dgm:t>
        <a:bodyPr/>
        <a:lstStyle/>
        <a:p>
          <a:endParaRPr lang="en-US" sz="1800"/>
        </a:p>
      </dgm:t>
    </dgm:pt>
    <dgm:pt modelId="{B0487CF5-B2D5-479B-A661-098B70A8B89D}" type="sibTrans" cxnId="{5EE3E6F0-92DE-4969-B912-8FED71C43C6E}">
      <dgm:prSet/>
      <dgm:spPr/>
      <dgm:t>
        <a:bodyPr/>
        <a:lstStyle/>
        <a:p>
          <a:endParaRPr lang="en-US" sz="1800"/>
        </a:p>
      </dgm:t>
    </dgm:pt>
    <dgm:pt modelId="{F014886B-2B90-4F25-8844-9AA9B80DCDCE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 err="1"/>
            <a:t>Nhlamankulu</a:t>
          </a:r>
          <a:r>
            <a:rPr lang="en-US" sz="800" b="0" dirty="0"/>
            <a:t>:		8%</a:t>
          </a:r>
        </a:p>
      </dgm:t>
    </dgm:pt>
    <dgm:pt modelId="{7B1DBFC4-461E-4375-A85C-A80D5E6B05CE}" type="parTrans" cxnId="{AF4784A5-E756-40BC-AE03-1802919E28CA}">
      <dgm:prSet/>
      <dgm:spPr/>
      <dgm:t>
        <a:bodyPr/>
        <a:lstStyle/>
        <a:p>
          <a:endParaRPr lang="en-US"/>
        </a:p>
      </dgm:t>
    </dgm:pt>
    <dgm:pt modelId="{BCCBB2F4-4EF6-4396-BEC6-B44D41695CC1}" type="sibTrans" cxnId="{AF4784A5-E756-40BC-AE03-1802919E28CA}">
      <dgm:prSet/>
      <dgm:spPr/>
      <dgm:t>
        <a:bodyPr/>
        <a:lstStyle/>
        <a:p>
          <a:endParaRPr lang="en-US"/>
        </a:p>
      </dgm:t>
    </dgm:pt>
    <dgm:pt modelId="{D2F0C593-24BA-4F17-B3E2-A3BA8D1DA708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 err="1"/>
            <a:t>KaMaxakene</a:t>
          </a:r>
          <a:r>
            <a:rPr lang="en-US" sz="800" b="0" dirty="0"/>
            <a:t>:		5%</a:t>
          </a:r>
        </a:p>
      </dgm:t>
    </dgm:pt>
    <dgm:pt modelId="{A76F0FE0-6AEF-4AA3-8A08-7C9C32A4A37D}" type="parTrans" cxnId="{D5426A6E-A501-4934-80F3-66A9D62D828E}">
      <dgm:prSet/>
      <dgm:spPr/>
      <dgm:t>
        <a:bodyPr/>
        <a:lstStyle/>
        <a:p>
          <a:endParaRPr lang="en-US"/>
        </a:p>
      </dgm:t>
    </dgm:pt>
    <dgm:pt modelId="{570E3133-0851-4EAE-BE01-7E7318E1A568}" type="sibTrans" cxnId="{D5426A6E-A501-4934-80F3-66A9D62D828E}">
      <dgm:prSet/>
      <dgm:spPr/>
      <dgm:t>
        <a:bodyPr/>
        <a:lstStyle/>
        <a:p>
          <a:endParaRPr lang="en-US"/>
        </a:p>
      </dgm:t>
    </dgm:pt>
    <dgm:pt modelId="{561725C3-51B1-4DF2-9532-245467417AEF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 err="1"/>
            <a:t>KaMavota</a:t>
          </a:r>
          <a:r>
            <a:rPr lang="en-US" sz="800" b="0" dirty="0"/>
            <a:t>: 		17%</a:t>
          </a:r>
        </a:p>
      </dgm:t>
    </dgm:pt>
    <dgm:pt modelId="{CE2CEF55-9F88-401E-9DD9-20502A444965}" type="parTrans" cxnId="{044E50DD-B6CD-4B13-94E8-26A3EF3A72CE}">
      <dgm:prSet/>
      <dgm:spPr/>
      <dgm:t>
        <a:bodyPr/>
        <a:lstStyle/>
        <a:p>
          <a:endParaRPr lang="en-US"/>
        </a:p>
      </dgm:t>
    </dgm:pt>
    <dgm:pt modelId="{5804D9FC-8939-4795-ACE1-1D507BC27513}" type="sibTrans" cxnId="{044E50DD-B6CD-4B13-94E8-26A3EF3A72CE}">
      <dgm:prSet/>
      <dgm:spPr/>
      <dgm:t>
        <a:bodyPr/>
        <a:lstStyle/>
        <a:p>
          <a:endParaRPr lang="en-US"/>
        </a:p>
      </dgm:t>
    </dgm:pt>
    <dgm:pt modelId="{743F74AA-94E9-49D2-AB23-77FE79D63A65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 err="1"/>
            <a:t>KaMubukwana</a:t>
          </a:r>
          <a:r>
            <a:rPr lang="en-US" sz="800" b="0" dirty="0"/>
            <a:t>: 	14%</a:t>
          </a:r>
        </a:p>
      </dgm:t>
    </dgm:pt>
    <dgm:pt modelId="{1EE22654-3FD1-4178-89F1-38D2B6A6ED60}" type="parTrans" cxnId="{28863F56-DC8D-462D-B1F0-90B2F727C2BD}">
      <dgm:prSet/>
      <dgm:spPr/>
      <dgm:t>
        <a:bodyPr/>
        <a:lstStyle/>
        <a:p>
          <a:endParaRPr lang="en-US"/>
        </a:p>
      </dgm:t>
    </dgm:pt>
    <dgm:pt modelId="{3B4E4A0F-99A8-4B00-9CBF-1D2C92251CFD}" type="sibTrans" cxnId="{28863F56-DC8D-462D-B1F0-90B2F727C2BD}">
      <dgm:prSet/>
      <dgm:spPr/>
      <dgm:t>
        <a:bodyPr/>
        <a:lstStyle/>
        <a:p>
          <a:endParaRPr lang="en-US"/>
        </a:p>
      </dgm:t>
    </dgm:pt>
    <dgm:pt modelId="{9F4E15AE-00E4-48BA-89E0-E4C7DFD38EDC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 err="1"/>
            <a:t>KaTembe</a:t>
          </a:r>
          <a:r>
            <a:rPr lang="en-US" sz="800" b="0" dirty="0"/>
            <a:t>: 		16%</a:t>
          </a:r>
        </a:p>
      </dgm:t>
    </dgm:pt>
    <dgm:pt modelId="{15AB9D50-F6F0-4B84-8A47-14477A84A6AA}" type="parTrans" cxnId="{87175F94-BB53-4076-938B-B899EC956AF1}">
      <dgm:prSet/>
      <dgm:spPr/>
      <dgm:t>
        <a:bodyPr/>
        <a:lstStyle/>
        <a:p>
          <a:endParaRPr lang="en-US"/>
        </a:p>
      </dgm:t>
    </dgm:pt>
    <dgm:pt modelId="{F9009B73-341F-4692-B50C-EF3A12B5B6ED}" type="sibTrans" cxnId="{87175F94-BB53-4076-938B-B899EC956AF1}">
      <dgm:prSet/>
      <dgm:spPr/>
      <dgm:t>
        <a:bodyPr/>
        <a:lstStyle/>
        <a:p>
          <a:endParaRPr lang="en-US"/>
        </a:p>
      </dgm:t>
    </dgm:pt>
    <dgm:pt modelId="{C9C013EF-A9E0-469B-B170-2A5B7CA63E69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/>
            <a:t>KaNyaka: 		0%</a:t>
          </a:r>
        </a:p>
      </dgm:t>
    </dgm:pt>
    <dgm:pt modelId="{FACBFB8A-8DC8-480E-85B2-72A4CD696F08}" type="parTrans" cxnId="{474714A1-CD7C-4973-AC45-33B128E41858}">
      <dgm:prSet/>
      <dgm:spPr/>
      <dgm:t>
        <a:bodyPr/>
        <a:lstStyle/>
        <a:p>
          <a:endParaRPr lang="en-US"/>
        </a:p>
      </dgm:t>
    </dgm:pt>
    <dgm:pt modelId="{7DB0EA9B-A582-4EDF-94DA-0634B3F0B3B4}" type="sibTrans" cxnId="{474714A1-CD7C-4973-AC45-33B128E41858}">
      <dgm:prSet/>
      <dgm:spPr/>
      <dgm:t>
        <a:bodyPr/>
        <a:lstStyle/>
        <a:p>
          <a:endParaRPr lang="en-US"/>
        </a:p>
      </dgm:t>
    </dgm:pt>
    <dgm:pt modelId="{710AB261-73C7-41C7-8130-7A9BE89CB80E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 err="1"/>
            <a:t>Nhlamankulu</a:t>
          </a:r>
          <a:r>
            <a:rPr lang="en-US" sz="800" b="0" dirty="0"/>
            <a:t>:		0%</a:t>
          </a:r>
        </a:p>
      </dgm:t>
    </dgm:pt>
    <dgm:pt modelId="{D14B980A-D6F8-439C-9D43-B10124B9642D}" type="parTrans" cxnId="{8595273C-1CAE-4DB3-9A82-8D48F3DCDBE0}">
      <dgm:prSet/>
      <dgm:spPr/>
      <dgm:t>
        <a:bodyPr/>
        <a:lstStyle/>
        <a:p>
          <a:endParaRPr lang="en-US"/>
        </a:p>
      </dgm:t>
    </dgm:pt>
    <dgm:pt modelId="{D7C8A776-B8E4-4493-96FD-B07BF110C713}" type="sibTrans" cxnId="{8595273C-1CAE-4DB3-9A82-8D48F3DCDBE0}">
      <dgm:prSet/>
      <dgm:spPr/>
      <dgm:t>
        <a:bodyPr/>
        <a:lstStyle/>
        <a:p>
          <a:endParaRPr lang="en-US"/>
        </a:p>
      </dgm:t>
    </dgm:pt>
    <dgm:pt modelId="{B3E4C119-E52C-4913-B5FF-7253FA3B0AFD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 err="1"/>
            <a:t>KaMaxakene</a:t>
          </a:r>
          <a:r>
            <a:rPr lang="en-US" sz="800" b="0" dirty="0"/>
            <a:t>:		0%</a:t>
          </a:r>
        </a:p>
      </dgm:t>
    </dgm:pt>
    <dgm:pt modelId="{E0C22130-1DBF-40AE-9C8A-FB1EC3D69F9B}" type="parTrans" cxnId="{621E2915-CC53-42B0-9241-A6890CA77493}">
      <dgm:prSet/>
      <dgm:spPr/>
      <dgm:t>
        <a:bodyPr/>
        <a:lstStyle/>
        <a:p>
          <a:endParaRPr lang="en-US"/>
        </a:p>
      </dgm:t>
    </dgm:pt>
    <dgm:pt modelId="{949238F6-9088-4604-9668-8558BD8255B7}" type="sibTrans" cxnId="{621E2915-CC53-42B0-9241-A6890CA77493}">
      <dgm:prSet/>
      <dgm:spPr/>
      <dgm:t>
        <a:bodyPr/>
        <a:lstStyle/>
        <a:p>
          <a:endParaRPr lang="en-US"/>
        </a:p>
      </dgm:t>
    </dgm:pt>
    <dgm:pt modelId="{FEA88953-B508-46BC-8BAA-BD5CDB798916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 err="1"/>
            <a:t>KaMavota</a:t>
          </a:r>
          <a:r>
            <a:rPr lang="en-US" sz="800" b="0" dirty="0"/>
            <a:t>: 		20%</a:t>
          </a:r>
        </a:p>
      </dgm:t>
    </dgm:pt>
    <dgm:pt modelId="{C97C008A-C6D7-4808-8C6F-A45C266B087C}" type="parTrans" cxnId="{F760CF7B-F121-4BBF-A613-9EFCF8E6E84C}">
      <dgm:prSet/>
      <dgm:spPr/>
      <dgm:t>
        <a:bodyPr/>
        <a:lstStyle/>
        <a:p>
          <a:endParaRPr lang="en-US"/>
        </a:p>
      </dgm:t>
    </dgm:pt>
    <dgm:pt modelId="{1F67E5CE-20AF-4E56-A48E-6BF39A82AFFA}" type="sibTrans" cxnId="{F760CF7B-F121-4BBF-A613-9EFCF8E6E84C}">
      <dgm:prSet/>
      <dgm:spPr/>
      <dgm:t>
        <a:bodyPr/>
        <a:lstStyle/>
        <a:p>
          <a:endParaRPr lang="en-US"/>
        </a:p>
      </dgm:t>
    </dgm:pt>
    <dgm:pt modelId="{3A9AB712-DB85-411F-9693-F107E1EA55DD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 err="1"/>
            <a:t>KaMubukwana</a:t>
          </a:r>
          <a:r>
            <a:rPr lang="en-US" sz="800" b="0" dirty="0"/>
            <a:t>: 	8%</a:t>
          </a:r>
        </a:p>
      </dgm:t>
    </dgm:pt>
    <dgm:pt modelId="{599D422D-C17A-445E-A0C2-7F8737CED9A5}" type="parTrans" cxnId="{B6D75B01-5043-4AA2-93BF-73B615121EBB}">
      <dgm:prSet/>
      <dgm:spPr/>
      <dgm:t>
        <a:bodyPr/>
        <a:lstStyle/>
        <a:p>
          <a:endParaRPr lang="en-US"/>
        </a:p>
      </dgm:t>
    </dgm:pt>
    <dgm:pt modelId="{E371753B-90B4-4AD6-B863-5804A524027D}" type="sibTrans" cxnId="{B6D75B01-5043-4AA2-93BF-73B615121EBB}">
      <dgm:prSet/>
      <dgm:spPr/>
      <dgm:t>
        <a:bodyPr/>
        <a:lstStyle/>
        <a:p>
          <a:endParaRPr lang="en-US"/>
        </a:p>
      </dgm:t>
    </dgm:pt>
    <dgm:pt modelId="{50879049-E04F-4BDD-8154-BC563087FE63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 err="1"/>
            <a:t>KaTembe</a:t>
          </a:r>
          <a:r>
            <a:rPr lang="en-US" sz="800" b="0" dirty="0"/>
            <a:t>: 		4%</a:t>
          </a:r>
        </a:p>
      </dgm:t>
    </dgm:pt>
    <dgm:pt modelId="{CED558F6-D83C-4848-9745-F18EA0A1FEE3}" type="parTrans" cxnId="{18AE1753-A55C-43F8-8A09-305E7ED2C475}">
      <dgm:prSet/>
      <dgm:spPr/>
      <dgm:t>
        <a:bodyPr/>
        <a:lstStyle/>
        <a:p>
          <a:endParaRPr lang="en-US"/>
        </a:p>
      </dgm:t>
    </dgm:pt>
    <dgm:pt modelId="{A04C4101-831C-4AD0-8A92-E3528FC4AD45}" type="sibTrans" cxnId="{18AE1753-A55C-43F8-8A09-305E7ED2C475}">
      <dgm:prSet/>
      <dgm:spPr/>
      <dgm:t>
        <a:bodyPr/>
        <a:lstStyle/>
        <a:p>
          <a:endParaRPr lang="en-US"/>
        </a:p>
      </dgm:t>
    </dgm:pt>
    <dgm:pt modelId="{2CA52456-0268-40E1-9D06-40924D192764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/>
            <a:t>KaNyaka: 		6%</a:t>
          </a:r>
        </a:p>
      </dgm:t>
    </dgm:pt>
    <dgm:pt modelId="{7D657299-D156-4CD0-BD33-E7C24AF8388A}" type="parTrans" cxnId="{E0A323A6-6BD2-4B23-8165-A495587CD201}">
      <dgm:prSet/>
      <dgm:spPr/>
      <dgm:t>
        <a:bodyPr/>
        <a:lstStyle/>
        <a:p>
          <a:endParaRPr lang="en-US"/>
        </a:p>
      </dgm:t>
    </dgm:pt>
    <dgm:pt modelId="{95D8B46A-3389-462B-B2D4-B24F30F38984}" type="sibTrans" cxnId="{E0A323A6-6BD2-4B23-8165-A495587CD201}">
      <dgm:prSet/>
      <dgm:spPr/>
      <dgm:t>
        <a:bodyPr/>
        <a:lstStyle/>
        <a:p>
          <a:endParaRPr lang="en-US"/>
        </a:p>
      </dgm:t>
    </dgm:pt>
    <dgm:pt modelId="{50128929-43D7-4970-BB62-2E94CF1DBF8B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 err="1"/>
            <a:t>Nhlamankulu</a:t>
          </a:r>
          <a:r>
            <a:rPr lang="en-US" sz="800" b="0" dirty="0"/>
            <a:t>:		8%</a:t>
          </a:r>
        </a:p>
      </dgm:t>
    </dgm:pt>
    <dgm:pt modelId="{6291896E-ECA2-485E-B001-F5FE985B8B70}" type="parTrans" cxnId="{3FE0B77F-EF9F-479E-824F-5899FFC97412}">
      <dgm:prSet/>
      <dgm:spPr/>
      <dgm:t>
        <a:bodyPr/>
        <a:lstStyle/>
        <a:p>
          <a:endParaRPr lang="en-US"/>
        </a:p>
      </dgm:t>
    </dgm:pt>
    <dgm:pt modelId="{394439AC-B02C-45B1-B1E7-5972E696B996}" type="sibTrans" cxnId="{3FE0B77F-EF9F-479E-824F-5899FFC97412}">
      <dgm:prSet/>
      <dgm:spPr/>
      <dgm:t>
        <a:bodyPr/>
        <a:lstStyle/>
        <a:p>
          <a:endParaRPr lang="en-US"/>
        </a:p>
      </dgm:t>
    </dgm:pt>
    <dgm:pt modelId="{1B0E1FDC-370C-4FCA-8DE4-1D7038E1446F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 err="1"/>
            <a:t>KaMaxakene</a:t>
          </a:r>
          <a:r>
            <a:rPr lang="en-US" sz="800" b="0" dirty="0"/>
            <a:t>:		3%</a:t>
          </a:r>
        </a:p>
      </dgm:t>
    </dgm:pt>
    <dgm:pt modelId="{3157D9C9-26A3-4C4B-9816-6E7467BBDB00}" type="parTrans" cxnId="{D7AAE7F7-4A4B-4D69-A43A-D751F63B0A96}">
      <dgm:prSet/>
      <dgm:spPr/>
      <dgm:t>
        <a:bodyPr/>
        <a:lstStyle/>
        <a:p>
          <a:endParaRPr lang="en-US"/>
        </a:p>
      </dgm:t>
    </dgm:pt>
    <dgm:pt modelId="{11AF3D02-845C-49BE-8C0C-60BEA197819E}" type="sibTrans" cxnId="{D7AAE7F7-4A4B-4D69-A43A-D751F63B0A96}">
      <dgm:prSet/>
      <dgm:spPr/>
      <dgm:t>
        <a:bodyPr/>
        <a:lstStyle/>
        <a:p>
          <a:endParaRPr lang="en-US"/>
        </a:p>
      </dgm:t>
    </dgm:pt>
    <dgm:pt modelId="{E23635CE-E3C6-45C6-BFC0-8CE523D6B1E9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 err="1"/>
            <a:t>KaMavota</a:t>
          </a:r>
          <a:r>
            <a:rPr lang="en-US" sz="800" b="0" dirty="0"/>
            <a:t>: 		3%</a:t>
          </a:r>
        </a:p>
      </dgm:t>
    </dgm:pt>
    <dgm:pt modelId="{89171C77-402D-46CD-9A42-E96402709E94}" type="parTrans" cxnId="{5C7A6CAA-BDB1-422D-B735-347453C5BCF7}">
      <dgm:prSet/>
      <dgm:spPr/>
      <dgm:t>
        <a:bodyPr/>
        <a:lstStyle/>
        <a:p>
          <a:endParaRPr lang="en-US"/>
        </a:p>
      </dgm:t>
    </dgm:pt>
    <dgm:pt modelId="{30D6AEB3-1205-4C24-B8BA-3F53549EB82D}" type="sibTrans" cxnId="{5C7A6CAA-BDB1-422D-B735-347453C5BCF7}">
      <dgm:prSet/>
      <dgm:spPr/>
      <dgm:t>
        <a:bodyPr/>
        <a:lstStyle/>
        <a:p>
          <a:endParaRPr lang="en-US"/>
        </a:p>
      </dgm:t>
    </dgm:pt>
    <dgm:pt modelId="{0E6F8292-852C-4799-A8C3-7C0FF6383453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 err="1"/>
            <a:t>KaMubukwana</a:t>
          </a:r>
          <a:r>
            <a:rPr lang="en-US" sz="800" b="0" dirty="0"/>
            <a:t>: 	0%</a:t>
          </a:r>
        </a:p>
      </dgm:t>
    </dgm:pt>
    <dgm:pt modelId="{3F06E823-37AF-40BB-B7CB-3C1733F93735}" type="parTrans" cxnId="{3ED4B4DA-B326-45B7-842B-4BE828DD6A56}">
      <dgm:prSet/>
      <dgm:spPr/>
      <dgm:t>
        <a:bodyPr/>
        <a:lstStyle/>
        <a:p>
          <a:endParaRPr lang="en-US"/>
        </a:p>
      </dgm:t>
    </dgm:pt>
    <dgm:pt modelId="{8D32D7E6-772D-41CE-8759-C8A5351E1BD7}" type="sibTrans" cxnId="{3ED4B4DA-B326-45B7-842B-4BE828DD6A56}">
      <dgm:prSet/>
      <dgm:spPr/>
      <dgm:t>
        <a:bodyPr/>
        <a:lstStyle/>
        <a:p>
          <a:endParaRPr lang="en-US"/>
        </a:p>
      </dgm:t>
    </dgm:pt>
    <dgm:pt modelId="{A0AC832E-E3CF-4BCC-B4A8-3706FEC4904A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 err="1"/>
            <a:t>KaTembe</a:t>
          </a:r>
          <a:r>
            <a:rPr lang="en-US" sz="800" b="0" dirty="0"/>
            <a:t>: 		0%</a:t>
          </a:r>
        </a:p>
      </dgm:t>
    </dgm:pt>
    <dgm:pt modelId="{D0499C67-09D2-4F2A-A350-7C4BD9440853}" type="parTrans" cxnId="{59865467-D036-4368-BD64-F84A1A78AC85}">
      <dgm:prSet/>
      <dgm:spPr/>
      <dgm:t>
        <a:bodyPr/>
        <a:lstStyle/>
        <a:p>
          <a:endParaRPr lang="en-US"/>
        </a:p>
      </dgm:t>
    </dgm:pt>
    <dgm:pt modelId="{E891A483-1B4A-4F2A-B8EE-6856A711FFD8}" type="sibTrans" cxnId="{59865467-D036-4368-BD64-F84A1A78AC85}">
      <dgm:prSet/>
      <dgm:spPr/>
      <dgm:t>
        <a:bodyPr/>
        <a:lstStyle/>
        <a:p>
          <a:endParaRPr lang="en-US"/>
        </a:p>
      </dgm:t>
    </dgm:pt>
    <dgm:pt modelId="{E17797C9-F837-4066-A39A-CB5AEC5B2C96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/>
            <a:t>KaNyaka		7%</a:t>
          </a:r>
        </a:p>
      </dgm:t>
    </dgm:pt>
    <dgm:pt modelId="{2DD8168B-BA31-4640-BF66-35EC7AC1AB64}" type="parTrans" cxnId="{08E8D726-F43A-4997-ADF5-FE9E595063FF}">
      <dgm:prSet/>
      <dgm:spPr/>
      <dgm:t>
        <a:bodyPr/>
        <a:lstStyle/>
        <a:p>
          <a:endParaRPr lang="en-US"/>
        </a:p>
      </dgm:t>
    </dgm:pt>
    <dgm:pt modelId="{4A05EDCE-C9FC-422A-ADDC-D9FB393BDCF9}" type="sibTrans" cxnId="{08E8D726-F43A-4997-ADF5-FE9E595063FF}">
      <dgm:prSet/>
      <dgm:spPr/>
      <dgm:t>
        <a:bodyPr/>
        <a:lstStyle/>
        <a:p>
          <a:endParaRPr lang="en-US"/>
        </a:p>
      </dgm:t>
    </dgm:pt>
    <dgm:pt modelId="{C4D8CC64-8B3E-4E79-8702-B8711E479545}">
      <dgm:prSet phldrT="[Texto]" custT="1"/>
      <dgm:spPr/>
      <dgm:t>
        <a:bodyPr anchor="ctr"/>
        <a:lstStyle/>
        <a:p>
          <a:pPr algn="l">
            <a:lnSpc>
              <a:spcPct val="100000"/>
            </a:lnSpc>
          </a:pPr>
          <a:r>
            <a:rPr lang="en-US" sz="800" dirty="0" err="1"/>
            <a:t>Nhlamankulu</a:t>
          </a:r>
          <a:r>
            <a:rPr lang="pt-PT" sz="800" b="1" dirty="0"/>
            <a:t>:		4%</a:t>
          </a:r>
          <a:endParaRPr lang="pt-PT" sz="800" b="0" dirty="0"/>
        </a:p>
      </dgm:t>
    </dgm:pt>
    <dgm:pt modelId="{3E335E04-6D5E-4E16-91E6-EB901D45C33C}" type="sibTrans" cxnId="{7ADBFF4B-89F3-425D-A9D4-8C2E05649013}">
      <dgm:prSet/>
      <dgm:spPr/>
      <dgm:t>
        <a:bodyPr/>
        <a:lstStyle/>
        <a:p>
          <a:endParaRPr lang="pt-PT" sz="1100"/>
        </a:p>
      </dgm:t>
    </dgm:pt>
    <dgm:pt modelId="{80271984-C5F5-47DC-AC67-412D14D4BA68}" type="parTrans" cxnId="{7ADBFF4B-89F3-425D-A9D4-8C2E05649013}">
      <dgm:prSet/>
      <dgm:spPr/>
      <dgm:t>
        <a:bodyPr/>
        <a:lstStyle/>
        <a:p>
          <a:endParaRPr lang="pt-PT" sz="1100"/>
        </a:p>
      </dgm:t>
    </dgm:pt>
    <dgm:pt modelId="{0343A66F-B16D-4E63-B7CE-1CEAAB44D477}">
      <dgm:prSet phldrT="[Texto]" custT="1"/>
      <dgm:spPr/>
      <dgm:t>
        <a:bodyPr/>
        <a:lstStyle/>
        <a:p>
          <a:pPr algn="l">
            <a:lnSpc>
              <a:spcPct val="100000"/>
            </a:lnSpc>
            <a:buNone/>
          </a:pPr>
          <a:r>
            <a:rPr lang="en-US" sz="800" dirty="0" err="1"/>
            <a:t>KaMaxakene</a:t>
          </a:r>
          <a:r>
            <a:rPr lang="en-US" sz="800" dirty="0"/>
            <a:t>:		0%</a:t>
          </a:r>
          <a:endParaRPr lang="pt-PT" sz="800" b="0" dirty="0"/>
        </a:p>
      </dgm:t>
    </dgm:pt>
    <dgm:pt modelId="{9D11D7CD-7C76-4830-A47D-2F30E7724AA5}" type="sibTrans" cxnId="{F209DC72-1214-4411-A545-989240C2F0E8}">
      <dgm:prSet/>
      <dgm:spPr/>
      <dgm:t>
        <a:bodyPr/>
        <a:lstStyle/>
        <a:p>
          <a:endParaRPr lang="en-US" sz="1800"/>
        </a:p>
      </dgm:t>
    </dgm:pt>
    <dgm:pt modelId="{524E4931-68EB-4766-A926-8CBE36850F20}" type="parTrans" cxnId="{F209DC72-1214-4411-A545-989240C2F0E8}">
      <dgm:prSet/>
      <dgm:spPr/>
      <dgm:t>
        <a:bodyPr/>
        <a:lstStyle/>
        <a:p>
          <a:endParaRPr lang="en-US" sz="1800"/>
        </a:p>
      </dgm:t>
    </dgm:pt>
    <dgm:pt modelId="{7F4168F8-D530-4B8F-A626-66B9006698B6}">
      <dgm:prSet phldrT="[Texto]" custT="1"/>
      <dgm:spPr/>
      <dgm:t>
        <a:bodyPr/>
        <a:lstStyle/>
        <a:p>
          <a:pPr algn="l">
            <a:lnSpc>
              <a:spcPct val="100000"/>
            </a:lnSpc>
            <a:buNone/>
          </a:pPr>
          <a:r>
            <a:rPr lang="en-US" sz="800" dirty="0" err="1"/>
            <a:t>KaMavota</a:t>
          </a:r>
          <a:r>
            <a:rPr lang="en-US" sz="800" dirty="0"/>
            <a:t>: 		36%</a:t>
          </a:r>
          <a:endParaRPr lang="pt-PT" sz="800" b="0" dirty="0"/>
        </a:p>
      </dgm:t>
    </dgm:pt>
    <dgm:pt modelId="{2A914187-80C7-4341-818E-B19556794106}" type="sibTrans" cxnId="{8EAFFBC1-0C10-41B3-96AD-AFF2EF56C052}">
      <dgm:prSet/>
      <dgm:spPr/>
      <dgm:t>
        <a:bodyPr/>
        <a:lstStyle/>
        <a:p>
          <a:endParaRPr lang="en-US" sz="1800"/>
        </a:p>
      </dgm:t>
    </dgm:pt>
    <dgm:pt modelId="{344457BC-4070-4971-8996-782A1AF98BB3}" type="parTrans" cxnId="{8EAFFBC1-0C10-41B3-96AD-AFF2EF56C052}">
      <dgm:prSet/>
      <dgm:spPr/>
      <dgm:t>
        <a:bodyPr/>
        <a:lstStyle/>
        <a:p>
          <a:endParaRPr lang="en-US" sz="1800"/>
        </a:p>
      </dgm:t>
    </dgm:pt>
    <dgm:pt modelId="{11E1FACD-1647-4D2D-ACEA-38C9A2DF9923}">
      <dgm:prSet phldrT="[Texto]" custT="1"/>
      <dgm:spPr/>
      <dgm:t>
        <a:bodyPr/>
        <a:lstStyle/>
        <a:p>
          <a:pPr algn="l">
            <a:lnSpc>
              <a:spcPct val="100000"/>
            </a:lnSpc>
            <a:buNone/>
          </a:pPr>
          <a:r>
            <a:rPr lang="en-US" sz="800" dirty="0" err="1"/>
            <a:t>KaMubukwana</a:t>
          </a:r>
          <a:r>
            <a:rPr lang="en-US" sz="800" dirty="0"/>
            <a:t>: 	2%</a:t>
          </a:r>
          <a:endParaRPr lang="pt-PT" sz="800" b="0" dirty="0"/>
        </a:p>
      </dgm:t>
    </dgm:pt>
    <dgm:pt modelId="{CB34AE3F-5F2D-4651-846A-351E53DF9903}" type="sibTrans" cxnId="{C1442699-C131-47DB-8534-77876F80E8C1}">
      <dgm:prSet/>
      <dgm:spPr/>
      <dgm:t>
        <a:bodyPr/>
        <a:lstStyle/>
        <a:p>
          <a:endParaRPr lang="en-US" sz="1800"/>
        </a:p>
      </dgm:t>
    </dgm:pt>
    <dgm:pt modelId="{CF46E768-DA15-4B17-905E-C49D18388F49}" type="parTrans" cxnId="{C1442699-C131-47DB-8534-77876F80E8C1}">
      <dgm:prSet/>
      <dgm:spPr/>
      <dgm:t>
        <a:bodyPr/>
        <a:lstStyle/>
        <a:p>
          <a:endParaRPr lang="en-US" sz="1800"/>
        </a:p>
      </dgm:t>
    </dgm:pt>
    <dgm:pt modelId="{BD1EC750-1CCD-4541-99BD-FF0E50BA1238}">
      <dgm:prSet phldrT="[Texto]" custT="1"/>
      <dgm:spPr/>
      <dgm:t>
        <a:bodyPr/>
        <a:lstStyle/>
        <a:p>
          <a:pPr algn="l">
            <a:lnSpc>
              <a:spcPct val="100000"/>
            </a:lnSpc>
            <a:buNone/>
          </a:pPr>
          <a:r>
            <a:rPr lang="en-US" sz="800" dirty="0" err="1"/>
            <a:t>KaTembe</a:t>
          </a:r>
          <a:r>
            <a:rPr lang="en-US" sz="800" dirty="0"/>
            <a:t>: 		9%</a:t>
          </a:r>
          <a:endParaRPr lang="pt-PT" sz="800" b="0" dirty="0"/>
        </a:p>
      </dgm:t>
    </dgm:pt>
    <dgm:pt modelId="{AF3236C1-521D-4755-A98B-1593D146F6A6}" type="sibTrans" cxnId="{FC947189-7396-4052-8E6A-0A00ABFA48B6}">
      <dgm:prSet/>
      <dgm:spPr/>
      <dgm:t>
        <a:bodyPr/>
        <a:lstStyle/>
        <a:p>
          <a:endParaRPr lang="en-US" sz="1800"/>
        </a:p>
      </dgm:t>
    </dgm:pt>
    <dgm:pt modelId="{7DDDD742-0F28-471A-B93B-AB5D319931E9}" type="parTrans" cxnId="{FC947189-7396-4052-8E6A-0A00ABFA48B6}">
      <dgm:prSet/>
      <dgm:spPr/>
      <dgm:t>
        <a:bodyPr/>
        <a:lstStyle/>
        <a:p>
          <a:endParaRPr lang="en-US" sz="1800"/>
        </a:p>
      </dgm:t>
    </dgm:pt>
    <dgm:pt modelId="{3CC5C86C-915A-4706-9544-35FA5E980EF1}">
      <dgm:prSet phldrT="[Texto]" custT="1"/>
      <dgm:spPr/>
      <dgm:t>
        <a:bodyPr/>
        <a:lstStyle/>
        <a:p>
          <a:pPr algn="l">
            <a:lnSpc>
              <a:spcPct val="100000"/>
            </a:lnSpc>
            <a:buNone/>
          </a:pPr>
          <a:r>
            <a:rPr lang="en-US" sz="800" dirty="0"/>
            <a:t>KaNyaka		12%</a:t>
          </a:r>
          <a:endParaRPr lang="pt-PT" sz="800" b="0" dirty="0"/>
        </a:p>
      </dgm:t>
    </dgm:pt>
    <dgm:pt modelId="{4601BB44-BD58-4B5C-B724-84CD69FC59CA}" type="sibTrans" cxnId="{E22D5135-216F-4298-A025-F769AA0B3899}">
      <dgm:prSet/>
      <dgm:spPr/>
      <dgm:t>
        <a:bodyPr/>
        <a:lstStyle/>
        <a:p>
          <a:endParaRPr lang="en-US" sz="1800"/>
        </a:p>
      </dgm:t>
    </dgm:pt>
    <dgm:pt modelId="{10D4E06A-C650-41A8-8AC7-A5A35C69F72B}" type="parTrans" cxnId="{E22D5135-216F-4298-A025-F769AA0B3899}">
      <dgm:prSet/>
      <dgm:spPr/>
      <dgm:t>
        <a:bodyPr/>
        <a:lstStyle/>
        <a:p>
          <a:endParaRPr lang="en-US" sz="1800"/>
        </a:p>
      </dgm:t>
    </dgm:pt>
    <dgm:pt modelId="{6D53399A-5884-467E-86CA-D99166CE94EE}" type="pres">
      <dgm:prSet presAssocID="{A037A994-827C-42E7-B50A-DEED8C186439}" presName="Name0" presStyleCnt="0">
        <dgm:presLayoutVars>
          <dgm:dir/>
          <dgm:animLvl val="lvl"/>
          <dgm:resizeHandles val="exact"/>
        </dgm:presLayoutVars>
      </dgm:prSet>
      <dgm:spPr/>
    </dgm:pt>
    <dgm:pt modelId="{540817C1-6561-4991-914A-AC9A8A9EB302}" type="pres">
      <dgm:prSet presAssocID="{26E24B7B-18AE-4479-9FBE-2E17B2337522}" presName="composite" presStyleCnt="0"/>
      <dgm:spPr/>
    </dgm:pt>
    <dgm:pt modelId="{C5CC311C-3919-4641-BC63-F2C27F3911F7}" type="pres">
      <dgm:prSet presAssocID="{26E24B7B-18AE-4479-9FBE-2E17B2337522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0ABEC532-CB64-47AE-B338-676E4DEF4AE8}" type="pres">
      <dgm:prSet presAssocID="{26E24B7B-18AE-4479-9FBE-2E17B2337522}" presName="desTx" presStyleLbl="alignAccFollowNode1" presStyleIdx="0" presStyleCnt="4">
        <dgm:presLayoutVars>
          <dgm:bulletEnabled val="1"/>
        </dgm:presLayoutVars>
      </dgm:prSet>
      <dgm:spPr/>
    </dgm:pt>
    <dgm:pt modelId="{4FF28CF3-D3D4-4509-9CD8-635D2A2B48D5}" type="pres">
      <dgm:prSet presAssocID="{8148635B-848E-4F58-B9E0-CBB470C098A2}" presName="space" presStyleCnt="0"/>
      <dgm:spPr/>
    </dgm:pt>
    <dgm:pt modelId="{B1215D73-9592-40B0-BF73-115571C162C3}" type="pres">
      <dgm:prSet presAssocID="{550A08EB-CCFF-49B8-AB7D-831F151099E6}" presName="composite" presStyleCnt="0"/>
      <dgm:spPr/>
    </dgm:pt>
    <dgm:pt modelId="{442A170E-5354-45BE-8146-0D4F1C9FE201}" type="pres">
      <dgm:prSet presAssocID="{550A08EB-CCFF-49B8-AB7D-831F151099E6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199B5677-DCF4-445E-8E90-D7A80ACE74D6}" type="pres">
      <dgm:prSet presAssocID="{550A08EB-CCFF-49B8-AB7D-831F151099E6}" presName="desTx" presStyleLbl="alignAccFollowNode1" presStyleIdx="1" presStyleCnt="4">
        <dgm:presLayoutVars>
          <dgm:bulletEnabled val="1"/>
        </dgm:presLayoutVars>
      </dgm:prSet>
      <dgm:spPr/>
    </dgm:pt>
    <dgm:pt modelId="{5C802360-C7B3-42EE-BC76-48C1764341A9}" type="pres">
      <dgm:prSet presAssocID="{B343D7D5-3738-425D-8245-9F201E14713F}" presName="space" presStyleCnt="0"/>
      <dgm:spPr/>
    </dgm:pt>
    <dgm:pt modelId="{58C510F1-61E7-45EA-918C-765B528A3582}" type="pres">
      <dgm:prSet presAssocID="{B64D22C4-BC7F-423A-8177-8EAE6ABC0ED9}" presName="composite" presStyleCnt="0"/>
      <dgm:spPr/>
    </dgm:pt>
    <dgm:pt modelId="{7D1C3BE7-B630-41F4-9BA8-24F013FC4CCD}" type="pres">
      <dgm:prSet presAssocID="{B64D22C4-BC7F-423A-8177-8EAE6ABC0ED9}" presName="parTx" presStyleLbl="alignNode1" presStyleIdx="2" presStyleCnt="4" custScaleX="113427">
        <dgm:presLayoutVars>
          <dgm:chMax val="0"/>
          <dgm:chPref val="0"/>
          <dgm:bulletEnabled val="1"/>
        </dgm:presLayoutVars>
      </dgm:prSet>
      <dgm:spPr/>
    </dgm:pt>
    <dgm:pt modelId="{CDF39851-ADBF-4393-9AB2-98DDEE3237B2}" type="pres">
      <dgm:prSet presAssocID="{B64D22C4-BC7F-423A-8177-8EAE6ABC0ED9}" presName="desTx" presStyleLbl="alignAccFollowNode1" presStyleIdx="2" presStyleCnt="4" custScaleX="112113">
        <dgm:presLayoutVars>
          <dgm:bulletEnabled val="1"/>
        </dgm:presLayoutVars>
      </dgm:prSet>
      <dgm:spPr/>
    </dgm:pt>
    <dgm:pt modelId="{E6E396AE-CEF9-4D2F-A301-18CA21F553FA}" type="pres">
      <dgm:prSet presAssocID="{AEE6CF97-723F-4FD3-98A7-2286A3AFAEFC}" presName="space" presStyleCnt="0"/>
      <dgm:spPr/>
    </dgm:pt>
    <dgm:pt modelId="{A6F9BEA1-EBF6-4A5F-8B30-8ABBB20D99B0}" type="pres">
      <dgm:prSet presAssocID="{9CADE8BE-541D-4FD1-9169-0E440327B252}" presName="composite" presStyleCnt="0"/>
      <dgm:spPr/>
    </dgm:pt>
    <dgm:pt modelId="{6CA5CB89-965F-46F4-AB63-5A87591C812D}" type="pres">
      <dgm:prSet presAssocID="{9CADE8BE-541D-4FD1-9169-0E440327B252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FD162D3A-1177-4F1B-9F5D-C4AE692DD6E1}" type="pres">
      <dgm:prSet presAssocID="{9CADE8BE-541D-4FD1-9169-0E440327B252}" presName="desTx" presStyleLbl="alignAccFollowNode1" presStyleIdx="3" presStyleCnt="4" custScaleY="100000">
        <dgm:presLayoutVars>
          <dgm:bulletEnabled val="1"/>
        </dgm:presLayoutVars>
      </dgm:prSet>
      <dgm:spPr/>
    </dgm:pt>
  </dgm:ptLst>
  <dgm:cxnLst>
    <dgm:cxn modelId="{B6D75B01-5043-4AA2-93BF-73B615121EBB}" srcId="{B64D22C4-BC7F-423A-8177-8EAE6ABC0ED9}" destId="{3A9AB712-DB85-411F-9693-F107E1EA55DD}" srcOrd="4" destOrd="0" parTransId="{599D422D-C17A-445E-A0C2-7F8737CED9A5}" sibTransId="{E371753B-90B4-4AD6-B863-5804A524027D}"/>
    <dgm:cxn modelId="{621E2915-CC53-42B0-9241-A6890CA77493}" srcId="{B64D22C4-BC7F-423A-8177-8EAE6ABC0ED9}" destId="{B3E4C119-E52C-4913-B5FF-7253FA3B0AFD}" srcOrd="2" destOrd="0" parTransId="{E0C22130-1DBF-40AE-9C8A-FB1EC3D69F9B}" sibTransId="{949238F6-9088-4604-9668-8558BD8255B7}"/>
    <dgm:cxn modelId="{2416A51B-CBCE-4A44-80A3-CCBED3B8A51C}" type="presOf" srcId="{9F4E15AE-00E4-48BA-89E0-E4C7DFD38EDC}" destId="{199B5677-DCF4-445E-8E90-D7A80ACE74D6}" srcOrd="0" destOrd="5" presId="urn:microsoft.com/office/officeart/2005/8/layout/hList1"/>
    <dgm:cxn modelId="{E893CB22-A697-4839-883B-893181272281}" type="presOf" srcId="{2CA52456-0268-40E1-9D06-40924D192764}" destId="{CDF39851-ADBF-4393-9AB2-98DDEE3237B2}" srcOrd="0" destOrd="6" presId="urn:microsoft.com/office/officeart/2005/8/layout/hList1"/>
    <dgm:cxn modelId="{10E8B724-D363-4E75-BBE7-AB9DF3A9763F}" srcId="{B64D22C4-BC7F-423A-8177-8EAE6ABC0ED9}" destId="{2A68F0AA-B1AE-4183-8315-27F0EE5F5F86}" srcOrd="0" destOrd="0" parTransId="{BB07A91D-D3E0-4C45-8E09-284E76E11CC0}" sibTransId="{A383DC93-412F-4A85-A095-8432B6408CB2}"/>
    <dgm:cxn modelId="{08E8D726-F43A-4997-ADF5-FE9E595063FF}" srcId="{9CADE8BE-541D-4FD1-9169-0E440327B252}" destId="{E17797C9-F837-4066-A39A-CB5AEC5B2C96}" srcOrd="6" destOrd="0" parTransId="{2DD8168B-BA31-4640-BF66-35EC7AC1AB64}" sibTransId="{4A05EDCE-C9FC-422A-ADDC-D9FB393BDCF9}"/>
    <dgm:cxn modelId="{F2C48B30-153E-45FD-8158-28677F162F36}" type="presOf" srcId="{3A9AB712-DB85-411F-9693-F107E1EA55DD}" destId="{CDF39851-ADBF-4393-9AB2-98DDEE3237B2}" srcOrd="0" destOrd="4" presId="urn:microsoft.com/office/officeart/2005/8/layout/hList1"/>
    <dgm:cxn modelId="{AA1F9632-5270-472D-8370-4A7BA30F8322}" type="presOf" srcId="{30A8477A-F0D4-4ED1-A419-B13E8C3FFDA2}" destId="{199B5677-DCF4-445E-8E90-D7A80ACE74D6}" srcOrd="0" destOrd="7" presId="urn:microsoft.com/office/officeart/2005/8/layout/hList1"/>
    <dgm:cxn modelId="{2AB36834-9CAA-43E4-8837-F08665460363}" type="presOf" srcId="{B3E4C119-E52C-4913-B5FF-7253FA3B0AFD}" destId="{CDF39851-ADBF-4393-9AB2-98DDEE3237B2}" srcOrd="0" destOrd="2" presId="urn:microsoft.com/office/officeart/2005/8/layout/hList1"/>
    <dgm:cxn modelId="{E22D5135-216F-4298-A025-F769AA0B3899}" srcId="{26E24B7B-18AE-4479-9FBE-2E17B2337522}" destId="{3CC5C86C-915A-4706-9544-35FA5E980EF1}" srcOrd="6" destOrd="0" parTransId="{10D4E06A-C650-41A8-8AC7-A5A35C69F72B}" sibTransId="{4601BB44-BD58-4B5C-B724-84CD69FC59CA}"/>
    <dgm:cxn modelId="{4FC29137-8F29-46B3-B67F-32FE4075563A}" srcId="{A037A994-827C-42E7-B50A-DEED8C186439}" destId="{B64D22C4-BC7F-423A-8177-8EAE6ABC0ED9}" srcOrd="2" destOrd="0" parTransId="{963CD5A6-3603-419E-BC62-F7BA9EC628DE}" sibTransId="{AEE6CF97-723F-4FD3-98A7-2286A3AFAEFC}"/>
    <dgm:cxn modelId="{8595273C-1CAE-4DB3-9A82-8D48F3DCDBE0}" srcId="{B64D22C4-BC7F-423A-8177-8EAE6ABC0ED9}" destId="{710AB261-73C7-41C7-8130-7A9BE89CB80E}" srcOrd="1" destOrd="0" parTransId="{D14B980A-D6F8-439C-9D43-B10124B9642D}" sibTransId="{D7C8A776-B8E4-4493-96FD-B07BF110C713}"/>
    <dgm:cxn modelId="{AD4F8E3D-C7EE-45E8-8C09-EF12659D3D74}" type="presOf" srcId="{C4D8CC64-8B3E-4E79-8702-B8711E479545}" destId="{0ABEC532-CB64-47AE-B338-676E4DEF4AE8}" srcOrd="0" destOrd="1" presId="urn:microsoft.com/office/officeart/2005/8/layout/hList1"/>
    <dgm:cxn modelId="{B64DEF3D-C239-47A2-B3A3-210E5A434059}" type="presOf" srcId="{C9C013EF-A9E0-469B-B170-2A5B7CA63E69}" destId="{199B5677-DCF4-445E-8E90-D7A80ACE74D6}" srcOrd="0" destOrd="6" presId="urn:microsoft.com/office/officeart/2005/8/layout/hList1"/>
    <dgm:cxn modelId="{CF60B73E-BBAC-47CA-B6CA-3FD689BFC80E}" type="presOf" srcId="{616AF4CE-31B5-429C-B407-AE3C5A0AA55A}" destId="{FD162D3A-1177-4F1B-9F5D-C4AE692DD6E1}" srcOrd="0" destOrd="0" presId="urn:microsoft.com/office/officeart/2005/8/layout/hList1"/>
    <dgm:cxn modelId="{72C59D40-2549-4394-824F-1275B45FBEE6}" type="presOf" srcId="{A0AC832E-E3CF-4BCC-B4A8-3706FEC4904A}" destId="{FD162D3A-1177-4F1B-9F5D-C4AE692DD6E1}" srcOrd="0" destOrd="5" presId="urn:microsoft.com/office/officeart/2005/8/layout/hList1"/>
    <dgm:cxn modelId="{579DD541-83DC-49AB-96D4-5CD83B8EEC3E}" type="presOf" srcId="{7F4168F8-D530-4B8F-A626-66B9006698B6}" destId="{0ABEC532-CB64-47AE-B338-676E4DEF4AE8}" srcOrd="0" destOrd="3" presId="urn:microsoft.com/office/officeart/2005/8/layout/hList1"/>
    <dgm:cxn modelId="{5805D964-E31A-4B16-A703-40FC4965059D}" type="presOf" srcId="{B64D22C4-BC7F-423A-8177-8EAE6ABC0ED9}" destId="{7D1C3BE7-B630-41F4-9BA8-24F013FC4CCD}" srcOrd="0" destOrd="0" presId="urn:microsoft.com/office/officeart/2005/8/layout/hList1"/>
    <dgm:cxn modelId="{59865467-D036-4368-BD64-F84A1A78AC85}" srcId="{9CADE8BE-541D-4FD1-9169-0E440327B252}" destId="{A0AC832E-E3CF-4BCC-B4A8-3706FEC4904A}" srcOrd="5" destOrd="0" parTransId="{D0499C67-09D2-4F2A-A350-7C4BD9440853}" sibTransId="{E891A483-1B4A-4F2A-B8EE-6856A711FFD8}"/>
    <dgm:cxn modelId="{00449B4B-B019-41C2-BFBE-262B1CF60D39}" srcId="{A037A994-827C-42E7-B50A-DEED8C186439}" destId="{26E24B7B-18AE-4479-9FBE-2E17B2337522}" srcOrd="0" destOrd="0" parTransId="{66DE3D84-88CA-46E2-B63D-554E9497CBFE}" sibTransId="{8148635B-848E-4F58-B9E0-CBB470C098A2}"/>
    <dgm:cxn modelId="{7ADBFF4B-89F3-425D-A9D4-8C2E05649013}" srcId="{26E24B7B-18AE-4479-9FBE-2E17B2337522}" destId="{C4D8CC64-8B3E-4E79-8702-B8711E479545}" srcOrd="1" destOrd="0" parTransId="{80271984-C5F5-47DC-AC67-412D14D4BA68}" sibTransId="{3E335E04-6D5E-4E16-91E6-EB901D45C33C}"/>
    <dgm:cxn modelId="{46A5986D-9564-42E3-AF07-8B2DC4CB95D4}" type="presOf" srcId="{1385B9E6-B849-4BCA-8DE9-7C1AFA7112C1}" destId="{0ABEC532-CB64-47AE-B338-676E4DEF4AE8}" srcOrd="0" destOrd="0" presId="urn:microsoft.com/office/officeart/2005/8/layout/hList1"/>
    <dgm:cxn modelId="{D5426A6E-A501-4934-80F3-66A9D62D828E}" srcId="{550A08EB-CCFF-49B8-AB7D-831F151099E6}" destId="{D2F0C593-24BA-4F17-B3E2-A3BA8D1DA708}" srcOrd="2" destOrd="0" parTransId="{A76F0FE0-6AEF-4AA3-8A08-7C9C32A4A37D}" sibTransId="{570E3133-0851-4EAE-BE01-7E7318E1A568}"/>
    <dgm:cxn modelId="{AC3AAE4E-E660-4051-93E0-704F17741795}" type="presOf" srcId="{0E6F8292-852C-4799-A8C3-7C0FF6383453}" destId="{FD162D3A-1177-4F1B-9F5D-C4AE692DD6E1}" srcOrd="0" destOrd="4" presId="urn:microsoft.com/office/officeart/2005/8/layout/hList1"/>
    <dgm:cxn modelId="{06DE0B6F-158F-4B5E-954D-CF94C06D519C}" srcId="{550A08EB-CCFF-49B8-AB7D-831F151099E6}" destId="{D422C4EF-7F6D-4494-A451-051C8CF40385}" srcOrd="0" destOrd="0" parTransId="{D971FE7A-F6E1-4BF1-A469-0101F22386EC}" sibTransId="{7258E857-90B3-48DD-8C6D-BEA898903C9B}"/>
    <dgm:cxn modelId="{BDAE326F-2629-4D05-AA7A-52272777CDC0}" type="presOf" srcId="{2A68F0AA-B1AE-4183-8315-27F0EE5F5F86}" destId="{CDF39851-ADBF-4393-9AB2-98DDEE3237B2}" srcOrd="0" destOrd="0" presId="urn:microsoft.com/office/officeart/2005/8/layout/hList1"/>
    <dgm:cxn modelId="{685B4F4F-2E14-4D00-8E62-1C2D3EFBC852}" type="presOf" srcId="{D2F0C593-24BA-4F17-B3E2-A3BA8D1DA708}" destId="{199B5677-DCF4-445E-8E90-D7A80ACE74D6}" srcOrd="0" destOrd="2" presId="urn:microsoft.com/office/officeart/2005/8/layout/hList1"/>
    <dgm:cxn modelId="{996F8F4F-D243-444E-86FC-E6B780B8755A}" type="presOf" srcId="{11E1FACD-1647-4D2D-ACEA-38C9A2DF9923}" destId="{0ABEC532-CB64-47AE-B338-676E4DEF4AE8}" srcOrd="0" destOrd="4" presId="urn:microsoft.com/office/officeart/2005/8/layout/hList1"/>
    <dgm:cxn modelId="{F209DC72-1214-4411-A545-989240C2F0E8}" srcId="{26E24B7B-18AE-4479-9FBE-2E17B2337522}" destId="{0343A66F-B16D-4E63-B7CE-1CEAAB44D477}" srcOrd="2" destOrd="0" parTransId="{524E4931-68EB-4766-A926-8CBE36850F20}" sibTransId="{9D11D7CD-7C76-4830-A47D-2F30E7724AA5}"/>
    <dgm:cxn modelId="{18AE1753-A55C-43F8-8A09-305E7ED2C475}" srcId="{B64D22C4-BC7F-423A-8177-8EAE6ABC0ED9}" destId="{50879049-E04F-4BDD-8154-BC563087FE63}" srcOrd="5" destOrd="0" parTransId="{CED558F6-D83C-4848-9745-F18EA0A1FEE3}" sibTransId="{A04C4101-831C-4AD0-8A92-E3528FC4AD45}"/>
    <dgm:cxn modelId="{5B1ED274-FC0F-4006-89CD-4C82F20C17AE}" type="presOf" srcId="{1B0E1FDC-370C-4FCA-8DE4-1D7038E1446F}" destId="{FD162D3A-1177-4F1B-9F5D-C4AE692DD6E1}" srcOrd="0" destOrd="2" presId="urn:microsoft.com/office/officeart/2005/8/layout/hList1"/>
    <dgm:cxn modelId="{8F16B675-C35F-4686-B78B-7BA4D4ABEBEE}" type="presOf" srcId="{02A66406-BFCF-4667-86C7-9F94EB04946C}" destId="{CDF39851-ADBF-4393-9AB2-98DDEE3237B2}" srcOrd="0" destOrd="7" presId="urn:microsoft.com/office/officeart/2005/8/layout/hList1"/>
    <dgm:cxn modelId="{28863F56-DC8D-462D-B1F0-90B2F727C2BD}" srcId="{550A08EB-CCFF-49B8-AB7D-831F151099E6}" destId="{743F74AA-94E9-49D2-AB23-77FE79D63A65}" srcOrd="4" destOrd="0" parTransId="{1EE22654-3FD1-4178-89F1-38D2B6A6ED60}" sibTransId="{3B4E4A0F-99A8-4B00-9CBF-1D2C92251CFD}"/>
    <dgm:cxn modelId="{FC5D6058-3B4A-46CF-8517-EA582D2DFED5}" type="presOf" srcId="{0343A66F-B16D-4E63-B7CE-1CEAAB44D477}" destId="{0ABEC532-CB64-47AE-B338-676E4DEF4AE8}" srcOrd="0" destOrd="2" presId="urn:microsoft.com/office/officeart/2005/8/layout/hList1"/>
    <dgm:cxn modelId="{6CFD6558-22E6-4DE5-B43B-0ABE3BD52169}" type="presOf" srcId="{550A08EB-CCFF-49B8-AB7D-831F151099E6}" destId="{442A170E-5354-45BE-8146-0D4F1C9FE201}" srcOrd="0" destOrd="0" presId="urn:microsoft.com/office/officeart/2005/8/layout/hList1"/>
    <dgm:cxn modelId="{6ADF0059-A59D-41E0-8D48-519DDF3C9DF7}" type="presOf" srcId="{50128929-43D7-4970-BB62-2E94CF1DBF8B}" destId="{FD162D3A-1177-4F1B-9F5D-C4AE692DD6E1}" srcOrd="0" destOrd="1" presId="urn:microsoft.com/office/officeart/2005/8/layout/hList1"/>
    <dgm:cxn modelId="{F760CF7B-F121-4BBF-A613-9EFCF8E6E84C}" srcId="{B64D22C4-BC7F-423A-8177-8EAE6ABC0ED9}" destId="{FEA88953-B508-46BC-8BAA-BD5CDB798916}" srcOrd="3" destOrd="0" parTransId="{C97C008A-C6D7-4808-8C6F-A45C266B087C}" sibTransId="{1F67E5CE-20AF-4E56-A48E-6BF39A82AFFA}"/>
    <dgm:cxn modelId="{C6DE177E-54D0-4C44-8CAB-D36560F1A0C0}" srcId="{B64D22C4-BC7F-423A-8177-8EAE6ABC0ED9}" destId="{02A66406-BFCF-4667-86C7-9F94EB04946C}" srcOrd="7" destOrd="0" parTransId="{F69CB705-7298-4C17-9B92-E4BD6B6BF16A}" sibTransId="{0ECD35F2-2240-4D91-B608-E2C7AE6FB46E}"/>
    <dgm:cxn modelId="{3FE0B77F-EF9F-479E-824F-5899FFC97412}" srcId="{9CADE8BE-541D-4FD1-9169-0E440327B252}" destId="{50128929-43D7-4970-BB62-2E94CF1DBF8B}" srcOrd="1" destOrd="0" parTransId="{6291896E-ECA2-485E-B001-F5FE985B8B70}" sibTransId="{394439AC-B02C-45B1-B1E7-5972E696B996}"/>
    <dgm:cxn modelId="{04EFE588-0F20-4E4C-AF3F-FE60F5C65054}" srcId="{550A08EB-CCFF-49B8-AB7D-831F151099E6}" destId="{30A8477A-F0D4-4ED1-A419-B13E8C3FFDA2}" srcOrd="7" destOrd="0" parTransId="{17FD8EE5-8BE2-4A66-9FE8-9FD762633808}" sibTransId="{DDA1BC1E-4B75-43C3-8F9F-3DDB4024A504}"/>
    <dgm:cxn modelId="{74B13889-3C95-419B-B4EA-FAF00971F003}" type="presOf" srcId="{F014886B-2B90-4F25-8844-9AA9B80DCDCE}" destId="{199B5677-DCF4-445E-8E90-D7A80ACE74D6}" srcOrd="0" destOrd="1" presId="urn:microsoft.com/office/officeart/2005/8/layout/hList1"/>
    <dgm:cxn modelId="{FC947189-7396-4052-8E6A-0A00ABFA48B6}" srcId="{26E24B7B-18AE-4479-9FBE-2E17B2337522}" destId="{BD1EC750-1CCD-4541-99BD-FF0E50BA1238}" srcOrd="5" destOrd="0" parTransId="{7DDDD742-0F28-471A-B93B-AB5D319931E9}" sibTransId="{AF3236C1-521D-4755-A98B-1593D146F6A6}"/>
    <dgm:cxn modelId="{C7F8918B-3AAB-4F16-B01B-6CF9B8B419CF}" type="presOf" srcId="{743F74AA-94E9-49D2-AB23-77FE79D63A65}" destId="{199B5677-DCF4-445E-8E90-D7A80ACE74D6}" srcOrd="0" destOrd="4" presId="urn:microsoft.com/office/officeart/2005/8/layout/hList1"/>
    <dgm:cxn modelId="{9BDF9D8D-36E3-4F71-B49B-640B5BCD28E2}" type="presOf" srcId="{50879049-E04F-4BDD-8154-BC563087FE63}" destId="{CDF39851-ADBF-4393-9AB2-98DDEE3237B2}" srcOrd="0" destOrd="5" presId="urn:microsoft.com/office/officeart/2005/8/layout/hList1"/>
    <dgm:cxn modelId="{C57D558E-9088-47A8-B48E-F42859E86FBB}" type="presOf" srcId="{E23635CE-E3C6-45C6-BFC0-8CE523D6B1E9}" destId="{FD162D3A-1177-4F1B-9F5D-C4AE692DD6E1}" srcOrd="0" destOrd="3" presId="urn:microsoft.com/office/officeart/2005/8/layout/hList1"/>
    <dgm:cxn modelId="{C2C4F693-0128-44D8-94A8-8BB9192E0B20}" srcId="{9CADE8BE-541D-4FD1-9169-0E440327B252}" destId="{616AF4CE-31B5-429C-B407-AE3C5A0AA55A}" srcOrd="0" destOrd="0" parTransId="{F7B8866F-570F-4BE7-8F56-C1F3A13066F3}" sibTransId="{09F3DA1F-4952-4CE8-BC5A-C23F7E82F30D}"/>
    <dgm:cxn modelId="{87175F94-BB53-4076-938B-B899EC956AF1}" srcId="{550A08EB-CCFF-49B8-AB7D-831F151099E6}" destId="{9F4E15AE-00E4-48BA-89E0-E4C7DFD38EDC}" srcOrd="5" destOrd="0" parTransId="{15AB9D50-F6F0-4B84-8A47-14477A84A6AA}" sibTransId="{F9009B73-341F-4692-B50C-EF3A12B5B6ED}"/>
    <dgm:cxn modelId="{C1442699-C131-47DB-8534-77876F80E8C1}" srcId="{26E24B7B-18AE-4479-9FBE-2E17B2337522}" destId="{11E1FACD-1647-4D2D-ACEA-38C9A2DF9923}" srcOrd="4" destOrd="0" parTransId="{CF46E768-DA15-4B17-905E-C49D18388F49}" sibTransId="{CB34AE3F-5F2D-4651-846A-351E53DF9903}"/>
    <dgm:cxn modelId="{474714A1-CD7C-4973-AC45-33B128E41858}" srcId="{550A08EB-CCFF-49B8-AB7D-831F151099E6}" destId="{C9C013EF-A9E0-469B-B170-2A5B7CA63E69}" srcOrd="6" destOrd="0" parTransId="{FACBFB8A-8DC8-480E-85B2-72A4CD696F08}" sibTransId="{7DB0EA9B-A582-4EDF-94DA-0634B3F0B3B4}"/>
    <dgm:cxn modelId="{1E367FA3-11E0-4464-8A8C-26606A8AB4A1}" type="presOf" srcId="{FEA88953-B508-46BC-8BAA-BD5CDB798916}" destId="{CDF39851-ADBF-4393-9AB2-98DDEE3237B2}" srcOrd="0" destOrd="3" presId="urn:microsoft.com/office/officeart/2005/8/layout/hList1"/>
    <dgm:cxn modelId="{AF4784A5-E756-40BC-AE03-1802919E28CA}" srcId="{550A08EB-CCFF-49B8-AB7D-831F151099E6}" destId="{F014886B-2B90-4F25-8844-9AA9B80DCDCE}" srcOrd="1" destOrd="0" parTransId="{7B1DBFC4-461E-4375-A85C-A80D5E6B05CE}" sibTransId="{BCCBB2F4-4EF6-4396-BEC6-B44D41695CC1}"/>
    <dgm:cxn modelId="{E0A323A6-6BD2-4B23-8165-A495587CD201}" srcId="{B64D22C4-BC7F-423A-8177-8EAE6ABC0ED9}" destId="{2CA52456-0268-40E1-9D06-40924D192764}" srcOrd="6" destOrd="0" parTransId="{7D657299-D156-4CD0-BD33-E7C24AF8388A}" sibTransId="{95D8B46A-3389-462B-B2D4-B24F30F38984}"/>
    <dgm:cxn modelId="{8048ECA6-0450-4F1C-A49F-56CA414AE65D}" type="presOf" srcId="{9CADE8BE-541D-4FD1-9169-0E440327B252}" destId="{6CA5CB89-965F-46F4-AB63-5A87591C812D}" srcOrd="0" destOrd="0" presId="urn:microsoft.com/office/officeart/2005/8/layout/hList1"/>
    <dgm:cxn modelId="{2E2CFAA7-1867-49FF-A83C-8CB9AB57786F}" srcId="{A037A994-827C-42E7-B50A-DEED8C186439}" destId="{9CADE8BE-541D-4FD1-9169-0E440327B252}" srcOrd="3" destOrd="0" parTransId="{559AD12E-32B4-4ABA-B38B-2325EFB8E2C8}" sibTransId="{FFBE46E7-AC1B-4716-92DF-87EA7DC9A7AB}"/>
    <dgm:cxn modelId="{4245E8A9-1AA3-42FF-976B-8EE610F26A16}" type="presOf" srcId="{E17797C9-F837-4066-A39A-CB5AEC5B2C96}" destId="{FD162D3A-1177-4F1B-9F5D-C4AE692DD6E1}" srcOrd="0" destOrd="6" presId="urn:microsoft.com/office/officeart/2005/8/layout/hList1"/>
    <dgm:cxn modelId="{D40227AA-1E7B-4523-B68C-720B057A8656}" type="presOf" srcId="{26E24B7B-18AE-4479-9FBE-2E17B2337522}" destId="{C5CC311C-3919-4641-BC63-F2C27F3911F7}" srcOrd="0" destOrd="0" presId="urn:microsoft.com/office/officeart/2005/8/layout/hList1"/>
    <dgm:cxn modelId="{5C7A6CAA-BDB1-422D-B735-347453C5BCF7}" srcId="{9CADE8BE-541D-4FD1-9169-0E440327B252}" destId="{E23635CE-E3C6-45C6-BFC0-8CE523D6B1E9}" srcOrd="3" destOrd="0" parTransId="{89171C77-402D-46CD-9A42-E96402709E94}" sibTransId="{30D6AEB3-1205-4C24-B8BA-3F53549EB82D}"/>
    <dgm:cxn modelId="{3634DFB1-A9FC-4AE5-BD3A-AA42CCE27A81}" type="presOf" srcId="{A037A994-827C-42E7-B50A-DEED8C186439}" destId="{6D53399A-5884-467E-86CA-D99166CE94EE}" srcOrd="0" destOrd="0" presId="urn:microsoft.com/office/officeart/2005/8/layout/hList1"/>
    <dgm:cxn modelId="{69027DBE-656E-4420-B6F5-C85EE87FE450}" type="presOf" srcId="{561725C3-51B1-4DF2-9532-245467417AEF}" destId="{199B5677-DCF4-445E-8E90-D7A80ACE74D6}" srcOrd="0" destOrd="3" presId="urn:microsoft.com/office/officeart/2005/8/layout/hList1"/>
    <dgm:cxn modelId="{8EAFFBC1-0C10-41B3-96AD-AFF2EF56C052}" srcId="{26E24B7B-18AE-4479-9FBE-2E17B2337522}" destId="{7F4168F8-D530-4B8F-A626-66B9006698B6}" srcOrd="3" destOrd="0" parTransId="{344457BC-4070-4971-8996-782A1AF98BB3}" sibTransId="{2A914187-80C7-4341-818E-B19556794106}"/>
    <dgm:cxn modelId="{3ED4B4DA-B326-45B7-842B-4BE828DD6A56}" srcId="{9CADE8BE-541D-4FD1-9169-0E440327B252}" destId="{0E6F8292-852C-4799-A8C3-7C0FF6383453}" srcOrd="4" destOrd="0" parTransId="{3F06E823-37AF-40BB-B7CB-3C1733F93735}" sibTransId="{8D32D7E6-772D-41CE-8759-C8A5351E1BD7}"/>
    <dgm:cxn modelId="{044E50DD-B6CD-4B13-94E8-26A3EF3A72CE}" srcId="{550A08EB-CCFF-49B8-AB7D-831F151099E6}" destId="{561725C3-51B1-4DF2-9532-245467417AEF}" srcOrd="3" destOrd="0" parTransId="{CE2CEF55-9F88-401E-9DD9-20502A444965}" sibTransId="{5804D9FC-8939-4795-ACE1-1D507BC27513}"/>
    <dgm:cxn modelId="{16985DDE-B880-48A9-BE07-1BCC93C5E1B2}" type="presOf" srcId="{710AB261-73C7-41C7-8130-7A9BE89CB80E}" destId="{CDF39851-ADBF-4393-9AB2-98DDEE3237B2}" srcOrd="0" destOrd="1" presId="urn:microsoft.com/office/officeart/2005/8/layout/hList1"/>
    <dgm:cxn modelId="{2D9D51E2-976C-4A14-950A-20781632F032}" srcId="{A037A994-827C-42E7-B50A-DEED8C186439}" destId="{550A08EB-CCFF-49B8-AB7D-831F151099E6}" srcOrd="1" destOrd="0" parTransId="{B969B556-6865-47AE-94E1-0C1B6BAF6836}" sibTransId="{B343D7D5-3738-425D-8245-9F201E14713F}"/>
    <dgm:cxn modelId="{841A80F0-26F6-4D73-BD74-7F502C366203}" type="presOf" srcId="{BD1EC750-1CCD-4541-99BD-FF0E50BA1238}" destId="{0ABEC532-CB64-47AE-B338-676E4DEF4AE8}" srcOrd="0" destOrd="5" presId="urn:microsoft.com/office/officeart/2005/8/layout/hList1"/>
    <dgm:cxn modelId="{5EE3E6F0-92DE-4969-B912-8FED71C43C6E}" srcId="{26E24B7B-18AE-4479-9FBE-2E17B2337522}" destId="{1385B9E6-B849-4BCA-8DE9-7C1AFA7112C1}" srcOrd="0" destOrd="0" parTransId="{898BA4C4-7D72-4ACA-BE56-241BCB35CC9F}" sibTransId="{B0487CF5-B2D5-479B-A661-098B70A8B89D}"/>
    <dgm:cxn modelId="{3C2B21F3-BEF8-496A-BE1B-6CE3005A7458}" type="presOf" srcId="{D422C4EF-7F6D-4494-A451-051C8CF40385}" destId="{199B5677-DCF4-445E-8E90-D7A80ACE74D6}" srcOrd="0" destOrd="0" presId="urn:microsoft.com/office/officeart/2005/8/layout/hList1"/>
    <dgm:cxn modelId="{62F35EF4-048F-42AD-ABA8-33FA56B120D6}" type="presOf" srcId="{3CC5C86C-915A-4706-9544-35FA5E980EF1}" destId="{0ABEC532-CB64-47AE-B338-676E4DEF4AE8}" srcOrd="0" destOrd="6" presId="urn:microsoft.com/office/officeart/2005/8/layout/hList1"/>
    <dgm:cxn modelId="{D7AAE7F7-4A4B-4D69-A43A-D751F63B0A96}" srcId="{9CADE8BE-541D-4FD1-9169-0E440327B252}" destId="{1B0E1FDC-370C-4FCA-8DE4-1D7038E1446F}" srcOrd="2" destOrd="0" parTransId="{3157D9C9-26A3-4C4B-9816-6E7467BBDB00}" sibTransId="{11AF3D02-845C-49BE-8C0C-60BEA197819E}"/>
    <dgm:cxn modelId="{248DCD46-984B-41DA-8720-2D115D8A46EA}" type="presParOf" srcId="{6D53399A-5884-467E-86CA-D99166CE94EE}" destId="{540817C1-6561-4991-914A-AC9A8A9EB302}" srcOrd="0" destOrd="0" presId="urn:microsoft.com/office/officeart/2005/8/layout/hList1"/>
    <dgm:cxn modelId="{0EA2D5FA-6418-43C8-8652-F68EF7D77D25}" type="presParOf" srcId="{540817C1-6561-4991-914A-AC9A8A9EB302}" destId="{C5CC311C-3919-4641-BC63-F2C27F3911F7}" srcOrd="0" destOrd="0" presId="urn:microsoft.com/office/officeart/2005/8/layout/hList1"/>
    <dgm:cxn modelId="{C808E581-FCA5-4FA3-8731-576CCE4DD6BC}" type="presParOf" srcId="{540817C1-6561-4991-914A-AC9A8A9EB302}" destId="{0ABEC532-CB64-47AE-B338-676E4DEF4AE8}" srcOrd="1" destOrd="0" presId="urn:microsoft.com/office/officeart/2005/8/layout/hList1"/>
    <dgm:cxn modelId="{46911B77-0A09-4D8A-99D5-F5D318970807}" type="presParOf" srcId="{6D53399A-5884-467E-86CA-D99166CE94EE}" destId="{4FF28CF3-D3D4-4509-9CD8-635D2A2B48D5}" srcOrd="1" destOrd="0" presId="urn:microsoft.com/office/officeart/2005/8/layout/hList1"/>
    <dgm:cxn modelId="{526F2F71-40A1-4796-81D5-0242C669CE54}" type="presParOf" srcId="{6D53399A-5884-467E-86CA-D99166CE94EE}" destId="{B1215D73-9592-40B0-BF73-115571C162C3}" srcOrd="2" destOrd="0" presId="urn:microsoft.com/office/officeart/2005/8/layout/hList1"/>
    <dgm:cxn modelId="{DEC2A7A0-5A1B-465B-8A46-55E4218CEAA3}" type="presParOf" srcId="{B1215D73-9592-40B0-BF73-115571C162C3}" destId="{442A170E-5354-45BE-8146-0D4F1C9FE201}" srcOrd="0" destOrd="0" presId="urn:microsoft.com/office/officeart/2005/8/layout/hList1"/>
    <dgm:cxn modelId="{60979978-3D9D-4C8C-B318-6117A2822BCC}" type="presParOf" srcId="{B1215D73-9592-40B0-BF73-115571C162C3}" destId="{199B5677-DCF4-445E-8E90-D7A80ACE74D6}" srcOrd="1" destOrd="0" presId="urn:microsoft.com/office/officeart/2005/8/layout/hList1"/>
    <dgm:cxn modelId="{B758AFC9-872F-486D-840D-8D78ED82ADE3}" type="presParOf" srcId="{6D53399A-5884-467E-86CA-D99166CE94EE}" destId="{5C802360-C7B3-42EE-BC76-48C1764341A9}" srcOrd="3" destOrd="0" presId="urn:microsoft.com/office/officeart/2005/8/layout/hList1"/>
    <dgm:cxn modelId="{27F6DFC9-D9A6-4E40-A0C9-2D8C44278FC8}" type="presParOf" srcId="{6D53399A-5884-467E-86CA-D99166CE94EE}" destId="{58C510F1-61E7-45EA-918C-765B528A3582}" srcOrd="4" destOrd="0" presId="urn:microsoft.com/office/officeart/2005/8/layout/hList1"/>
    <dgm:cxn modelId="{D9679029-FF8B-4B96-8D45-E1E8BCA56A50}" type="presParOf" srcId="{58C510F1-61E7-45EA-918C-765B528A3582}" destId="{7D1C3BE7-B630-41F4-9BA8-24F013FC4CCD}" srcOrd="0" destOrd="0" presId="urn:microsoft.com/office/officeart/2005/8/layout/hList1"/>
    <dgm:cxn modelId="{74ACBAC0-55D0-4698-B209-06D468E0F1A7}" type="presParOf" srcId="{58C510F1-61E7-45EA-918C-765B528A3582}" destId="{CDF39851-ADBF-4393-9AB2-98DDEE3237B2}" srcOrd="1" destOrd="0" presId="urn:microsoft.com/office/officeart/2005/8/layout/hList1"/>
    <dgm:cxn modelId="{B989447A-F42C-4AEB-BD06-5C01AE212BD7}" type="presParOf" srcId="{6D53399A-5884-467E-86CA-D99166CE94EE}" destId="{E6E396AE-CEF9-4D2F-A301-18CA21F553FA}" srcOrd="5" destOrd="0" presId="urn:microsoft.com/office/officeart/2005/8/layout/hList1"/>
    <dgm:cxn modelId="{929C0D2E-5466-4054-8100-6B289EBD5F22}" type="presParOf" srcId="{6D53399A-5884-467E-86CA-D99166CE94EE}" destId="{A6F9BEA1-EBF6-4A5F-8B30-8ABBB20D99B0}" srcOrd="6" destOrd="0" presId="urn:microsoft.com/office/officeart/2005/8/layout/hList1"/>
    <dgm:cxn modelId="{7CD274B2-EDBF-4D3D-8130-60417F26A849}" type="presParOf" srcId="{A6F9BEA1-EBF6-4A5F-8B30-8ABBB20D99B0}" destId="{6CA5CB89-965F-46F4-AB63-5A87591C812D}" srcOrd="0" destOrd="0" presId="urn:microsoft.com/office/officeart/2005/8/layout/hList1"/>
    <dgm:cxn modelId="{628E438B-7306-4510-84EF-EB34DBAB2353}" type="presParOf" srcId="{A6F9BEA1-EBF6-4A5F-8B30-8ABBB20D99B0}" destId="{FD162D3A-1177-4F1B-9F5D-C4AE692DD6E1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A037A994-827C-42E7-B50A-DEED8C186439}" type="doc">
      <dgm:prSet loTypeId="urn:microsoft.com/office/officeart/2005/8/layout/hList1" loCatId="list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pt-PT"/>
        </a:p>
      </dgm:t>
    </dgm:pt>
    <dgm:pt modelId="{B64D22C4-BC7F-423A-8177-8EAE6ABC0ED9}">
      <dgm:prSet phldrT="[Texto]" custT="1"/>
      <dgm:spPr/>
      <dgm:t>
        <a:bodyPr/>
        <a:lstStyle/>
        <a:p>
          <a:r>
            <a:rPr lang="pt-PT" sz="1100" b="1" dirty="0"/>
            <a:t>2024</a:t>
          </a:r>
        </a:p>
      </dgm:t>
    </dgm:pt>
    <dgm:pt modelId="{963CD5A6-3603-419E-BC62-F7BA9EC628DE}" type="parTrans" cxnId="{4FC29137-8F29-46B3-B67F-32FE4075563A}">
      <dgm:prSet/>
      <dgm:spPr/>
      <dgm:t>
        <a:bodyPr/>
        <a:lstStyle/>
        <a:p>
          <a:endParaRPr lang="pt-PT" sz="1100"/>
        </a:p>
      </dgm:t>
    </dgm:pt>
    <dgm:pt modelId="{AEE6CF97-723F-4FD3-98A7-2286A3AFAEFC}" type="sibTrans" cxnId="{4FC29137-8F29-46B3-B67F-32FE4075563A}">
      <dgm:prSet/>
      <dgm:spPr/>
      <dgm:t>
        <a:bodyPr/>
        <a:lstStyle/>
        <a:p>
          <a:endParaRPr lang="pt-PT" sz="1100"/>
        </a:p>
      </dgm:t>
    </dgm:pt>
    <dgm:pt modelId="{2A68F0AA-B1AE-4183-8315-27F0EE5F5F86}">
      <dgm:prSet phldrT="[Texto]" custT="1"/>
      <dgm:spPr/>
      <dgm:t>
        <a:bodyPr anchor="t"/>
        <a:lstStyle/>
        <a:p>
          <a:pPr algn="just">
            <a:lnSpc>
              <a:spcPct val="100000"/>
            </a:lnSpc>
          </a:pPr>
          <a:r>
            <a:rPr lang="en-US" sz="800" b="0" dirty="0" err="1"/>
            <a:t>KaMpfumu</a:t>
          </a:r>
          <a:r>
            <a:rPr lang="en-US" sz="800" b="0" dirty="0"/>
            <a:t>: 		53%</a:t>
          </a:r>
          <a:endParaRPr lang="pt-PT" sz="800" dirty="0"/>
        </a:p>
      </dgm:t>
    </dgm:pt>
    <dgm:pt modelId="{BB07A91D-D3E0-4C45-8E09-284E76E11CC0}" type="parTrans" cxnId="{10E8B724-D363-4E75-BBE7-AB9DF3A9763F}">
      <dgm:prSet/>
      <dgm:spPr/>
      <dgm:t>
        <a:bodyPr/>
        <a:lstStyle/>
        <a:p>
          <a:endParaRPr lang="pt-PT" sz="1100"/>
        </a:p>
      </dgm:t>
    </dgm:pt>
    <dgm:pt modelId="{A383DC93-412F-4A85-A095-8432B6408CB2}" type="sibTrans" cxnId="{10E8B724-D363-4E75-BBE7-AB9DF3A9763F}">
      <dgm:prSet/>
      <dgm:spPr/>
      <dgm:t>
        <a:bodyPr/>
        <a:lstStyle/>
        <a:p>
          <a:endParaRPr lang="pt-PT" sz="1100"/>
        </a:p>
      </dgm:t>
    </dgm:pt>
    <dgm:pt modelId="{9CADE8BE-541D-4FD1-9169-0E440327B252}">
      <dgm:prSet phldrT="[Texto]" custT="1"/>
      <dgm:spPr/>
      <dgm:t>
        <a:bodyPr/>
        <a:lstStyle/>
        <a:p>
          <a:r>
            <a:rPr lang="pt-PT" sz="1100" b="1" dirty="0"/>
            <a:t>2025</a:t>
          </a:r>
        </a:p>
      </dgm:t>
    </dgm:pt>
    <dgm:pt modelId="{559AD12E-32B4-4ABA-B38B-2325EFB8E2C8}" type="parTrans" cxnId="{2E2CFAA7-1867-49FF-A83C-8CB9AB57786F}">
      <dgm:prSet/>
      <dgm:spPr/>
      <dgm:t>
        <a:bodyPr/>
        <a:lstStyle/>
        <a:p>
          <a:endParaRPr lang="pt-PT" sz="1100"/>
        </a:p>
      </dgm:t>
    </dgm:pt>
    <dgm:pt modelId="{FFBE46E7-AC1B-4716-92DF-87EA7DC9A7AB}" type="sibTrans" cxnId="{2E2CFAA7-1867-49FF-A83C-8CB9AB57786F}">
      <dgm:prSet/>
      <dgm:spPr/>
      <dgm:t>
        <a:bodyPr/>
        <a:lstStyle/>
        <a:p>
          <a:endParaRPr lang="pt-PT" sz="1100"/>
        </a:p>
      </dgm:t>
    </dgm:pt>
    <dgm:pt modelId="{616AF4CE-31B5-429C-B407-AE3C5A0AA55A}">
      <dgm:prSet phldrT="[Texto]" custT="1"/>
      <dgm:spPr/>
      <dgm:t>
        <a:bodyPr anchor="t"/>
        <a:lstStyle/>
        <a:p>
          <a:pPr algn="just">
            <a:lnSpc>
              <a:spcPct val="100000"/>
            </a:lnSpc>
          </a:pPr>
          <a:r>
            <a:rPr lang="en-US" sz="800" b="0" dirty="0" err="1"/>
            <a:t>KaMpfumu</a:t>
          </a:r>
          <a:r>
            <a:rPr lang="en-US" sz="800" b="0" dirty="0"/>
            <a:t>: 		68%</a:t>
          </a:r>
          <a:endParaRPr lang="pt-PT" sz="800" dirty="0"/>
        </a:p>
      </dgm:t>
    </dgm:pt>
    <dgm:pt modelId="{F7B8866F-570F-4BE7-8F56-C1F3A13066F3}" type="parTrans" cxnId="{C2C4F693-0128-44D8-94A8-8BB9192E0B20}">
      <dgm:prSet/>
      <dgm:spPr/>
      <dgm:t>
        <a:bodyPr/>
        <a:lstStyle/>
        <a:p>
          <a:endParaRPr lang="pt-PT" sz="1100"/>
        </a:p>
      </dgm:t>
    </dgm:pt>
    <dgm:pt modelId="{09F3DA1F-4952-4CE8-BC5A-C23F7E82F30D}" type="sibTrans" cxnId="{C2C4F693-0128-44D8-94A8-8BB9192E0B20}">
      <dgm:prSet/>
      <dgm:spPr/>
      <dgm:t>
        <a:bodyPr/>
        <a:lstStyle/>
        <a:p>
          <a:endParaRPr lang="pt-PT" sz="1100"/>
        </a:p>
      </dgm:t>
    </dgm:pt>
    <dgm:pt modelId="{550A08EB-CCFF-49B8-AB7D-831F151099E6}">
      <dgm:prSet phldrT="[Texto]" custT="1"/>
      <dgm:spPr/>
      <dgm:t>
        <a:bodyPr/>
        <a:lstStyle/>
        <a:p>
          <a:r>
            <a:rPr lang="pt-PT" sz="1100" b="1" dirty="0"/>
            <a:t>2023</a:t>
          </a:r>
        </a:p>
      </dgm:t>
    </dgm:pt>
    <dgm:pt modelId="{B969B556-6865-47AE-94E1-0C1B6BAF6836}" type="parTrans" cxnId="{2D9D51E2-976C-4A14-950A-20781632F032}">
      <dgm:prSet/>
      <dgm:spPr/>
      <dgm:t>
        <a:bodyPr/>
        <a:lstStyle/>
        <a:p>
          <a:endParaRPr lang="pt-PT" sz="1100"/>
        </a:p>
      </dgm:t>
    </dgm:pt>
    <dgm:pt modelId="{B343D7D5-3738-425D-8245-9F201E14713F}" type="sibTrans" cxnId="{2D9D51E2-976C-4A14-950A-20781632F032}">
      <dgm:prSet/>
      <dgm:spPr/>
      <dgm:t>
        <a:bodyPr/>
        <a:lstStyle/>
        <a:p>
          <a:endParaRPr lang="pt-PT" sz="1100"/>
        </a:p>
      </dgm:t>
    </dgm:pt>
    <dgm:pt modelId="{D422C4EF-7F6D-4494-A451-051C8CF40385}">
      <dgm:prSet phldrT="[Texto]" custT="1"/>
      <dgm:spPr/>
      <dgm:t>
        <a:bodyPr anchor="t"/>
        <a:lstStyle/>
        <a:p>
          <a:pPr algn="just">
            <a:lnSpc>
              <a:spcPct val="100000"/>
            </a:lnSpc>
          </a:pPr>
          <a:r>
            <a:rPr lang="en-US" sz="800" b="0" dirty="0" err="1"/>
            <a:t>KaMpfumu</a:t>
          </a:r>
          <a:r>
            <a:rPr lang="en-US" sz="800" b="0" dirty="0"/>
            <a:t>: 		43%</a:t>
          </a:r>
          <a:endParaRPr lang="pt-PT" sz="800" dirty="0"/>
        </a:p>
      </dgm:t>
    </dgm:pt>
    <dgm:pt modelId="{D971FE7A-F6E1-4BF1-A469-0101F22386EC}" type="parTrans" cxnId="{06DE0B6F-158F-4B5E-954D-CF94C06D519C}">
      <dgm:prSet/>
      <dgm:spPr/>
      <dgm:t>
        <a:bodyPr/>
        <a:lstStyle/>
        <a:p>
          <a:endParaRPr lang="pt-PT" sz="1100"/>
        </a:p>
      </dgm:t>
    </dgm:pt>
    <dgm:pt modelId="{7258E857-90B3-48DD-8C6D-BEA898903C9B}" type="sibTrans" cxnId="{06DE0B6F-158F-4B5E-954D-CF94C06D519C}">
      <dgm:prSet/>
      <dgm:spPr/>
      <dgm:t>
        <a:bodyPr/>
        <a:lstStyle/>
        <a:p>
          <a:endParaRPr lang="pt-PT" sz="1100"/>
        </a:p>
      </dgm:t>
    </dgm:pt>
    <dgm:pt modelId="{30A8477A-F0D4-4ED1-A419-B13E8C3FFDA2}">
      <dgm:prSet custT="1"/>
      <dgm:spPr/>
      <dgm:t>
        <a:bodyPr anchor="t"/>
        <a:lstStyle/>
        <a:p>
          <a:pPr algn="just">
            <a:lnSpc>
              <a:spcPct val="100000"/>
            </a:lnSpc>
          </a:pPr>
          <a:endParaRPr lang="pt-PT" sz="800" b="0" dirty="0"/>
        </a:p>
      </dgm:t>
    </dgm:pt>
    <dgm:pt modelId="{17FD8EE5-8BE2-4A66-9FE8-9FD762633808}" type="parTrans" cxnId="{04EFE588-0F20-4E4C-AF3F-FE60F5C65054}">
      <dgm:prSet/>
      <dgm:spPr/>
      <dgm:t>
        <a:bodyPr/>
        <a:lstStyle/>
        <a:p>
          <a:endParaRPr lang="en-US"/>
        </a:p>
      </dgm:t>
    </dgm:pt>
    <dgm:pt modelId="{DDA1BC1E-4B75-43C3-8F9F-3DDB4024A504}" type="sibTrans" cxnId="{04EFE588-0F20-4E4C-AF3F-FE60F5C65054}">
      <dgm:prSet/>
      <dgm:spPr/>
      <dgm:t>
        <a:bodyPr/>
        <a:lstStyle/>
        <a:p>
          <a:endParaRPr lang="en-US"/>
        </a:p>
      </dgm:t>
    </dgm:pt>
    <dgm:pt modelId="{02A66406-BFCF-4667-86C7-9F94EB04946C}">
      <dgm:prSet custT="1"/>
      <dgm:spPr/>
      <dgm:t>
        <a:bodyPr anchor="t"/>
        <a:lstStyle/>
        <a:p>
          <a:pPr algn="just">
            <a:lnSpc>
              <a:spcPct val="100000"/>
            </a:lnSpc>
          </a:pPr>
          <a:endParaRPr lang="pt-PT" sz="800" b="0" dirty="0"/>
        </a:p>
      </dgm:t>
    </dgm:pt>
    <dgm:pt modelId="{F69CB705-7298-4C17-9B92-E4BD6B6BF16A}" type="parTrans" cxnId="{C6DE177E-54D0-4C44-8CAB-D36560F1A0C0}">
      <dgm:prSet/>
      <dgm:spPr/>
      <dgm:t>
        <a:bodyPr/>
        <a:lstStyle/>
        <a:p>
          <a:endParaRPr lang="en-US"/>
        </a:p>
      </dgm:t>
    </dgm:pt>
    <dgm:pt modelId="{0ECD35F2-2240-4D91-B608-E2C7AE6FB46E}" type="sibTrans" cxnId="{C6DE177E-54D0-4C44-8CAB-D36560F1A0C0}">
      <dgm:prSet/>
      <dgm:spPr/>
      <dgm:t>
        <a:bodyPr/>
        <a:lstStyle/>
        <a:p>
          <a:endParaRPr lang="en-US"/>
        </a:p>
      </dgm:t>
    </dgm:pt>
    <dgm:pt modelId="{26E24B7B-18AE-4479-9FBE-2E17B2337522}">
      <dgm:prSet phldrT="[Texto]" custT="1"/>
      <dgm:spPr/>
      <dgm:t>
        <a:bodyPr/>
        <a:lstStyle/>
        <a:p>
          <a:r>
            <a:rPr lang="pt-PT" sz="1100" b="1" dirty="0"/>
            <a:t>2022</a:t>
          </a:r>
        </a:p>
      </dgm:t>
    </dgm:pt>
    <dgm:pt modelId="{66DE3D84-88CA-46E2-B63D-554E9497CBFE}" type="parTrans" cxnId="{00449B4B-B019-41C2-BFBE-262B1CF60D39}">
      <dgm:prSet/>
      <dgm:spPr/>
      <dgm:t>
        <a:bodyPr/>
        <a:lstStyle/>
        <a:p>
          <a:endParaRPr lang="pt-PT" sz="1100"/>
        </a:p>
      </dgm:t>
    </dgm:pt>
    <dgm:pt modelId="{8148635B-848E-4F58-B9E0-CBB470C098A2}" type="sibTrans" cxnId="{00449B4B-B019-41C2-BFBE-262B1CF60D39}">
      <dgm:prSet/>
      <dgm:spPr/>
      <dgm:t>
        <a:bodyPr/>
        <a:lstStyle/>
        <a:p>
          <a:endParaRPr lang="pt-PT" sz="1100"/>
        </a:p>
      </dgm:t>
    </dgm:pt>
    <dgm:pt modelId="{1385B9E6-B849-4BCA-8DE9-7C1AFA7112C1}">
      <dgm:prSet phldrT="[Texto]" custT="1"/>
      <dgm:spPr/>
      <dgm:t>
        <a:bodyPr spcFirstLastPara="0" vert="horz" wrap="square" lIns="26670" tIns="26670" rIns="35560" bIns="40005" numCol="1" spcCol="1270" anchor="t" anchorCtr="0"/>
        <a:lstStyle/>
        <a:p>
          <a:pPr algn="l">
            <a:lnSpc>
              <a:spcPct val="100000"/>
            </a:lnSpc>
          </a:pPr>
          <a:r>
            <a:rPr lang="pt-PT" sz="800" b="0" kern="1200" dirty="0" err="1"/>
            <a:t>KaMpfumu</a:t>
          </a:r>
          <a:r>
            <a:rPr lang="pt-PT" sz="800" b="1" kern="1200" dirty="0"/>
            <a:t>: 		32%</a:t>
          </a:r>
          <a:endParaRPr lang="pt-PT" sz="800" b="0" kern="1200" dirty="0">
            <a:solidFill>
              <a:srgbClr val="000000"/>
            </a:solidFill>
          </a:endParaRPr>
        </a:p>
      </dgm:t>
    </dgm:pt>
    <dgm:pt modelId="{898BA4C4-7D72-4ACA-BE56-241BCB35CC9F}" type="parTrans" cxnId="{5EE3E6F0-92DE-4969-B912-8FED71C43C6E}">
      <dgm:prSet/>
      <dgm:spPr/>
      <dgm:t>
        <a:bodyPr/>
        <a:lstStyle/>
        <a:p>
          <a:endParaRPr lang="en-US" sz="1800"/>
        </a:p>
      </dgm:t>
    </dgm:pt>
    <dgm:pt modelId="{B0487CF5-B2D5-479B-A661-098B70A8B89D}" type="sibTrans" cxnId="{5EE3E6F0-92DE-4969-B912-8FED71C43C6E}">
      <dgm:prSet/>
      <dgm:spPr/>
      <dgm:t>
        <a:bodyPr/>
        <a:lstStyle/>
        <a:p>
          <a:endParaRPr lang="en-US" sz="1800"/>
        </a:p>
      </dgm:t>
    </dgm:pt>
    <dgm:pt modelId="{F014886B-2B90-4F25-8844-9AA9B80DCDCE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 err="1"/>
            <a:t>Nhlamankulu</a:t>
          </a:r>
          <a:r>
            <a:rPr lang="en-US" sz="800" b="0" dirty="0"/>
            <a:t>:		79%</a:t>
          </a:r>
        </a:p>
      </dgm:t>
    </dgm:pt>
    <dgm:pt modelId="{7B1DBFC4-461E-4375-A85C-A80D5E6B05CE}" type="parTrans" cxnId="{AF4784A5-E756-40BC-AE03-1802919E28CA}">
      <dgm:prSet/>
      <dgm:spPr/>
      <dgm:t>
        <a:bodyPr/>
        <a:lstStyle/>
        <a:p>
          <a:endParaRPr lang="en-US"/>
        </a:p>
      </dgm:t>
    </dgm:pt>
    <dgm:pt modelId="{BCCBB2F4-4EF6-4396-BEC6-B44D41695CC1}" type="sibTrans" cxnId="{AF4784A5-E756-40BC-AE03-1802919E28CA}">
      <dgm:prSet/>
      <dgm:spPr/>
      <dgm:t>
        <a:bodyPr/>
        <a:lstStyle/>
        <a:p>
          <a:endParaRPr lang="en-US"/>
        </a:p>
      </dgm:t>
    </dgm:pt>
    <dgm:pt modelId="{D2F0C593-24BA-4F17-B3E2-A3BA8D1DA708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 err="1"/>
            <a:t>KaMaxakene</a:t>
          </a:r>
          <a:r>
            <a:rPr lang="en-US" sz="800" b="0" dirty="0"/>
            <a:t>:		8%</a:t>
          </a:r>
        </a:p>
      </dgm:t>
    </dgm:pt>
    <dgm:pt modelId="{A76F0FE0-6AEF-4AA3-8A08-7C9C32A4A37D}" type="parTrans" cxnId="{D5426A6E-A501-4934-80F3-66A9D62D828E}">
      <dgm:prSet/>
      <dgm:spPr/>
      <dgm:t>
        <a:bodyPr/>
        <a:lstStyle/>
        <a:p>
          <a:endParaRPr lang="en-US"/>
        </a:p>
      </dgm:t>
    </dgm:pt>
    <dgm:pt modelId="{570E3133-0851-4EAE-BE01-7E7318E1A568}" type="sibTrans" cxnId="{D5426A6E-A501-4934-80F3-66A9D62D828E}">
      <dgm:prSet/>
      <dgm:spPr/>
      <dgm:t>
        <a:bodyPr/>
        <a:lstStyle/>
        <a:p>
          <a:endParaRPr lang="en-US"/>
        </a:p>
      </dgm:t>
    </dgm:pt>
    <dgm:pt modelId="{561725C3-51B1-4DF2-9532-245467417AEF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 err="1"/>
            <a:t>KaMavota</a:t>
          </a:r>
          <a:r>
            <a:rPr lang="en-US" sz="800" b="0" dirty="0"/>
            <a:t>: 		112%</a:t>
          </a:r>
        </a:p>
      </dgm:t>
    </dgm:pt>
    <dgm:pt modelId="{CE2CEF55-9F88-401E-9DD9-20502A444965}" type="parTrans" cxnId="{044E50DD-B6CD-4B13-94E8-26A3EF3A72CE}">
      <dgm:prSet/>
      <dgm:spPr/>
      <dgm:t>
        <a:bodyPr/>
        <a:lstStyle/>
        <a:p>
          <a:endParaRPr lang="en-US"/>
        </a:p>
      </dgm:t>
    </dgm:pt>
    <dgm:pt modelId="{5804D9FC-8939-4795-ACE1-1D507BC27513}" type="sibTrans" cxnId="{044E50DD-B6CD-4B13-94E8-26A3EF3A72CE}">
      <dgm:prSet/>
      <dgm:spPr/>
      <dgm:t>
        <a:bodyPr/>
        <a:lstStyle/>
        <a:p>
          <a:endParaRPr lang="en-US"/>
        </a:p>
      </dgm:t>
    </dgm:pt>
    <dgm:pt modelId="{743F74AA-94E9-49D2-AB23-77FE79D63A65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 err="1"/>
            <a:t>KaMubukwana</a:t>
          </a:r>
          <a:r>
            <a:rPr lang="en-US" sz="800" b="0" dirty="0"/>
            <a:t>: 	105%</a:t>
          </a:r>
        </a:p>
      </dgm:t>
    </dgm:pt>
    <dgm:pt modelId="{1EE22654-3FD1-4178-89F1-38D2B6A6ED60}" type="parTrans" cxnId="{28863F56-DC8D-462D-B1F0-90B2F727C2BD}">
      <dgm:prSet/>
      <dgm:spPr/>
      <dgm:t>
        <a:bodyPr/>
        <a:lstStyle/>
        <a:p>
          <a:endParaRPr lang="en-US"/>
        </a:p>
      </dgm:t>
    </dgm:pt>
    <dgm:pt modelId="{3B4E4A0F-99A8-4B00-9CBF-1D2C92251CFD}" type="sibTrans" cxnId="{28863F56-DC8D-462D-B1F0-90B2F727C2BD}">
      <dgm:prSet/>
      <dgm:spPr/>
      <dgm:t>
        <a:bodyPr/>
        <a:lstStyle/>
        <a:p>
          <a:endParaRPr lang="en-US"/>
        </a:p>
      </dgm:t>
    </dgm:pt>
    <dgm:pt modelId="{9F4E15AE-00E4-48BA-89E0-E4C7DFD38EDC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 err="1"/>
            <a:t>KaTembe</a:t>
          </a:r>
          <a:r>
            <a:rPr lang="en-US" sz="800" b="0" dirty="0"/>
            <a:t>: 		68%</a:t>
          </a:r>
        </a:p>
      </dgm:t>
    </dgm:pt>
    <dgm:pt modelId="{15AB9D50-F6F0-4B84-8A47-14477A84A6AA}" type="parTrans" cxnId="{87175F94-BB53-4076-938B-B899EC956AF1}">
      <dgm:prSet/>
      <dgm:spPr/>
      <dgm:t>
        <a:bodyPr/>
        <a:lstStyle/>
        <a:p>
          <a:endParaRPr lang="en-US"/>
        </a:p>
      </dgm:t>
    </dgm:pt>
    <dgm:pt modelId="{F9009B73-341F-4692-B50C-EF3A12B5B6ED}" type="sibTrans" cxnId="{87175F94-BB53-4076-938B-B899EC956AF1}">
      <dgm:prSet/>
      <dgm:spPr/>
      <dgm:t>
        <a:bodyPr/>
        <a:lstStyle/>
        <a:p>
          <a:endParaRPr lang="en-US"/>
        </a:p>
      </dgm:t>
    </dgm:pt>
    <dgm:pt modelId="{C9C013EF-A9E0-469B-B170-2A5B7CA63E69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/>
            <a:t>KaNyaka: 		71%</a:t>
          </a:r>
        </a:p>
      </dgm:t>
    </dgm:pt>
    <dgm:pt modelId="{FACBFB8A-8DC8-480E-85B2-72A4CD696F08}" type="parTrans" cxnId="{474714A1-CD7C-4973-AC45-33B128E41858}">
      <dgm:prSet/>
      <dgm:spPr/>
      <dgm:t>
        <a:bodyPr/>
        <a:lstStyle/>
        <a:p>
          <a:endParaRPr lang="en-US"/>
        </a:p>
      </dgm:t>
    </dgm:pt>
    <dgm:pt modelId="{7DB0EA9B-A582-4EDF-94DA-0634B3F0B3B4}" type="sibTrans" cxnId="{474714A1-CD7C-4973-AC45-33B128E41858}">
      <dgm:prSet/>
      <dgm:spPr/>
      <dgm:t>
        <a:bodyPr/>
        <a:lstStyle/>
        <a:p>
          <a:endParaRPr lang="en-US"/>
        </a:p>
      </dgm:t>
    </dgm:pt>
    <dgm:pt modelId="{710AB261-73C7-41C7-8130-7A9BE89CB80E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 err="1"/>
            <a:t>Nhlamankulu</a:t>
          </a:r>
          <a:r>
            <a:rPr lang="en-US" sz="800" b="0" dirty="0"/>
            <a:t>:		86%</a:t>
          </a:r>
        </a:p>
      </dgm:t>
    </dgm:pt>
    <dgm:pt modelId="{D14B980A-D6F8-439C-9D43-B10124B9642D}" type="parTrans" cxnId="{8595273C-1CAE-4DB3-9A82-8D48F3DCDBE0}">
      <dgm:prSet/>
      <dgm:spPr/>
      <dgm:t>
        <a:bodyPr/>
        <a:lstStyle/>
        <a:p>
          <a:endParaRPr lang="en-US"/>
        </a:p>
      </dgm:t>
    </dgm:pt>
    <dgm:pt modelId="{D7C8A776-B8E4-4493-96FD-B07BF110C713}" type="sibTrans" cxnId="{8595273C-1CAE-4DB3-9A82-8D48F3DCDBE0}">
      <dgm:prSet/>
      <dgm:spPr/>
      <dgm:t>
        <a:bodyPr/>
        <a:lstStyle/>
        <a:p>
          <a:endParaRPr lang="en-US"/>
        </a:p>
      </dgm:t>
    </dgm:pt>
    <dgm:pt modelId="{B3E4C119-E52C-4913-B5FF-7253FA3B0AFD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 err="1"/>
            <a:t>KaMaxakene</a:t>
          </a:r>
          <a:r>
            <a:rPr lang="en-US" sz="800" b="0" dirty="0"/>
            <a:t>:		100%</a:t>
          </a:r>
        </a:p>
      </dgm:t>
    </dgm:pt>
    <dgm:pt modelId="{E0C22130-1DBF-40AE-9C8A-FB1EC3D69F9B}" type="parTrans" cxnId="{621E2915-CC53-42B0-9241-A6890CA77493}">
      <dgm:prSet/>
      <dgm:spPr/>
      <dgm:t>
        <a:bodyPr/>
        <a:lstStyle/>
        <a:p>
          <a:endParaRPr lang="en-US"/>
        </a:p>
      </dgm:t>
    </dgm:pt>
    <dgm:pt modelId="{949238F6-9088-4604-9668-8558BD8255B7}" type="sibTrans" cxnId="{621E2915-CC53-42B0-9241-A6890CA77493}">
      <dgm:prSet/>
      <dgm:spPr/>
      <dgm:t>
        <a:bodyPr/>
        <a:lstStyle/>
        <a:p>
          <a:endParaRPr lang="en-US"/>
        </a:p>
      </dgm:t>
    </dgm:pt>
    <dgm:pt modelId="{FEA88953-B508-46BC-8BAA-BD5CDB798916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 err="1"/>
            <a:t>KaMavota</a:t>
          </a:r>
          <a:r>
            <a:rPr lang="en-US" sz="800" b="0" dirty="0"/>
            <a:t>: 		96%</a:t>
          </a:r>
        </a:p>
      </dgm:t>
    </dgm:pt>
    <dgm:pt modelId="{C97C008A-C6D7-4808-8C6F-A45C266B087C}" type="parTrans" cxnId="{F760CF7B-F121-4BBF-A613-9EFCF8E6E84C}">
      <dgm:prSet/>
      <dgm:spPr/>
      <dgm:t>
        <a:bodyPr/>
        <a:lstStyle/>
        <a:p>
          <a:endParaRPr lang="en-US"/>
        </a:p>
      </dgm:t>
    </dgm:pt>
    <dgm:pt modelId="{1F67E5CE-20AF-4E56-A48E-6BF39A82AFFA}" type="sibTrans" cxnId="{F760CF7B-F121-4BBF-A613-9EFCF8E6E84C}">
      <dgm:prSet/>
      <dgm:spPr/>
      <dgm:t>
        <a:bodyPr/>
        <a:lstStyle/>
        <a:p>
          <a:endParaRPr lang="en-US"/>
        </a:p>
      </dgm:t>
    </dgm:pt>
    <dgm:pt modelId="{3A9AB712-DB85-411F-9693-F107E1EA55DD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 err="1"/>
            <a:t>KaMubukwana</a:t>
          </a:r>
          <a:r>
            <a:rPr lang="en-US" sz="800" b="0" dirty="0"/>
            <a:t>: 	78%</a:t>
          </a:r>
        </a:p>
      </dgm:t>
    </dgm:pt>
    <dgm:pt modelId="{599D422D-C17A-445E-A0C2-7F8737CED9A5}" type="parTrans" cxnId="{B6D75B01-5043-4AA2-93BF-73B615121EBB}">
      <dgm:prSet/>
      <dgm:spPr/>
      <dgm:t>
        <a:bodyPr/>
        <a:lstStyle/>
        <a:p>
          <a:endParaRPr lang="en-US"/>
        </a:p>
      </dgm:t>
    </dgm:pt>
    <dgm:pt modelId="{E371753B-90B4-4AD6-B863-5804A524027D}" type="sibTrans" cxnId="{B6D75B01-5043-4AA2-93BF-73B615121EBB}">
      <dgm:prSet/>
      <dgm:spPr/>
      <dgm:t>
        <a:bodyPr/>
        <a:lstStyle/>
        <a:p>
          <a:endParaRPr lang="en-US"/>
        </a:p>
      </dgm:t>
    </dgm:pt>
    <dgm:pt modelId="{50879049-E04F-4BDD-8154-BC563087FE63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 err="1"/>
            <a:t>KaTembe</a:t>
          </a:r>
          <a:r>
            <a:rPr lang="en-US" sz="800" b="0" dirty="0"/>
            <a:t>: 		65%</a:t>
          </a:r>
        </a:p>
      </dgm:t>
    </dgm:pt>
    <dgm:pt modelId="{CED558F6-D83C-4848-9745-F18EA0A1FEE3}" type="parTrans" cxnId="{18AE1753-A55C-43F8-8A09-305E7ED2C475}">
      <dgm:prSet/>
      <dgm:spPr/>
      <dgm:t>
        <a:bodyPr/>
        <a:lstStyle/>
        <a:p>
          <a:endParaRPr lang="en-US"/>
        </a:p>
      </dgm:t>
    </dgm:pt>
    <dgm:pt modelId="{A04C4101-831C-4AD0-8A92-E3528FC4AD45}" type="sibTrans" cxnId="{18AE1753-A55C-43F8-8A09-305E7ED2C475}">
      <dgm:prSet/>
      <dgm:spPr/>
      <dgm:t>
        <a:bodyPr/>
        <a:lstStyle/>
        <a:p>
          <a:endParaRPr lang="en-US"/>
        </a:p>
      </dgm:t>
    </dgm:pt>
    <dgm:pt modelId="{2CA52456-0268-40E1-9D06-40924D192764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/>
            <a:t>KaNyaka: 		65%</a:t>
          </a:r>
        </a:p>
      </dgm:t>
    </dgm:pt>
    <dgm:pt modelId="{7D657299-D156-4CD0-BD33-E7C24AF8388A}" type="parTrans" cxnId="{E0A323A6-6BD2-4B23-8165-A495587CD201}">
      <dgm:prSet/>
      <dgm:spPr/>
      <dgm:t>
        <a:bodyPr/>
        <a:lstStyle/>
        <a:p>
          <a:endParaRPr lang="en-US"/>
        </a:p>
      </dgm:t>
    </dgm:pt>
    <dgm:pt modelId="{95D8B46A-3389-462B-B2D4-B24F30F38984}" type="sibTrans" cxnId="{E0A323A6-6BD2-4B23-8165-A495587CD201}">
      <dgm:prSet/>
      <dgm:spPr/>
      <dgm:t>
        <a:bodyPr/>
        <a:lstStyle/>
        <a:p>
          <a:endParaRPr lang="en-US"/>
        </a:p>
      </dgm:t>
    </dgm:pt>
    <dgm:pt modelId="{50128929-43D7-4970-BB62-2E94CF1DBF8B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 err="1"/>
            <a:t>Nhlamankulu</a:t>
          </a:r>
          <a:r>
            <a:rPr lang="en-US" sz="800" b="0" dirty="0"/>
            <a:t>:		63%</a:t>
          </a:r>
        </a:p>
      </dgm:t>
    </dgm:pt>
    <dgm:pt modelId="{6291896E-ECA2-485E-B001-F5FE985B8B70}" type="parTrans" cxnId="{3FE0B77F-EF9F-479E-824F-5899FFC97412}">
      <dgm:prSet/>
      <dgm:spPr/>
      <dgm:t>
        <a:bodyPr/>
        <a:lstStyle/>
        <a:p>
          <a:endParaRPr lang="en-US"/>
        </a:p>
      </dgm:t>
    </dgm:pt>
    <dgm:pt modelId="{394439AC-B02C-45B1-B1E7-5972E696B996}" type="sibTrans" cxnId="{3FE0B77F-EF9F-479E-824F-5899FFC97412}">
      <dgm:prSet/>
      <dgm:spPr/>
      <dgm:t>
        <a:bodyPr/>
        <a:lstStyle/>
        <a:p>
          <a:endParaRPr lang="en-US"/>
        </a:p>
      </dgm:t>
    </dgm:pt>
    <dgm:pt modelId="{1B0E1FDC-370C-4FCA-8DE4-1D7038E1446F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 err="1"/>
            <a:t>KaMaxakene</a:t>
          </a:r>
          <a:r>
            <a:rPr lang="en-US" sz="800" b="0" dirty="0"/>
            <a:t>:		56%</a:t>
          </a:r>
        </a:p>
      </dgm:t>
    </dgm:pt>
    <dgm:pt modelId="{3157D9C9-26A3-4C4B-9816-6E7467BBDB00}" type="parTrans" cxnId="{D7AAE7F7-4A4B-4D69-A43A-D751F63B0A96}">
      <dgm:prSet/>
      <dgm:spPr/>
      <dgm:t>
        <a:bodyPr/>
        <a:lstStyle/>
        <a:p>
          <a:endParaRPr lang="en-US"/>
        </a:p>
      </dgm:t>
    </dgm:pt>
    <dgm:pt modelId="{11AF3D02-845C-49BE-8C0C-60BEA197819E}" type="sibTrans" cxnId="{D7AAE7F7-4A4B-4D69-A43A-D751F63B0A96}">
      <dgm:prSet/>
      <dgm:spPr/>
      <dgm:t>
        <a:bodyPr/>
        <a:lstStyle/>
        <a:p>
          <a:endParaRPr lang="en-US"/>
        </a:p>
      </dgm:t>
    </dgm:pt>
    <dgm:pt modelId="{E23635CE-E3C6-45C6-BFC0-8CE523D6B1E9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 err="1"/>
            <a:t>KaMavota</a:t>
          </a:r>
          <a:r>
            <a:rPr lang="en-US" sz="800" b="0" dirty="0"/>
            <a:t>: 		80%</a:t>
          </a:r>
        </a:p>
      </dgm:t>
    </dgm:pt>
    <dgm:pt modelId="{89171C77-402D-46CD-9A42-E96402709E94}" type="parTrans" cxnId="{5C7A6CAA-BDB1-422D-B735-347453C5BCF7}">
      <dgm:prSet/>
      <dgm:spPr/>
      <dgm:t>
        <a:bodyPr/>
        <a:lstStyle/>
        <a:p>
          <a:endParaRPr lang="en-US"/>
        </a:p>
      </dgm:t>
    </dgm:pt>
    <dgm:pt modelId="{30D6AEB3-1205-4C24-B8BA-3F53549EB82D}" type="sibTrans" cxnId="{5C7A6CAA-BDB1-422D-B735-347453C5BCF7}">
      <dgm:prSet/>
      <dgm:spPr/>
      <dgm:t>
        <a:bodyPr/>
        <a:lstStyle/>
        <a:p>
          <a:endParaRPr lang="en-US"/>
        </a:p>
      </dgm:t>
    </dgm:pt>
    <dgm:pt modelId="{0E6F8292-852C-4799-A8C3-7C0FF6383453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 err="1"/>
            <a:t>KaMubukwana</a:t>
          </a:r>
          <a:r>
            <a:rPr lang="en-US" sz="800" b="0" dirty="0"/>
            <a:t>: 	92%</a:t>
          </a:r>
        </a:p>
      </dgm:t>
    </dgm:pt>
    <dgm:pt modelId="{3F06E823-37AF-40BB-B7CB-3C1733F93735}" type="parTrans" cxnId="{3ED4B4DA-B326-45B7-842B-4BE828DD6A56}">
      <dgm:prSet/>
      <dgm:spPr/>
      <dgm:t>
        <a:bodyPr/>
        <a:lstStyle/>
        <a:p>
          <a:endParaRPr lang="en-US"/>
        </a:p>
      </dgm:t>
    </dgm:pt>
    <dgm:pt modelId="{8D32D7E6-772D-41CE-8759-C8A5351E1BD7}" type="sibTrans" cxnId="{3ED4B4DA-B326-45B7-842B-4BE828DD6A56}">
      <dgm:prSet/>
      <dgm:spPr/>
      <dgm:t>
        <a:bodyPr/>
        <a:lstStyle/>
        <a:p>
          <a:endParaRPr lang="en-US"/>
        </a:p>
      </dgm:t>
    </dgm:pt>
    <dgm:pt modelId="{A0AC832E-E3CF-4BCC-B4A8-3706FEC4904A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 err="1"/>
            <a:t>KaTembe</a:t>
          </a:r>
          <a:r>
            <a:rPr lang="en-US" sz="800" b="0" dirty="0"/>
            <a:t>: 		115%</a:t>
          </a:r>
        </a:p>
      </dgm:t>
    </dgm:pt>
    <dgm:pt modelId="{D0499C67-09D2-4F2A-A350-7C4BD9440853}" type="parTrans" cxnId="{59865467-D036-4368-BD64-F84A1A78AC85}">
      <dgm:prSet/>
      <dgm:spPr/>
      <dgm:t>
        <a:bodyPr/>
        <a:lstStyle/>
        <a:p>
          <a:endParaRPr lang="en-US"/>
        </a:p>
      </dgm:t>
    </dgm:pt>
    <dgm:pt modelId="{E891A483-1B4A-4F2A-B8EE-6856A711FFD8}" type="sibTrans" cxnId="{59865467-D036-4368-BD64-F84A1A78AC85}">
      <dgm:prSet/>
      <dgm:spPr/>
      <dgm:t>
        <a:bodyPr/>
        <a:lstStyle/>
        <a:p>
          <a:endParaRPr lang="en-US"/>
        </a:p>
      </dgm:t>
    </dgm:pt>
    <dgm:pt modelId="{E17797C9-F837-4066-A39A-CB5AEC5B2C96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/>
            <a:t>KaNyaka		64%</a:t>
          </a:r>
        </a:p>
      </dgm:t>
    </dgm:pt>
    <dgm:pt modelId="{2DD8168B-BA31-4640-BF66-35EC7AC1AB64}" type="parTrans" cxnId="{08E8D726-F43A-4997-ADF5-FE9E595063FF}">
      <dgm:prSet/>
      <dgm:spPr/>
      <dgm:t>
        <a:bodyPr/>
        <a:lstStyle/>
        <a:p>
          <a:endParaRPr lang="en-US"/>
        </a:p>
      </dgm:t>
    </dgm:pt>
    <dgm:pt modelId="{4A05EDCE-C9FC-422A-ADDC-D9FB393BDCF9}" type="sibTrans" cxnId="{08E8D726-F43A-4997-ADF5-FE9E595063FF}">
      <dgm:prSet/>
      <dgm:spPr/>
      <dgm:t>
        <a:bodyPr/>
        <a:lstStyle/>
        <a:p>
          <a:endParaRPr lang="en-US"/>
        </a:p>
      </dgm:t>
    </dgm:pt>
    <dgm:pt modelId="{C4D8CC64-8B3E-4E79-8702-B8711E479545}">
      <dgm:prSet phldrT="[Texto]" custT="1"/>
      <dgm:spPr/>
      <dgm:t>
        <a:bodyPr anchor="ctr"/>
        <a:lstStyle/>
        <a:p>
          <a:pPr algn="l">
            <a:lnSpc>
              <a:spcPct val="100000"/>
            </a:lnSpc>
          </a:pPr>
          <a:r>
            <a:rPr lang="en-US" sz="800" dirty="0" err="1"/>
            <a:t>Nhlamankulu</a:t>
          </a:r>
          <a:r>
            <a:rPr lang="pt-PT" sz="800" b="1" dirty="0"/>
            <a:t>:		90%</a:t>
          </a:r>
          <a:endParaRPr lang="pt-PT" sz="800" b="0" dirty="0"/>
        </a:p>
      </dgm:t>
    </dgm:pt>
    <dgm:pt modelId="{3E335E04-6D5E-4E16-91E6-EB901D45C33C}" type="sibTrans" cxnId="{7ADBFF4B-89F3-425D-A9D4-8C2E05649013}">
      <dgm:prSet/>
      <dgm:spPr/>
      <dgm:t>
        <a:bodyPr/>
        <a:lstStyle/>
        <a:p>
          <a:endParaRPr lang="pt-PT" sz="1100"/>
        </a:p>
      </dgm:t>
    </dgm:pt>
    <dgm:pt modelId="{80271984-C5F5-47DC-AC67-412D14D4BA68}" type="parTrans" cxnId="{7ADBFF4B-89F3-425D-A9D4-8C2E05649013}">
      <dgm:prSet/>
      <dgm:spPr/>
      <dgm:t>
        <a:bodyPr/>
        <a:lstStyle/>
        <a:p>
          <a:endParaRPr lang="pt-PT" sz="1100"/>
        </a:p>
      </dgm:t>
    </dgm:pt>
    <dgm:pt modelId="{0343A66F-B16D-4E63-B7CE-1CEAAB44D477}">
      <dgm:prSet phldrT="[Texto]" custT="1"/>
      <dgm:spPr/>
      <dgm:t>
        <a:bodyPr/>
        <a:lstStyle/>
        <a:p>
          <a:pPr algn="l">
            <a:lnSpc>
              <a:spcPct val="100000"/>
            </a:lnSpc>
            <a:buNone/>
          </a:pPr>
          <a:r>
            <a:rPr lang="en-US" sz="800" dirty="0" err="1"/>
            <a:t>KaMaxakene</a:t>
          </a:r>
          <a:r>
            <a:rPr lang="en-US" sz="800" dirty="0"/>
            <a:t>:		248%</a:t>
          </a:r>
          <a:endParaRPr lang="pt-PT" sz="800" b="0" dirty="0"/>
        </a:p>
      </dgm:t>
    </dgm:pt>
    <dgm:pt modelId="{9D11D7CD-7C76-4830-A47D-2F30E7724AA5}" type="sibTrans" cxnId="{F209DC72-1214-4411-A545-989240C2F0E8}">
      <dgm:prSet/>
      <dgm:spPr/>
      <dgm:t>
        <a:bodyPr/>
        <a:lstStyle/>
        <a:p>
          <a:endParaRPr lang="en-US" sz="1800"/>
        </a:p>
      </dgm:t>
    </dgm:pt>
    <dgm:pt modelId="{524E4931-68EB-4766-A926-8CBE36850F20}" type="parTrans" cxnId="{F209DC72-1214-4411-A545-989240C2F0E8}">
      <dgm:prSet/>
      <dgm:spPr/>
      <dgm:t>
        <a:bodyPr/>
        <a:lstStyle/>
        <a:p>
          <a:endParaRPr lang="en-US" sz="1800"/>
        </a:p>
      </dgm:t>
    </dgm:pt>
    <dgm:pt modelId="{7F4168F8-D530-4B8F-A626-66B9006698B6}">
      <dgm:prSet phldrT="[Texto]" custT="1"/>
      <dgm:spPr/>
      <dgm:t>
        <a:bodyPr/>
        <a:lstStyle/>
        <a:p>
          <a:pPr algn="l">
            <a:lnSpc>
              <a:spcPct val="100000"/>
            </a:lnSpc>
            <a:buNone/>
          </a:pPr>
          <a:r>
            <a:rPr lang="en-US" sz="800" dirty="0" err="1"/>
            <a:t>KaMavota</a:t>
          </a:r>
          <a:r>
            <a:rPr lang="en-US" sz="800" dirty="0"/>
            <a:t>: 		90%</a:t>
          </a:r>
          <a:endParaRPr lang="pt-PT" sz="800" b="0" dirty="0"/>
        </a:p>
      </dgm:t>
    </dgm:pt>
    <dgm:pt modelId="{2A914187-80C7-4341-818E-B19556794106}" type="sibTrans" cxnId="{8EAFFBC1-0C10-41B3-96AD-AFF2EF56C052}">
      <dgm:prSet/>
      <dgm:spPr/>
      <dgm:t>
        <a:bodyPr/>
        <a:lstStyle/>
        <a:p>
          <a:endParaRPr lang="en-US" sz="1800"/>
        </a:p>
      </dgm:t>
    </dgm:pt>
    <dgm:pt modelId="{344457BC-4070-4971-8996-782A1AF98BB3}" type="parTrans" cxnId="{8EAFFBC1-0C10-41B3-96AD-AFF2EF56C052}">
      <dgm:prSet/>
      <dgm:spPr/>
      <dgm:t>
        <a:bodyPr/>
        <a:lstStyle/>
        <a:p>
          <a:endParaRPr lang="en-US" sz="1800"/>
        </a:p>
      </dgm:t>
    </dgm:pt>
    <dgm:pt modelId="{11E1FACD-1647-4D2D-ACEA-38C9A2DF9923}">
      <dgm:prSet phldrT="[Texto]" custT="1"/>
      <dgm:spPr/>
      <dgm:t>
        <a:bodyPr/>
        <a:lstStyle/>
        <a:p>
          <a:pPr algn="l">
            <a:lnSpc>
              <a:spcPct val="100000"/>
            </a:lnSpc>
            <a:buNone/>
          </a:pPr>
          <a:r>
            <a:rPr lang="en-US" sz="800" dirty="0" err="1"/>
            <a:t>KaMubukwana</a:t>
          </a:r>
          <a:r>
            <a:rPr lang="en-US" sz="800" dirty="0"/>
            <a:t>: 	84%</a:t>
          </a:r>
          <a:endParaRPr lang="pt-PT" sz="800" b="0" dirty="0"/>
        </a:p>
      </dgm:t>
    </dgm:pt>
    <dgm:pt modelId="{CB34AE3F-5F2D-4651-846A-351E53DF9903}" type="sibTrans" cxnId="{C1442699-C131-47DB-8534-77876F80E8C1}">
      <dgm:prSet/>
      <dgm:spPr/>
      <dgm:t>
        <a:bodyPr/>
        <a:lstStyle/>
        <a:p>
          <a:endParaRPr lang="en-US" sz="1800"/>
        </a:p>
      </dgm:t>
    </dgm:pt>
    <dgm:pt modelId="{CF46E768-DA15-4B17-905E-C49D18388F49}" type="parTrans" cxnId="{C1442699-C131-47DB-8534-77876F80E8C1}">
      <dgm:prSet/>
      <dgm:spPr/>
      <dgm:t>
        <a:bodyPr/>
        <a:lstStyle/>
        <a:p>
          <a:endParaRPr lang="en-US" sz="1800"/>
        </a:p>
      </dgm:t>
    </dgm:pt>
    <dgm:pt modelId="{BD1EC750-1CCD-4541-99BD-FF0E50BA1238}">
      <dgm:prSet phldrT="[Texto]" custT="1"/>
      <dgm:spPr/>
      <dgm:t>
        <a:bodyPr/>
        <a:lstStyle/>
        <a:p>
          <a:pPr algn="l">
            <a:lnSpc>
              <a:spcPct val="100000"/>
            </a:lnSpc>
            <a:buNone/>
          </a:pPr>
          <a:r>
            <a:rPr lang="en-US" sz="800" dirty="0" err="1"/>
            <a:t>KaTembe</a:t>
          </a:r>
          <a:r>
            <a:rPr lang="en-US" sz="800" dirty="0"/>
            <a:t>: 		95%</a:t>
          </a:r>
          <a:endParaRPr lang="pt-PT" sz="800" b="0" dirty="0"/>
        </a:p>
      </dgm:t>
    </dgm:pt>
    <dgm:pt modelId="{AF3236C1-521D-4755-A98B-1593D146F6A6}" type="sibTrans" cxnId="{FC947189-7396-4052-8E6A-0A00ABFA48B6}">
      <dgm:prSet/>
      <dgm:spPr/>
      <dgm:t>
        <a:bodyPr/>
        <a:lstStyle/>
        <a:p>
          <a:endParaRPr lang="en-US" sz="1800"/>
        </a:p>
      </dgm:t>
    </dgm:pt>
    <dgm:pt modelId="{7DDDD742-0F28-471A-B93B-AB5D319931E9}" type="parTrans" cxnId="{FC947189-7396-4052-8E6A-0A00ABFA48B6}">
      <dgm:prSet/>
      <dgm:spPr/>
      <dgm:t>
        <a:bodyPr/>
        <a:lstStyle/>
        <a:p>
          <a:endParaRPr lang="en-US" sz="1800"/>
        </a:p>
      </dgm:t>
    </dgm:pt>
    <dgm:pt modelId="{3CC5C86C-915A-4706-9544-35FA5E980EF1}">
      <dgm:prSet phldrT="[Texto]" custT="1"/>
      <dgm:spPr/>
      <dgm:t>
        <a:bodyPr/>
        <a:lstStyle/>
        <a:p>
          <a:pPr algn="l">
            <a:lnSpc>
              <a:spcPct val="100000"/>
            </a:lnSpc>
            <a:buNone/>
          </a:pPr>
          <a:r>
            <a:rPr lang="en-US" sz="800" dirty="0"/>
            <a:t>KaNyaka		29%</a:t>
          </a:r>
          <a:endParaRPr lang="pt-PT" sz="800" b="0" dirty="0"/>
        </a:p>
      </dgm:t>
    </dgm:pt>
    <dgm:pt modelId="{4601BB44-BD58-4B5C-B724-84CD69FC59CA}" type="sibTrans" cxnId="{E22D5135-216F-4298-A025-F769AA0B3899}">
      <dgm:prSet/>
      <dgm:spPr/>
      <dgm:t>
        <a:bodyPr/>
        <a:lstStyle/>
        <a:p>
          <a:endParaRPr lang="en-US" sz="1800"/>
        </a:p>
      </dgm:t>
    </dgm:pt>
    <dgm:pt modelId="{10D4E06A-C650-41A8-8AC7-A5A35C69F72B}" type="parTrans" cxnId="{E22D5135-216F-4298-A025-F769AA0B3899}">
      <dgm:prSet/>
      <dgm:spPr/>
      <dgm:t>
        <a:bodyPr/>
        <a:lstStyle/>
        <a:p>
          <a:endParaRPr lang="en-US" sz="1800"/>
        </a:p>
      </dgm:t>
    </dgm:pt>
    <dgm:pt modelId="{6D53399A-5884-467E-86CA-D99166CE94EE}" type="pres">
      <dgm:prSet presAssocID="{A037A994-827C-42E7-B50A-DEED8C186439}" presName="Name0" presStyleCnt="0">
        <dgm:presLayoutVars>
          <dgm:dir/>
          <dgm:animLvl val="lvl"/>
          <dgm:resizeHandles val="exact"/>
        </dgm:presLayoutVars>
      </dgm:prSet>
      <dgm:spPr/>
    </dgm:pt>
    <dgm:pt modelId="{540817C1-6561-4991-914A-AC9A8A9EB302}" type="pres">
      <dgm:prSet presAssocID="{26E24B7B-18AE-4479-9FBE-2E17B2337522}" presName="composite" presStyleCnt="0"/>
      <dgm:spPr/>
    </dgm:pt>
    <dgm:pt modelId="{C5CC311C-3919-4641-BC63-F2C27F3911F7}" type="pres">
      <dgm:prSet presAssocID="{26E24B7B-18AE-4479-9FBE-2E17B2337522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0ABEC532-CB64-47AE-B338-676E4DEF4AE8}" type="pres">
      <dgm:prSet presAssocID="{26E24B7B-18AE-4479-9FBE-2E17B2337522}" presName="desTx" presStyleLbl="alignAccFollowNode1" presStyleIdx="0" presStyleCnt="4">
        <dgm:presLayoutVars>
          <dgm:bulletEnabled val="1"/>
        </dgm:presLayoutVars>
      </dgm:prSet>
      <dgm:spPr/>
    </dgm:pt>
    <dgm:pt modelId="{4FF28CF3-D3D4-4509-9CD8-635D2A2B48D5}" type="pres">
      <dgm:prSet presAssocID="{8148635B-848E-4F58-B9E0-CBB470C098A2}" presName="space" presStyleCnt="0"/>
      <dgm:spPr/>
    </dgm:pt>
    <dgm:pt modelId="{B1215D73-9592-40B0-BF73-115571C162C3}" type="pres">
      <dgm:prSet presAssocID="{550A08EB-CCFF-49B8-AB7D-831F151099E6}" presName="composite" presStyleCnt="0"/>
      <dgm:spPr/>
    </dgm:pt>
    <dgm:pt modelId="{442A170E-5354-45BE-8146-0D4F1C9FE201}" type="pres">
      <dgm:prSet presAssocID="{550A08EB-CCFF-49B8-AB7D-831F151099E6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199B5677-DCF4-445E-8E90-D7A80ACE74D6}" type="pres">
      <dgm:prSet presAssocID="{550A08EB-CCFF-49B8-AB7D-831F151099E6}" presName="desTx" presStyleLbl="alignAccFollowNode1" presStyleIdx="1" presStyleCnt="4">
        <dgm:presLayoutVars>
          <dgm:bulletEnabled val="1"/>
        </dgm:presLayoutVars>
      </dgm:prSet>
      <dgm:spPr/>
    </dgm:pt>
    <dgm:pt modelId="{5C802360-C7B3-42EE-BC76-48C1764341A9}" type="pres">
      <dgm:prSet presAssocID="{B343D7D5-3738-425D-8245-9F201E14713F}" presName="space" presStyleCnt="0"/>
      <dgm:spPr/>
    </dgm:pt>
    <dgm:pt modelId="{58C510F1-61E7-45EA-918C-765B528A3582}" type="pres">
      <dgm:prSet presAssocID="{B64D22C4-BC7F-423A-8177-8EAE6ABC0ED9}" presName="composite" presStyleCnt="0"/>
      <dgm:spPr/>
    </dgm:pt>
    <dgm:pt modelId="{7D1C3BE7-B630-41F4-9BA8-24F013FC4CCD}" type="pres">
      <dgm:prSet presAssocID="{B64D22C4-BC7F-423A-8177-8EAE6ABC0ED9}" presName="parTx" presStyleLbl="alignNode1" presStyleIdx="2" presStyleCnt="4" custScaleX="113427">
        <dgm:presLayoutVars>
          <dgm:chMax val="0"/>
          <dgm:chPref val="0"/>
          <dgm:bulletEnabled val="1"/>
        </dgm:presLayoutVars>
      </dgm:prSet>
      <dgm:spPr/>
    </dgm:pt>
    <dgm:pt modelId="{CDF39851-ADBF-4393-9AB2-98DDEE3237B2}" type="pres">
      <dgm:prSet presAssocID="{B64D22C4-BC7F-423A-8177-8EAE6ABC0ED9}" presName="desTx" presStyleLbl="alignAccFollowNode1" presStyleIdx="2" presStyleCnt="4" custScaleX="112113">
        <dgm:presLayoutVars>
          <dgm:bulletEnabled val="1"/>
        </dgm:presLayoutVars>
      </dgm:prSet>
      <dgm:spPr/>
    </dgm:pt>
    <dgm:pt modelId="{E6E396AE-CEF9-4D2F-A301-18CA21F553FA}" type="pres">
      <dgm:prSet presAssocID="{AEE6CF97-723F-4FD3-98A7-2286A3AFAEFC}" presName="space" presStyleCnt="0"/>
      <dgm:spPr/>
    </dgm:pt>
    <dgm:pt modelId="{A6F9BEA1-EBF6-4A5F-8B30-8ABBB20D99B0}" type="pres">
      <dgm:prSet presAssocID="{9CADE8BE-541D-4FD1-9169-0E440327B252}" presName="composite" presStyleCnt="0"/>
      <dgm:spPr/>
    </dgm:pt>
    <dgm:pt modelId="{6CA5CB89-965F-46F4-AB63-5A87591C812D}" type="pres">
      <dgm:prSet presAssocID="{9CADE8BE-541D-4FD1-9169-0E440327B252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FD162D3A-1177-4F1B-9F5D-C4AE692DD6E1}" type="pres">
      <dgm:prSet presAssocID="{9CADE8BE-541D-4FD1-9169-0E440327B252}" presName="desTx" presStyleLbl="alignAccFollowNode1" presStyleIdx="3" presStyleCnt="4" custScaleY="100000">
        <dgm:presLayoutVars>
          <dgm:bulletEnabled val="1"/>
        </dgm:presLayoutVars>
      </dgm:prSet>
      <dgm:spPr/>
    </dgm:pt>
  </dgm:ptLst>
  <dgm:cxnLst>
    <dgm:cxn modelId="{B6D75B01-5043-4AA2-93BF-73B615121EBB}" srcId="{B64D22C4-BC7F-423A-8177-8EAE6ABC0ED9}" destId="{3A9AB712-DB85-411F-9693-F107E1EA55DD}" srcOrd="4" destOrd="0" parTransId="{599D422D-C17A-445E-A0C2-7F8737CED9A5}" sibTransId="{E371753B-90B4-4AD6-B863-5804A524027D}"/>
    <dgm:cxn modelId="{621E2915-CC53-42B0-9241-A6890CA77493}" srcId="{B64D22C4-BC7F-423A-8177-8EAE6ABC0ED9}" destId="{B3E4C119-E52C-4913-B5FF-7253FA3B0AFD}" srcOrd="2" destOrd="0" parTransId="{E0C22130-1DBF-40AE-9C8A-FB1EC3D69F9B}" sibTransId="{949238F6-9088-4604-9668-8558BD8255B7}"/>
    <dgm:cxn modelId="{2416A51B-CBCE-4A44-80A3-CCBED3B8A51C}" type="presOf" srcId="{9F4E15AE-00E4-48BA-89E0-E4C7DFD38EDC}" destId="{199B5677-DCF4-445E-8E90-D7A80ACE74D6}" srcOrd="0" destOrd="5" presId="urn:microsoft.com/office/officeart/2005/8/layout/hList1"/>
    <dgm:cxn modelId="{E893CB22-A697-4839-883B-893181272281}" type="presOf" srcId="{2CA52456-0268-40E1-9D06-40924D192764}" destId="{CDF39851-ADBF-4393-9AB2-98DDEE3237B2}" srcOrd="0" destOrd="6" presId="urn:microsoft.com/office/officeart/2005/8/layout/hList1"/>
    <dgm:cxn modelId="{10E8B724-D363-4E75-BBE7-AB9DF3A9763F}" srcId="{B64D22C4-BC7F-423A-8177-8EAE6ABC0ED9}" destId="{2A68F0AA-B1AE-4183-8315-27F0EE5F5F86}" srcOrd="0" destOrd="0" parTransId="{BB07A91D-D3E0-4C45-8E09-284E76E11CC0}" sibTransId="{A383DC93-412F-4A85-A095-8432B6408CB2}"/>
    <dgm:cxn modelId="{08E8D726-F43A-4997-ADF5-FE9E595063FF}" srcId="{9CADE8BE-541D-4FD1-9169-0E440327B252}" destId="{E17797C9-F837-4066-A39A-CB5AEC5B2C96}" srcOrd="6" destOrd="0" parTransId="{2DD8168B-BA31-4640-BF66-35EC7AC1AB64}" sibTransId="{4A05EDCE-C9FC-422A-ADDC-D9FB393BDCF9}"/>
    <dgm:cxn modelId="{F2C48B30-153E-45FD-8158-28677F162F36}" type="presOf" srcId="{3A9AB712-DB85-411F-9693-F107E1EA55DD}" destId="{CDF39851-ADBF-4393-9AB2-98DDEE3237B2}" srcOrd="0" destOrd="4" presId="urn:microsoft.com/office/officeart/2005/8/layout/hList1"/>
    <dgm:cxn modelId="{AA1F9632-5270-472D-8370-4A7BA30F8322}" type="presOf" srcId="{30A8477A-F0D4-4ED1-A419-B13E8C3FFDA2}" destId="{199B5677-DCF4-445E-8E90-D7A80ACE74D6}" srcOrd="0" destOrd="7" presId="urn:microsoft.com/office/officeart/2005/8/layout/hList1"/>
    <dgm:cxn modelId="{2AB36834-9CAA-43E4-8837-F08665460363}" type="presOf" srcId="{B3E4C119-E52C-4913-B5FF-7253FA3B0AFD}" destId="{CDF39851-ADBF-4393-9AB2-98DDEE3237B2}" srcOrd="0" destOrd="2" presId="urn:microsoft.com/office/officeart/2005/8/layout/hList1"/>
    <dgm:cxn modelId="{E22D5135-216F-4298-A025-F769AA0B3899}" srcId="{26E24B7B-18AE-4479-9FBE-2E17B2337522}" destId="{3CC5C86C-915A-4706-9544-35FA5E980EF1}" srcOrd="6" destOrd="0" parTransId="{10D4E06A-C650-41A8-8AC7-A5A35C69F72B}" sibTransId="{4601BB44-BD58-4B5C-B724-84CD69FC59CA}"/>
    <dgm:cxn modelId="{4FC29137-8F29-46B3-B67F-32FE4075563A}" srcId="{A037A994-827C-42E7-B50A-DEED8C186439}" destId="{B64D22C4-BC7F-423A-8177-8EAE6ABC0ED9}" srcOrd="2" destOrd="0" parTransId="{963CD5A6-3603-419E-BC62-F7BA9EC628DE}" sibTransId="{AEE6CF97-723F-4FD3-98A7-2286A3AFAEFC}"/>
    <dgm:cxn modelId="{8595273C-1CAE-4DB3-9A82-8D48F3DCDBE0}" srcId="{B64D22C4-BC7F-423A-8177-8EAE6ABC0ED9}" destId="{710AB261-73C7-41C7-8130-7A9BE89CB80E}" srcOrd="1" destOrd="0" parTransId="{D14B980A-D6F8-439C-9D43-B10124B9642D}" sibTransId="{D7C8A776-B8E4-4493-96FD-B07BF110C713}"/>
    <dgm:cxn modelId="{AD4F8E3D-C7EE-45E8-8C09-EF12659D3D74}" type="presOf" srcId="{C4D8CC64-8B3E-4E79-8702-B8711E479545}" destId="{0ABEC532-CB64-47AE-B338-676E4DEF4AE8}" srcOrd="0" destOrd="1" presId="urn:microsoft.com/office/officeart/2005/8/layout/hList1"/>
    <dgm:cxn modelId="{B64DEF3D-C239-47A2-B3A3-210E5A434059}" type="presOf" srcId="{C9C013EF-A9E0-469B-B170-2A5B7CA63E69}" destId="{199B5677-DCF4-445E-8E90-D7A80ACE74D6}" srcOrd="0" destOrd="6" presId="urn:microsoft.com/office/officeart/2005/8/layout/hList1"/>
    <dgm:cxn modelId="{CF60B73E-BBAC-47CA-B6CA-3FD689BFC80E}" type="presOf" srcId="{616AF4CE-31B5-429C-B407-AE3C5A0AA55A}" destId="{FD162D3A-1177-4F1B-9F5D-C4AE692DD6E1}" srcOrd="0" destOrd="0" presId="urn:microsoft.com/office/officeart/2005/8/layout/hList1"/>
    <dgm:cxn modelId="{72C59D40-2549-4394-824F-1275B45FBEE6}" type="presOf" srcId="{A0AC832E-E3CF-4BCC-B4A8-3706FEC4904A}" destId="{FD162D3A-1177-4F1B-9F5D-C4AE692DD6E1}" srcOrd="0" destOrd="5" presId="urn:microsoft.com/office/officeart/2005/8/layout/hList1"/>
    <dgm:cxn modelId="{579DD541-83DC-49AB-96D4-5CD83B8EEC3E}" type="presOf" srcId="{7F4168F8-D530-4B8F-A626-66B9006698B6}" destId="{0ABEC532-CB64-47AE-B338-676E4DEF4AE8}" srcOrd="0" destOrd="3" presId="urn:microsoft.com/office/officeart/2005/8/layout/hList1"/>
    <dgm:cxn modelId="{5805D964-E31A-4B16-A703-40FC4965059D}" type="presOf" srcId="{B64D22C4-BC7F-423A-8177-8EAE6ABC0ED9}" destId="{7D1C3BE7-B630-41F4-9BA8-24F013FC4CCD}" srcOrd="0" destOrd="0" presId="urn:microsoft.com/office/officeart/2005/8/layout/hList1"/>
    <dgm:cxn modelId="{59865467-D036-4368-BD64-F84A1A78AC85}" srcId="{9CADE8BE-541D-4FD1-9169-0E440327B252}" destId="{A0AC832E-E3CF-4BCC-B4A8-3706FEC4904A}" srcOrd="5" destOrd="0" parTransId="{D0499C67-09D2-4F2A-A350-7C4BD9440853}" sibTransId="{E891A483-1B4A-4F2A-B8EE-6856A711FFD8}"/>
    <dgm:cxn modelId="{00449B4B-B019-41C2-BFBE-262B1CF60D39}" srcId="{A037A994-827C-42E7-B50A-DEED8C186439}" destId="{26E24B7B-18AE-4479-9FBE-2E17B2337522}" srcOrd="0" destOrd="0" parTransId="{66DE3D84-88CA-46E2-B63D-554E9497CBFE}" sibTransId="{8148635B-848E-4F58-B9E0-CBB470C098A2}"/>
    <dgm:cxn modelId="{7ADBFF4B-89F3-425D-A9D4-8C2E05649013}" srcId="{26E24B7B-18AE-4479-9FBE-2E17B2337522}" destId="{C4D8CC64-8B3E-4E79-8702-B8711E479545}" srcOrd="1" destOrd="0" parTransId="{80271984-C5F5-47DC-AC67-412D14D4BA68}" sibTransId="{3E335E04-6D5E-4E16-91E6-EB901D45C33C}"/>
    <dgm:cxn modelId="{46A5986D-9564-42E3-AF07-8B2DC4CB95D4}" type="presOf" srcId="{1385B9E6-B849-4BCA-8DE9-7C1AFA7112C1}" destId="{0ABEC532-CB64-47AE-B338-676E4DEF4AE8}" srcOrd="0" destOrd="0" presId="urn:microsoft.com/office/officeart/2005/8/layout/hList1"/>
    <dgm:cxn modelId="{D5426A6E-A501-4934-80F3-66A9D62D828E}" srcId="{550A08EB-CCFF-49B8-AB7D-831F151099E6}" destId="{D2F0C593-24BA-4F17-B3E2-A3BA8D1DA708}" srcOrd="2" destOrd="0" parTransId="{A76F0FE0-6AEF-4AA3-8A08-7C9C32A4A37D}" sibTransId="{570E3133-0851-4EAE-BE01-7E7318E1A568}"/>
    <dgm:cxn modelId="{AC3AAE4E-E660-4051-93E0-704F17741795}" type="presOf" srcId="{0E6F8292-852C-4799-A8C3-7C0FF6383453}" destId="{FD162D3A-1177-4F1B-9F5D-C4AE692DD6E1}" srcOrd="0" destOrd="4" presId="urn:microsoft.com/office/officeart/2005/8/layout/hList1"/>
    <dgm:cxn modelId="{06DE0B6F-158F-4B5E-954D-CF94C06D519C}" srcId="{550A08EB-CCFF-49B8-AB7D-831F151099E6}" destId="{D422C4EF-7F6D-4494-A451-051C8CF40385}" srcOrd="0" destOrd="0" parTransId="{D971FE7A-F6E1-4BF1-A469-0101F22386EC}" sibTransId="{7258E857-90B3-48DD-8C6D-BEA898903C9B}"/>
    <dgm:cxn modelId="{BDAE326F-2629-4D05-AA7A-52272777CDC0}" type="presOf" srcId="{2A68F0AA-B1AE-4183-8315-27F0EE5F5F86}" destId="{CDF39851-ADBF-4393-9AB2-98DDEE3237B2}" srcOrd="0" destOrd="0" presId="urn:microsoft.com/office/officeart/2005/8/layout/hList1"/>
    <dgm:cxn modelId="{685B4F4F-2E14-4D00-8E62-1C2D3EFBC852}" type="presOf" srcId="{D2F0C593-24BA-4F17-B3E2-A3BA8D1DA708}" destId="{199B5677-DCF4-445E-8E90-D7A80ACE74D6}" srcOrd="0" destOrd="2" presId="urn:microsoft.com/office/officeart/2005/8/layout/hList1"/>
    <dgm:cxn modelId="{996F8F4F-D243-444E-86FC-E6B780B8755A}" type="presOf" srcId="{11E1FACD-1647-4D2D-ACEA-38C9A2DF9923}" destId="{0ABEC532-CB64-47AE-B338-676E4DEF4AE8}" srcOrd="0" destOrd="4" presId="urn:microsoft.com/office/officeart/2005/8/layout/hList1"/>
    <dgm:cxn modelId="{F209DC72-1214-4411-A545-989240C2F0E8}" srcId="{26E24B7B-18AE-4479-9FBE-2E17B2337522}" destId="{0343A66F-B16D-4E63-B7CE-1CEAAB44D477}" srcOrd="2" destOrd="0" parTransId="{524E4931-68EB-4766-A926-8CBE36850F20}" sibTransId="{9D11D7CD-7C76-4830-A47D-2F30E7724AA5}"/>
    <dgm:cxn modelId="{18AE1753-A55C-43F8-8A09-305E7ED2C475}" srcId="{B64D22C4-BC7F-423A-8177-8EAE6ABC0ED9}" destId="{50879049-E04F-4BDD-8154-BC563087FE63}" srcOrd="5" destOrd="0" parTransId="{CED558F6-D83C-4848-9745-F18EA0A1FEE3}" sibTransId="{A04C4101-831C-4AD0-8A92-E3528FC4AD45}"/>
    <dgm:cxn modelId="{5B1ED274-FC0F-4006-89CD-4C82F20C17AE}" type="presOf" srcId="{1B0E1FDC-370C-4FCA-8DE4-1D7038E1446F}" destId="{FD162D3A-1177-4F1B-9F5D-C4AE692DD6E1}" srcOrd="0" destOrd="2" presId="urn:microsoft.com/office/officeart/2005/8/layout/hList1"/>
    <dgm:cxn modelId="{8F16B675-C35F-4686-B78B-7BA4D4ABEBEE}" type="presOf" srcId="{02A66406-BFCF-4667-86C7-9F94EB04946C}" destId="{CDF39851-ADBF-4393-9AB2-98DDEE3237B2}" srcOrd="0" destOrd="7" presId="urn:microsoft.com/office/officeart/2005/8/layout/hList1"/>
    <dgm:cxn modelId="{28863F56-DC8D-462D-B1F0-90B2F727C2BD}" srcId="{550A08EB-CCFF-49B8-AB7D-831F151099E6}" destId="{743F74AA-94E9-49D2-AB23-77FE79D63A65}" srcOrd="4" destOrd="0" parTransId="{1EE22654-3FD1-4178-89F1-38D2B6A6ED60}" sibTransId="{3B4E4A0F-99A8-4B00-9CBF-1D2C92251CFD}"/>
    <dgm:cxn modelId="{FC5D6058-3B4A-46CF-8517-EA582D2DFED5}" type="presOf" srcId="{0343A66F-B16D-4E63-B7CE-1CEAAB44D477}" destId="{0ABEC532-CB64-47AE-B338-676E4DEF4AE8}" srcOrd="0" destOrd="2" presId="urn:microsoft.com/office/officeart/2005/8/layout/hList1"/>
    <dgm:cxn modelId="{6CFD6558-22E6-4DE5-B43B-0ABE3BD52169}" type="presOf" srcId="{550A08EB-CCFF-49B8-AB7D-831F151099E6}" destId="{442A170E-5354-45BE-8146-0D4F1C9FE201}" srcOrd="0" destOrd="0" presId="urn:microsoft.com/office/officeart/2005/8/layout/hList1"/>
    <dgm:cxn modelId="{6ADF0059-A59D-41E0-8D48-519DDF3C9DF7}" type="presOf" srcId="{50128929-43D7-4970-BB62-2E94CF1DBF8B}" destId="{FD162D3A-1177-4F1B-9F5D-C4AE692DD6E1}" srcOrd="0" destOrd="1" presId="urn:microsoft.com/office/officeart/2005/8/layout/hList1"/>
    <dgm:cxn modelId="{F760CF7B-F121-4BBF-A613-9EFCF8E6E84C}" srcId="{B64D22C4-BC7F-423A-8177-8EAE6ABC0ED9}" destId="{FEA88953-B508-46BC-8BAA-BD5CDB798916}" srcOrd="3" destOrd="0" parTransId="{C97C008A-C6D7-4808-8C6F-A45C266B087C}" sibTransId="{1F67E5CE-20AF-4E56-A48E-6BF39A82AFFA}"/>
    <dgm:cxn modelId="{C6DE177E-54D0-4C44-8CAB-D36560F1A0C0}" srcId="{B64D22C4-BC7F-423A-8177-8EAE6ABC0ED9}" destId="{02A66406-BFCF-4667-86C7-9F94EB04946C}" srcOrd="7" destOrd="0" parTransId="{F69CB705-7298-4C17-9B92-E4BD6B6BF16A}" sibTransId="{0ECD35F2-2240-4D91-B608-E2C7AE6FB46E}"/>
    <dgm:cxn modelId="{3FE0B77F-EF9F-479E-824F-5899FFC97412}" srcId="{9CADE8BE-541D-4FD1-9169-0E440327B252}" destId="{50128929-43D7-4970-BB62-2E94CF1DBF8B}" srcOrd="1" destOrd="0" parTransId="{6291896E-ECA2-485E-B001-F5FE985B8B70}" sibTransId="{394439AC-B02C-45B1-B1E7-5972E696B996}"/>
    <dgm:cxn modelId="{04EFE588-0F20-4E4C-AF3F-FE60F5C65054}" srcId="{550A08EB-CCFF-49B8-AB7D-831F151099E6}" destId="{30A8477A-F0D4-4ED1-A419-B13E8C3FFDA2}" srcOrd="7" destOrd="0" parTransId="{17FD8EE5-8BE2-4A66-9FE8-9FD762633808}" sibTransId="{DDA1BC1E-4B75-43C3-8F9F-3DDB4024A504}"/>
    <dgm:cxn modelId="{74B13889-3C95-419B-B4EA-FAF00971F003}" type="presOf" srcId="{F014886B-2B90-4F25-8844-9AA9B80DCDCE}" destId="{199B5677-DCF4-445E-8E90-D7A80ACE74D6}" srcOrd="0" destOrd="1" presId="urn:microsoft.com/office/officeart/2005/8/layout/hList1"/>
    <dgm:cxn modelId="{FC947189-7396-4052-8E6A-0A00ABFA48B6}" srcId="{26E24B7B-18AE-4479-9FBE-2E17B2337522}" destId="{BD1EC750-1CCD-4541-99BD-FF0E50BA1238}" srcOrd="5" destOrd="0" parTransId="{7DDDD742-0F28-471A-B93B-AB5D319931E9}" sibTransId="{AF3236C1-521D-4755-A98B-1593D146F6A6}"/>
    <dgm:cxn modelId="{C7F8918B-3AAB-4F16-B01B-6CF9B8B419CF}" type="presOf" srcId="{743F74AA-94E9-49D2-AB23-77FE79D63A65}" destId="{199B5677-DCF4-445E-8E90-D7A80ACE74D6}" srcOrd="0" destOrd="4" presId="urn:microsoft.com/office/officeart/2005/8/layout/hList1"/>
    <dgm:cxn modelId="{9BDF9D8D-36E3-4F71-B49B-640B5BCD28E2}" type="presOf" srcId="{50879049-E04F-4BDD-8154-BC563087FE63}" destId="{CDF39851-ADBF-4393-9AB2-98DDEE3237B2}" srcOrd="0" destOrd="5" presId="urn:microsoft.com/office/officeart/2005/8/layout/hList1"/>
    <dgm:cxn modelId="{C57D558E-9088-47A8-B48E-F42859E86FBB}" type="presOf" srcId="{E23635CE-E3C6-45C6-BFC0-8CE523D6B1E9}" destId="{FD162D3A-1177-4F1B-9F5D-C4AE692DD6E1}" srcOrd="0" destOrd="3" presId="urn:microsoft.com/office/officeart/2005/8/layout/hList1"/>
    <dgm:cxn modelId="{C2C4F693-0128-44D8-94A8-8BB9192E0B20}" srcId="{9CADE8BE-541D-4FD1-9169-0E440327B252}" destId="{616AF4CE-31B5-429C-B407-AE3C5A0AA55A}" srcOrd="0" destOrd="0" parTransId="{F7B8866F-570F-4BE7-8F56-C1F3A13066F3}" sibTransId="{09F3DA1F-4952-4CE8-BC5A-C23F7E82F30D}"/>
    <dgm:cxn modelId="{87175F94-BB53-4076-938B-B899EC956AF1}" srcId="{550A08EB-CCFF-49B8-AB7D-831F151099E6}" destId="{9F4E15AE-00E4-48BA-89E0-E4C7DFD38EDC}" srcOrd="5" destOrd="0" parTransId="{15AB9D50-F6F0-4B84-8A47-14477A84A6AA}" sibTransId="{F9009B73-341F-4692-B50C-EF3A12B5B6ED}"/>
    <dgm:cxn modelId="{C1442699-C131-47DB-8534-77876F80E8C1}" srcId="{26E24B7B-18AE-4479-9FBE-2E17B2337522}" destId="{11E1FACD-1647-4D2D-ACEA-38C9A2DF9923}" srcOrd="4" destOrd="0" parTransId="{CF46E768-DA15-4B17-905E-C49D18388F49}" sibTransId="{CB34AE3F-5F2D-4651-846A-351E53DF9903}"/>
    <dgm:cxn modelId="{474714A1-CD7C-4973-AC45-33B128E41858}" srcId="{550A08EB-CCFF-49B8-AB7D-831F151099E6}" destId="{C9C013EF-A9E0-469B-B170-2A5B7CA63E69}" srcOrd="6" destOrd="0" parTransId="{FACBFB8A-8DC8-480E-85B2-72A4CD696F08}" sibTransId="{7DB0EA9B-A582-4EDF-94DA-0634B3F0B3B4}"/>
    <dgm:cxn modelId="{1E367FA3-11E0-4464-8A8C-26606A8AB4A1}" type="presOf" srcId="{FEA88953-B508-46BC-8BAA-BD5CDB798916}" destId="{CDF39851-ADBF-4393-9AB2-98DDEE3237B2}" srcOrd="0" destOrd="3" presId="urn:microsoft.com/office/officeart/2005/8/layout/hList1"/>
    <dgm:cxn modelId="{AF4784A5-E756-40BC-AE03-1802919E28CA}" srcId="{550A08EB-CCFF-49B8-AB7D-831F151099E6}" destId="{F014886B-2B90-4F25-8844-9AA9B80DCDCE}" srcOrd="1" destOrd="0" parTransId="{7B1DBFC4-461E-4375-A85C-A80D5E6B05CE}" sibTransId="{BCCBB2F4-4EF6-4396-BEC6-B44D41695CC1}"/>
    <dgm:cxn modelId="{E0A323A6-6BD2-4B23-8165-A495587CD201}" srcId="{B64D22C4-BC7F-423A-8177-8EAE6ABC0ED9}" destId="{2CA52456-0268-40E1-9D06-40924D192764}" srcOrd="6" destOrd="0" parTransId="{7D657299-D156-4CD0-BD33-E7C24AF8388A}" sibTransId="{95D8B46A-3389-462B-B2D4-B24F30F38984}"/>
    <dgm:cxn modelId="{8048ECA6-0450-4F1C-A49F-56CA414AE65D}" type="presOf" srcId="{9CADE8BE-541D-4FD1-9169-0E440327B252}" destId="{6CA5CB89-965F-46F4-AB63-5A87591C812D}" srcOrd="0" destOrd="0" presId="urn:microsoft.com/office/officeart/2005/8/layout/hList1"/>
    <dgm:cxn modelId="{2E2CFAA7-1867-49FF-A83C-8CB9AB57786F}" srcId="{A037A994-827C-42E7-B50A-DEED8C186439}" destId="{9CADE8BE-541D-4FD1-9169-0E440327B252}" srcOrd="3" destOrd="0" parTransId="{559AD12E-32B4-4ABA-B38B-2325EFB8E2C8}" sibTransId="{FFBE46E7-AC1B-4716-92DF-87EA7DC9A7AB}"/>
    <dgm:cxn modelId="{4245E8A9-1AA3-42FF-976B-8EE610F26A16}" type="presOf" srcId="{E17797C9-F837-4066-A39A-CB5AEC5B2C96}" destId="{FD162D3A-1177-4F1B-9F5D-C4AE692DD6E1}" srcOrd="0" destOrd="6" presId="urn:microsoft.com/office/officeart/2005/8/layout/hList1"/>
    <dgm:cxn modelId="{D40227AA-1E7B-4523-B68C-720B057A8656}" type="presOf" srcId="{26E24B7B-18AE-4479-9FBE-2E17B2337522}" destId="{C5CC311C-3919-4641-BC63-F2C27F3911F7}" srcOrd="0" destOrd="0" presId="urn:microsoft.com/office/officeart/2005/8/layout/hList1"/>
    <dgm:cxn modelId="{5C7A6CAA-BDB1-422D-B735-347453C5BCF7}" srcId="{9CADE8BE-541D-4FD1-9169-0E440327B252}" destId="{E23635CE-E3C6-45C6-BFC0-8CE523D6B1E9}" srcOrd="3" destOrd="0" parTransId="{89171C77-402D-46CD-9A42-E96402709E94}" sibTransId="{30D6AEB3-1205-4C24-B8BA-3F53549EB82D}"/>
    <dgm:cxn modelId="{3634DFB1-A9FC-4AE5-BD3A-AA42CCE27A81}" type="presOf" srcId="{A037A994-827C-42E7-B50A-DEED8C186439}" destId="{6D53399A-5884-467E-86CA-D99166CE94EE}" srcOrd="0" destOrd="0" presId="urn:microsoft.com/office/officeart/2005/8/layout/hList1"/>
    <dgm:cxn modelId="{69027DBE-656E-4420-B6F5-C85EE87FE450}" type="presOf" srcId="{561725C3-51B1-4DF2-9532-245467417AEF}" destId="{199B5677-DCF4-445E-8E90-D7A80ACE74D6}" srcOrd="0" destOrd="3" presId="urn:microsoft.com/office/officeart/2005/8/layout/hList1"/>
    <dgm:cxn modelId="{8EAFFBC1-0C10-41B3-96AD-AFF2EF56C052}" srcId="{26E24B7B-18AE-4479-9FBE-2E17B2337522}" destId="{7F4168F8-D530-4B8F-A626-66B9006698B6}" srcOrd="3" destOrd="0" parTransId="{344457BC-4070-4971-8996-782A1AF98BB3}" sibTransId="{2A914187-80C7-4341-818E-B19556794106}"/>
    <dgm:cxn modelId="{3ED4B4DA-B326-45B7-842B-4BE828DD6A56}" srcId="{9CADE8BE-541D-4FD1-9169-0E440327B252}" destId="{0E6F8292-852C-4799-A8C3-7C0FF6383453}" srcOrd="4" destOrd="0" parTransId="{3F06E823-37AF-40BB-B7CB-3C1733F93735}" sibTransId="{8D32D7E6-772D-41CE-8759-C8A5351E1BD7}"/>
    <dgm:cxn modelId="{044E50DD-B6CD-4B13-94E8-26A3EF3A72CE}" srcId="{550A08EB-CCFF-49B8-AB7D-831F151099E6}" destId="{561725C3-51B1-4DF2-9532-245467417AEF}" srcOrd="3" destOrd="0" parTransId="{CE2CEF55-9F88-401E-9DD9-20502A444965}" sibTransId="{5804D9FC-8939-4795-ACE1-1D507BC27513}"/>
    <dgm:cxn modelId="{16985DDE-B880-48A9-BE07-1BCC93C5E1B2}" type="presOf" srcId="{710AB261-73C7-41C7-8130-7A9BE89CB80E}" destId="{CDF39851-ADBF-4393-9AB2-98DDEE3237B2}" srcOrd="0" destOrd="1" presId="urn:microsoft.com/office/officeart/2005/8/layout/hList1"/>
    <dgm:cxn modelId="{2D9D51E2-976C-4A14-950A-20781632F032}" srcId="{A037A994-827C-42E7-B50A-DEED8C186439}" destId="{550A08EB-CCFF-49B8-AB7D-831F151099E6}" srcOrd="1" destOrd="0" parTransId="{B969B556-6865-47AE-94E1-0C1B6BAF6836}" sibTransId="{B343D7D5-3738-425D-8245-9F201E14713F}"/>
    <dgm:cxn modelId="{841A80F0-26F6-4D73-BD74-7F502C366203}" type="presOf" srcId="{BD1EC750-1CCD-4541-99BD-FF0E50BA1238}" destId="{0ABEC532-CB64-47AE-B338-676E4DEF4AE8}" srcOrd="0" destOrd="5" presId="urn:microsoft.com/office/officeart/2005/8/layout/hList1"/>
    <dgm:cxn modelId="{5EE3E6F0-92DE-4969-B912-8FED71C43C6E}" srcId="{26E24B7B-18AE-4479-9FBE-2E17B2337522}" destId="{1385B9E6-B849-4BCA-8DE9-7C1AFA7112C1}" srcOrd="0" destOrd="0" parTransId="{898BA4C4-7D72-4ACA-BE56-241BCB35CC9F}" sibTransId="{B0487CF5-B2D5-479B-A661-098B70A8B89D}"/>
    <dgm:cxn modelId="{3C2B21F3-BEF8-496A-BE1B-6CE3005A7458}" type="presOf" srcId="{D422C4EF-7F6D-4494-A451-051C8CF40385}" destId="{199B5677-DCF4-445E-8E90-D7A80ACE74D6}" srcOrd="0" destOrd="0" presId="urn:microsoft.com/office/officeart/2005/8/layout/hList1"/>
    <dgm:cxn modelId="{62F35EF4-048F-42AD-ABA8-33FA56B120D6}" type="presOf" srcId="{3CC5C86C-915A-4706-9544-35FA5E980EF1}" destId="{0ABEC532-CB64-47AE-B338-676E4DEF4AE8}" srcOrd="0" destOrd="6" presId="urn:microsoft.com/office/officeart/2005/8/layout/hList1"/>
    <dgm:cxn modelId="{D7AAE7F7-4A4B-4D69-A43A-D751F63B0A96}" srcId="{9CADE8BE-541D-4FD1-9169-0E440327B252}" destId="{1B0E1FDC-370C-4FCA-8DE4-1D7038E1446F}" srcOrd="2" destOrd="0" parTransId="{3157D9C9-26A3-4C4B-9816-6E7467BBDB00}" sibTransId="{11AF3D02-845C-49BE-8C0C-60BEA197819E}"/>
    <dgm:cxn modelId="{248DCD46-984B-41DA-8720-2D115D8A46EA}" type="presParOf" srcId="{6D53399A-5884-467E-86CA-D99166CE94EE}" destId="{540817C1-6561-4991-914A-AC9A8A9EB302}" srcOrd="0" destOrd="0" presId="urn:microsoft.com/office/officeart/2005/8/layout/hList1"/>
    <dgm:cxn modelId="{0EA2D5FA-6418-43C8-8652-F68EF7D77D25}" type="presParOf" srcId="{540817C1-6561-4991-914A-AC9A8A9EB302}" destId="{C5CC311C-3919-4641-BC63-F2C27F3911F7}" srcOrd="0" destOrd="0" presId="urn:microsoft.com/office/officeart/2005/8/layout/hList1"/>
    <dgm:cxn modelId="{C808E581-FCA5-4FA3-8731-576CCE4DD6BC}" type="presParOf" srcId="{540817C1-6561-4991-914A-AC9A8A9EB302}" destId="{0ABEC532-CB64-47AE-B338-676E4DEF4AE8}" srcOrd="1" destOrd="0" presId="urn:microsoft.com/office/officeart/2005/8/layout/hList1"/>
    <dgm:cxn modelId="{46911B77-0A09-4D8A-99D5-F5D318970807}" type="presParOf" srcId="{6D53399A-5884-467E-86CA-D99166CE94EE}" destId="{4FF28CF3-D3D4-4509-9CD8-635D2A2B48D5}" srcOrd="1" destOrd="0" presId="urn:microsoft.com/office/officeart/2005/8/layout/hList1"/>
    <dgm:cxn modelId="{526F2F71-40A1-4796-81D5-0242C669CE54}" type="presParOf" srcId="{6D53399A-5884-467E-86CA-D99166CE94EE}" destId="{B1215D73-9592-40B0-BF73-115571C162C3}" srcOrd="2" destOrd="0" presId="urn:microsoft.com/office/officeart/2005/8/layout/hList1"/>
    <dgm:cxn modelId="{DEC2A7A0-5A1B-465B-8A46-55E4218CEAA3}" type="presParOf" srcId="{B1215D73-9592-40B0-BF73-115571C162C3}" destId="{442A170E-5354-45BE-8146-0D4F1C9FE201}" srcOrd="0" destOrd="0" presId="urn:microsoft.com/office/officeart/2005/8/layout/hList1"/>
    <dgm:cxn modelId="{60979978-3D9D-4C8C-B318-6117A2822BCC}" type="presParOf" srcId="{B1215D73-9592-40B0-BF73-115571C162C3}" destId="{199B5677-DCF4-445E-8E90-D7A80ACE74D6}" srcOrd="1" destOrd="0" presId="urn:microsoft.com/office/officeart/2005/8/layout/hList1"/>
    <dgm:cxn modelId="{B758AFC9-872F-486D-840D-8D78ED82ADE3}" type="presParOf" srcId="{6D53399A-5884-467E-86CA-D99166CE94EE}" destId="{5C802360-C7B3-42EE-BC76-48C1764341A9}" srcOrd="3" destOrd="0" presId="urn:microsoft.com/office/officeart/2005/8/layout/hList1"/>
    <dgm:cxn modelId="{27F6DFC9-D9A6-4E40-A0C9-2D8C44278FC8}" type="presParOf" srcId="{6D53399A-5884-467E-86CA-D99166CE94EE}" destId="{58C510F1-61E7-45EA-918C-765B528A3582}" srcOrd="4" destOrd="0" presId="urn:microsoft.com/office/officeart/2005/8/layout/hList1"/>
    <dgm:cxn modelId="{D9679029-FF8B-4B96-8D45-E1E8BCA56A50}" type="presParOf" srcId="{58C510F1-61E7-45EA-918C-765B528A3582}" destId="{7D1C3BE7-B630-41F4-9BA8-24F013FC4CCD}" srcOrd="0" destOrd="0" presId="urn:microsoft.com/office/officeart/2005/8/layout/hList1"/>
    <dgm:cxn modelId="{74ACBAC0-55D0-4698-B209-06D468E0F1A7}" type="presParOf" srcId="{58C510F1-61E7-45EA-918C-765B528A3582}" destId="{CDF39851-ADBF-4393-9AB2-98DDEE3237B2}" srcOrd="1" destOrd="0" presId="urn:microsoft.com/office/officeart/2005/8/layout/hList1"/>
    <dgm:cxn modelId="{B989447A-F42C-4AEB-BD06-5C01AE212BD7}" type="presParOf" srcId="{6D53399A-5884-467E-86CA-D99166CE94EE}" destId="{E6E396AE-CEF9-4D2F-A301-18CA21F553FA}" srcOrd="5" destOrd="0" presId="urn:microsoft.com/office/officeart/2005/8/layout/hList1"/>
    <dgm:cxn modelId="{929C0D2E-5466-4054-8100-6B289EBD5F22}" type="presParOf" srcId="{6D53399A-5884-467E-86CA-D99166CE94EE}" destId="{A6F9BEA1-EBF6-4A5F-8B30-8ABBB20D99B0}" srcOrd="6" destOrd="0" presId="urn:microsoft.com/office/officeart/2005/8/layout/hList1"/>
    <dgm:cxn modelId="{7CD274B2-EDBF-4D3D-8130-60417F26A849}" type="presParOf" srcId="{A6F9BEA1-EBF6-4A5F-8B30-8ABBB20D99B0}" destId="{6CA5CB89-965F-46F4-AB63-5A87591C812D}" srcOrd="0" destOrd="0" presId="urn:microsoft.com/office/officeart/2005/8/layout/hList1"/>
    <dgm:cxn modelId="{628E438B-7306-4510-84EF-EB34DBAB2353}" type="presParOf" srcId="{A6F9BEA1-EBF6-4A5F-8B30-8ABBB20D99B0}" destId="{FD162D3A-1177-4F1B-9F5D-C4AE692DD6E1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037A994-827C-42E7-B50A-DEED8C186439}" type="doc">
      <dgm:prSet loTypeId="urn:microsoft.com/office/officeart/2005/8/layout/hList1" loCatId="list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pt-PT"/>
        </a:p>
      </dgm:t>
    </dgm:pt>
    <dgm:pt modelId="{B64D22C4-BC7F-423A-8177-8EAE6ABC0ED9}">
      <dgm:prSet phldrT="[Texto]" custT="1"/>
      <dgm:spPr/>
      <dgm:t>
        <a:bodyPr/>
        <a:lstStyle/>
        <a:p>
          <a:r>
            <a:rPr lang="pt-PT" sz="1100" b="1" dirty="0"/>
            <a:t>2024</a:t>
          </a:r>
        </a:p>
      </dgm:t>
    </dgm:pt>
    <dgm:pt modelId="{963CD5A6-3603-419E-BC62-F7BA9EC628DE}" type="parTrans" cxnId="{4FC29137-8F29-46B3-B67F-32FE4075563A}">
      <dgm:prSet/>
      <dgm:spPr/>
      <dgm:t>
        <a:bodyPr/>
        <a:lstStyle/>
        <a:p>
          <a:endParaRPr lang="pt-PT" sz="1100"/>
        </a:p>
      </dgm:t>
    </dgm:pt>
    <dgm:pt modelId="{AEE6CF97-723F-4FD3-98A7-2286A3AFAEFC}" type="sibTrans" cxnId="{4FC29137-8F29-46B3-B67F-32FE4075563A}">
      <dgm:prSet/>
      <dgm:spPr/>
      <dgm:t>
        <a:bodyPr/>
        <a:lstStyle/>
        <a:p>
          <a:endParaRPr lang="pt-PT" sz="1100"/>
        </a:p>
      </dgm:t>
    </dgm:pt>
    <dgm:pt modelId="{2A68F0AA-B1AE-4183-8315-27F0EE5F5F86}">
      <dgm:prSet phldrT="[Texto]" custT="1"/>
      <dgm:spPr/>
      <dgm:t>
        <a:bodyPr anchor="t"/>
        <a:lstStyle/>
        <a:p>
          <a:pPr algn="just">
            <a:lnSpc>
              <a:spcPct val="100000"/>
            </a:lnSpc>
          </a:pPr>
          <a:r>
            <a:rPr lang="pt-PT" sz="800" b="0" dirty="0" err="1"/>
            <a:t>KaMpfumu</a:t>
          </a:r>
          <a:r>
            <a:rPr lang="pt-PT" sz="800" b="1" dirty="0"/>
            <a:t>: 		</a:t>
          </a:r>
          <a:r>
            <a:rPr lang="pt-PT" sz="800" dirty="0"/>
            <a:t>1013</a:t>
          </a:r>
        </a:p>
      </dgm:t>
    </dgm:pt>
    <dgm:pt modelId="{BB07A91D-D3E0-4C45-8E09-284E76E11CC0}" type="parTrans" cxnId="{10E8B724-D363-4E75-BBE7-AB9DF3A9763F}">
      <dgm:prSet/>
      <dgm:spPr/>
      <dgm:t>
        <a:bodyPr/>
        <a:lstStyle/>
        <a:p>
          <a:endParaRPr lang="pt-PT" sz="1100"/>
        </a:p>
      </dgm:t>
    </dgm:pt>
    <dgm:pt modelId="{A383DC93-412F-4A85-A095-8432B6408CB2}" type="sibTrans" cxnId="{10E8B724-D363-4E75-BBE7-AB9DF3A9763F}">
      <dgm:prSet/>
      <dgm:spPr/>
      <dgm:t>
        <a:bodyPr/>
        <a:lstStyle/>
        <a:p>
          <a:endParaRPr lang="pt-PT" sz="1100"/>
        </a:p>
      </dgm:t>
    </dgm:pt>
    <dgm:pt modelId="{9CADE8BE-541D-4FD1-9169-0E440327B252}">
      <dgm:prSet phldrT="[Texto]" custT="1"/>
      <dgm:spPr/>
      <dgm:t>
        <a:bodyPr/>
        <a:lstStyle/>
        <a:p>
          <a:r>
            <a:rPr lang="pt-PT" sz="1100" b="1" dirty="0"/>
            <a:t>2025</a:t>
          </a:r>
        </a:p>
      </dgm:t>
    </dgm:pt>
    <dgm:pt modelId="{559AD12E-32B4-4ABA-B38B-2325EFB8E2C8}" type="parTrans" cxnId="{2E2CFAA7-1867-49FF-A83C-8CB9AB57786F}">
      <dgm:prSet/>
      <dgm:spPr/>
      <dgm:t>
        <a:bodyPr/>
        <a:lstStyle/>
        <a:p>
          <a:endParaRPr lang="pt-PT" sz="1100"/>
        </a:p>
      </dgm:t>
    </dgm:pt>
    <dgm:pt modelId="{FFBE46E7-AC1B-4716-92DF-87EA7DC9A7AB}" type="sibTrans" cxnId="{2E2CFAA7-1867-49FF-A83C-8CB9AB57786F}">
      <dgm:prSet/>
      <dgm:spPr/>
      <dgm:t>
        <a:bodyPr/>
        <a:lstStyle/>
        <a:p>
          <a:endParaRPr lang="pt-PT" sz="1100"/>
        </a:p>
      </dgm:t>
    </dgm:pt>
    <dgm:pt modelId="{616AF4CE-31B5-429C-B407-AE3C5A0AA55A}">
      <dgm:prSet phldrT="[Texto]" custT="1"/>
      <dgm:spPr/>
      <dgm:t>
        <a:bodyPr anchor="t"/>
        <a:lstStyle/>
        <a:p>
          <a:pPr algn="just">
            <a:lnSpc>
              <a:spcPct val="100000"/>
            </a:lnSpc>
          </a:pPr>
          <a:r>
            <a:rPr lang="pt-PT" sz="800" b="0" dirty="0" err="1"/>
            <a:t>KaMpfumu</a:t>
          </a:r>
          <a:r>
            <a:rPr lang="pt-PT" sz="800" b="1" dirty="0"/>
            <a:t>: 		</a:t>
          </a:r>
          <a:r>
            <a:rPr lang="pt-PT" sz="800" dirty="0"/>
            <a:t>774</a:t>
          </a:r>
        </a:p>
      </dgm:t>
    </dgm:pt>
    <dgm:pt modelId="{F7B8866F-570F-4BE7-8F56-C1F3A13066F3}" type="parTrans" cxnId="{C2C4F693-0128-44D8-94A8-8BB9192E0B20}">
      <dgm:prSet/>
      <dgm:spPr/>
      <dgm:t>
        <a:bodyPr/>
        <a:lstStyle/>
        <a:p>
          <a:endParaRPr lang="pt-PT" sz="1100"/>
        </a:p>
      </dgm:t>
    </dgm:pt>
    <dgm:pt modelId="{09F3DA1F-4952-4CE8-BC5A-C23F7E82F30D}" type="sibTrans" cxnId="{C2C4F693-0128-44D8-94A8-8BB9192E0B20}">
      <dgm:prSet/>
      <dgm:spPr/>
      <dgm:t>
        <a:bodyPr/>
        <a:lstStyle/>
        <a:p>
          <a:endParaRPr lang="pt-PT" sz="1100"/>
        </a:p>
      </dgm:t>
    </dgm:pt>
    <dgm:pt modelId="{550A08EB-CCFF-49B8-AB7D-831F151099E6}">
      <dgm:prSet phldrT="[Texto]" custT="1"/>
      <dgm:spPr/>
      <dgm:t>
        <a:bodyPr/>
        <a:lstStyle/>
        <a:p>
          <a:r>
            <a:rPr lang="pt-PT" sz="1100" b="1" dirty="0"/>
            <a:t>2023</a:t>
          </a:r>
        </a:p>
      </dgm:t>
    </dgm:pt>
    <dgm:pt modelId="{B969B556-6865-47AE-94E1-0C1B6BAF6836}" type="parTrans" cxnId="{2D9D51E2-976C-4A14-950A-20781632F032}">
      <dgm:prSet/>
      <dgm:spPr/>
      <dgm:t>
        <a:bodyPr/>
        <a:lstStyle/>
        <a:p>
          <a:endParaRPr lang="pt-PT" sz="1100"/>
        </a:p>
      </dgm:t>
    </dgm:pt>
    <dgm:pt modelId="{B343D7D5-3738-425D-8245-9F201E14713F}" type="sibTrans" cxnId="{2D9D51E2-976C-4A14-950A-20781632F032}">
      <dgm:prSet/>
      <dgm:spPr/>
      <dgm:t>
        <a:bodyPr/>
        <a:lstStyle/>
        <a:p>
          <a:endParaRPr lang="pt-PT" sz="1100"/>
        </a:p>
      </dgm:t>
    </dgm:pt>
    <dgm:pt modelId="{D422C4EF-7F6D-4494-A451-051C8CF40385}">
      <dgm:prSet phldrT="[Texto]" custT="1"/>
      <dgm:spPr/>
      <dgm:t>
        <a:bodyPr anchor="t"/>
        <a:lstStyle/>
        <a:p>
          <a:pPr algn="just">
            <a:lnSpc>
              <a:spcPct val="100000"/>
            </a:lnSpc>
          </a:pPr>
          <a:r>
            <a:rPr lang="pt-PT" sz="800" b="0" dirty="0" err="1"/>
            <a:t>KaMpfumu</a:t>
          </a:r>
          <a:r>
            <a:rPr lang="pt-PT" sz="800" b="1" dirty="0"/>
            <a:t>: 		</a:t>
          </a:r>
          <a:r>
            <a:rPr lang="pt-PT" sz="800" dirty="0"/>
            <a:t>1092</a:t>
          </a:r>
        </a:p>
      </dgm:t>
    </dgm:pt>
    <dgm:pt modelId="{D971FE7A-F6E1-4BF1-A469-0101F22386EC}" type="parTrans" cxnId="{06DE0B6F-158F-4B5E-954D-CF94C06D519C}">
      <dgm:prSet/>
      <dgm:spPr/>
      <dgm:t>
        <a:bodyPr/>
        <a:lstStyle/>
        <a:p>
          <a:endParaRPr lang="pt-PT" sz="1100"/>
        </a:p>
      </dgm:t>
    </dgm:pt>
    <dgm:pt modelId="{7258E857-90B3-48DD-8C6D-BEA898903C9B}" type="sibTrans" cxnId="{06DE0B6F-158F-4B5E-954D-CF94C06D519C}">
      <dgm:prSet/>
      <dgm:spPr/>
      <dgm:t>
        <a:bodyPr/>
        <a:lstStyle/>
        <a:p>
          <a:endParaRPr lang="pt-PT" sz="1100"/>
        </a:p>
      </dgm:t>
    </dgm:pt>
    <dgm:pt modelId="{401B2E07-C5FA-4388-B55B-90B20E9FE5E0}">
      <dgm:prSet custT="1"/>
      <dgm:spPr/>
      <dgm:t>
        <a:bodyPr anchor="t"/>
        <a:lstStyle/>
        <a:p>
          <a:pPr algn="just">
            <a:lnSpc>
              <a:spcPct val="100000"/>
            </a:lnSpc>
          </a:pPr>
          <a:r>
            <a:rPr lang="en-US" sz="800" dirty="0" err="1"/>
            <a:t>Nhlamankulu</a:t>
          </a:r>
          <a:r>
            <a:rPr lang="pt-PT" sz="800" b="1" dirty="0"/>
            <a:t>: 	</a:t>
          </a:r>
          <a:r>
            <a:rPr lang="pt-PT" sz="800" b="0" dirty="0"/>
            <a:t>1239</a:t>
          </a:r>
        </a:p>
      </dgm:t>
    </dgm:pt>
    <dgm:pt modelId="{D18FA821-DCB6-4AFE-9893-CBB72BC9671D}" type="parTrans" cxnId="{C4F05C13-A6DA-4CDC-B930-63F9E2A6C7AC}">
      <dgm:prSet/>
      <dgm:spPr/>
      <dgm:t>
        <a:bodyPr/>
        <a:lstStyle/>
        <a:p>
          <a:endParaRPr lang="en-US"/>
        </a:p>
      </dgm:t>
    </dgm:pt>
    <dgm:pt modelId="{0CEB4CB1-77AE-4F26-9B79-4ED4514B7972}" type="sibTrans" cxnId="{C4F05C13-A6DA-4CDC-B930-63F9E2A6C7AC}">
      <dgm:prSet/>
      <dgm:spPr/>
      <dgm:t>
        <a:bodyPr/>
        <a:lstStyle/>
        <a:p>
          <a:endParaRPr lang="en-US"/>
        </a:p>
      </dgm:t>
    </dgm:pt>
    <dgm:pt modelId="{F2155614-16FB-4E76-8D63-DFDF05344D58}">
      <dgm:prSet custT="1"/>
      <dgm:spPr/>
      <dgm:t>
        <a:bodyPr anchor="t"/>
        <a:lstStyle/>
        <a:p>
          <a:pPr algn="just">
            <a:lnSpc>
              <a:spcPct val="100000"/>
            </a:lnSpc>
          </a:pPr>
          <a:r>
            <a:rPr lang="en-US" sz="800" dirty="0" err="1"/>
            <a:t>KaMaxakeni</a:t>
          </a:r>
          <a:r>
            <a:rPr lang="en-US" sz="800" dirty="0"/>
            <a:t>: 		785</a:t>
          </a:r>
          <a:endParaRPr lang="pt-PT" sz="800" b="0" dirty="0"/>
        </a:p>
      </dgm:t>
    </dgm:pt>
    <dgm:pt modelId="{AA0934F1-5EB1-4B4C-AA93-E64F55C2FA75}" type="parTrans" cxnId="{F31C7AB2-5A8A-4227-AA8C-4E3062E896BA}">
      <dgm:prSet/>
      <dgm:spPr/>
      <dgm:t>
        <a:bodyPr/>
        <a:lstStyle/>
        <a:p>
          <a:endParaRPr lang="en-US"/>
        </a:p>
      </dgm:t>
    </dgm:pt>
    <dgm:pt modelId="{600B2925-9C95-41C7-A25E-6BD5C34FAADE}" type="sibTrans" cxnId="{F31C7AB2-5A8A-4227-AA8C-4E3062E896BA}">
      <dgm:prSet/>
      <dgm:spPr/>
      <dgm:t>
        <a:bodyPr/>
        <a:lstStyle/>
        <a:p>
          <a:endParaRPr lang="en-US"/>
        </a:p>
      </dgm:t>
    </dgm:pt>
    <dgm:pt modelId="{DB244EE7-ADED-4DEC-B574-60A98DE17424}">
      <dgm:prSet custT="1"/>
      <dgm:spPr/>
      <dgm:t>
        <a:bodyPr anchor="t"/>
        <a:lstStyle/>
        <a:p>
          <a:pPr algn="just">
            <a:lnSpc>
              <a:spcPct val="100000"/>
            </a:lnSpc>
          </a:pPr>
          <a:r>
            <a:rPr lang="en-US" sz="800" dirty="0" err="1"/>
            <a:t>KaMavota</a:t>
          </a:r>
          <a:r>
            <a:rPr lang="en-US" sz="800" dirty="0"/>
            <a:t>: 		1513</a:t>
          </a:r>
          <a:endParaRPr lang="pt-PT" sz="800" b="0" dirty="0"/>
        </a:p>
      </dgm:t>
    </dgm:pt>
    <dgm:pt modelId="{138A7AE7-4973-4383-BB44-0D9DE77762D6}" type="parTrans" cxnId="{0E9F72AC-9657-4C09-AFD9-B6729F4831B1}">
      <dgm:prSet/>
      <dgm:spPr/>
      <dgm:t>
        <a:bodyPr/>
        <a:lstStyle/>
        <a:p>
          <a:endParaRPr lang="en-US"/>
        </a:p>
      </dgm:t>
    </dgm:pt>
    <dgm:pt modelId="{2CA27054-E37F-42B5-98FF-96110C6C18E8}" type="sibTrans" cxnId="{0E9F72AC-9657-4C09-AFD9-B6729F4831B1}">
      <dgm:prSet/>
      <dgm:spPr/>
      <dgm:t>
        <a:bodyPr/>
        <a:lstStyle/>
        <a:p>
          <a:endParaRPr lang="en-US"/>
        </a:p>
      </dgm:t>
    </dgm:pt>
    <dgm:pt modelId="{9FD56C76-81D1-4F74-BC1C-C06B49A06B28}">
      <dgm:prSet custT="1"/>
      <dgm:spPr/>
      <dgm:t>
        <a:bodyPr anchor="t"/>
        <a:lstStyle/>
        <a:p>
          <a:pPr algn="just">
            <a:lnSpc>
              <a:spcPct val="100000"/>
            </a:lnSpc>
          </a:pPr>
          <a:r>
            <a:rPr lang="en-US" sz="800" dirty="0" err="1"/>
            <a:t>KaMubukwana</a:t>
          </a:r>
          <a:r>
            <a:rPr lang="en-US" sz="800" dirty="0"/>
            <a:t>: 	1188</a:t>
          </a:r>
          <a:endParaRPr lang="pt-PT" sz="800" b="0" dirty="0"/>
        </a:p>
      </dgm:t>
    </dgm:pt>
    <dgm:pt modelId="{37355883-7EA5-4B48-ACD3-47238A9D8DEA}" type="parTrans" cxnId="{7954AE56-76C6-45BD-8B95-7FE890D912C1}">
      <dgm:prSet/>
      <dgm:spPr/>
      <dgm:t>
        <a:bodyPr/>
        <a:lstStyle/>
        <a:p>
          <a:endParaRPr lang="en-US"/>
        </a:p>
      </dgm:t>
    </dgm:pt>
    <dgm:pt modelId="{D2DA5731-68A5-4DD6-9936-228B24246C7E}" type="sibTrans" cxnId="{7954AE56-76C6-45BD-8B95-7FE890D912C1}">
      <dgm:prSet/>
      <dgm:spPr/>
      <dgm:t>
        <a:bodyPr/>
        <a:lstStyle/>
        <a:p>
          <a:endParaRPr lang="en-US"/>
        </a:p>
      </dgm:t>
    </dgm:pt>
    <dgm:pt modelId="{9C821522-8804-42DA-A39F-047338F0CA5C}">
      <dgm:prSet custT="1"/>
      <dgm:spPr/>
      <dgm:t>
        <a:bodyPr anchor="t"/>
        <a:lstStyle/>
        <a:p>
          <a:pPr algn="just">
            <a:lnSpc>
              <a:spcPct val="100000"/>
            </a:lnSpc>
          </a:pPr>
          <a:r>
            <a:rPr lang="en-US" sz="800" dirty="0" err="1"/>
            <a:t>KaTembe</a:t>
          </a:r>
          <a:r>
            <a:rPr lang="en-US" sz="800" dirty="0"/>
            <a:t>: 		232</a:t>
          </a:r>
          <a:endParaRPr lang="pt-PT" sz="800" b="0" dirty="0"/>
        </a:p>
      </dgm:t>
    </dgm:pt>
    <dgm:pt modelId="{D6556AAF-DA2F-4A67-8CEA-A33EA2A3A819}" type="parTrans" cxnId="{714A1ACF-2FE6-4690-A909-8E2293D47C0D}">
      <dgm:prSet/>
      <dgm:spPr/>
      <dgm:t>
        <a:bodyPr/>
        <a:lstStyle/>
        <a:p>
          <a:endParaRPr lang="en-US"/>
        </a:p>
      </dgm:t>
    </dgm:pt>
    <dgm:pt modelId="{D6007833-C88F-4147-8914-6672FA243D3D}" type="sibTrans" cxnId="{714A1ACF-2FE6-4690-A909-8E2293D47C0D}">
      <dgm:prSet/>
      <dgm:spPr/>
      <dgm:t>
        <a:bodyPr/>
        <a:lstStyle/>
        <a:p>
          <a:endParaRPr lang="en-US"/>
        </a:p>
      </dgm:t>
    </dgm:pt>
    <dgm:pt modelId="{30A8477A-F0D4-4ED1-A419-B13E8C3FFDA2}">
      <dgm:prSet custT="1"/>
      <dgm:spPr/>
      <dgm:t>
        <a:bodyPr anchor="t"/>
        <a:lstStyle/>
        <a:p>
          <a:pPr algn="just">
            <a:lnSpc>
              <a:spcPct val="100000"/>
            </a:lnSpc>
          </a:pPr>
          <a:r>
            <a:rPr lang="en-US" sz="800" dirty="0"/>
            <a:t>KaNyaka		17</a:t>
          </a:r>
          <a:endParaRPr lang="pt-PT" sz="800" b="0" dirty="0"/>
        </a:p>
      </dgm:t>
    </dgm:pt>
    <dgm:pt modelId="{17FD8EE5-8BE2-4A66-9FE8-9FD762633808}" type="parTrans" cxnId="{04EFE588-0F20-4E4C-AF3F-FE60F5C65054}">
      <dgm:prSet/>
      <dgm:spPr/>
      <dgm:t>
        <a:bodyPr/>
        <a:lstStyle/>
        <a:p>
          <a:endParaRPr lang="en-US"/>
        </a:p>
      </dgm:t>
    </dgm:pt>
    <dgm:pt modelId="{DDA1BC1E-4B75-43C3-8F9F-3DDB4024A504}" type="sibTrans" cxnId="{04EFE588-0F20-4E4C-AF3F-FE60F5C65054}">
      <dgm:prSet/>
      <dgm:spPr/>
      <dgm:t>
        <a:bodyPr/>
        <a:lstStyle/>
        <a:p>
          <a:endParaRPr lang="en-US"/>
        </a:p>
      </dgm:t>
    </dgm:pt>
    <dgm:pt modelId="{0C7C878B-DB94-4A7C-A183-46C294B065B5}">
      <dgm:prSet custT="1"/>
      <dgm:spPr/>
      <dgm:t>
        <a:bodyPr anchor="t"/>
        <a:lstStyle/>
        <a:p>
          <a:pPr algn="just">
            <a:lnSpc>
              <a:spcPct val="100000"/>
            </a:lnSpc>
          </a:pPr>
          <a:r>
            <a:rPr lang="en-US" sz="800" dirty="0" err="1"/>
            <a:t>Nhlamankulu</a:t>
          </a:r>
          <a:r>
            <a:rPr lang="pt-PT" sz="800" b="1" dirty="0"/>
            <a:t>: 	</a:t>
          </a:r>
          <a:r>
            <a:rPr lang="pt-PT" sz="800" b="0" dirty="0"/>
            <a:t>1251</a:t>
          </a:r>
        </a:p>
      </dgm:t>
    </dgm:pt>
    <dgm:pt modelId="{3C12DFF9-68CD-44F9-AF63-7D894EEED0C0}" type="parTrans" cxnId="{7FB2A1BC-EC4E-4FEF-9CE0-BD13856B0F25}">
      <dgm:prSet/>
      <dgm:spPr/>
      <dgm:t>
        <a:bodyPr/>
        <a:lstStyle/>
        <a:p>
          <a:endParaRPr lang="en-US"/>
        </a:p>
      </dgm:t>
    </dgm:pt>
    <dgm:pt modelId="{F9F77B49-0763-458D-88B7-2565A42DF001}" type="sibTrans" cxnId="{7FB2A1BC-EC4E-4FEF-9CE0-BD13856B0F25}">
      <dgm:prSet/>
      <dgm:spPr/>
      <dgm:t>
        <a:bodyPr/>
        <a:lstStyle/>
        <a:p>
          <a:endParaRPr lang="en-US"/>
        </a:p>
      </dgm:t>
    </dgm:pt>
    <dgm:pt modelId="{D18ADBD5-9863-437C-88FF-F772697FB56B}">
      <dgm:prSet custT="1"/>
      <dgm:spPr/>
      <dgm:t>
        <a:bodyPr anchor="t"/>
        <a:lstStyle/>
        <a:p>
          <a:pPr algn="just">
            <a:lnSpc>
              <a:spcPct val="100000"/>
            </a:lnSpc>
          </a:pPr>
          <a:r>
            <a:rPr lang="en-US" sz="800" dirty="0" err="1"/>
            <a:t>KaMaxakeni</a:t>
          </a:r>
          <a:r>
            <a:rPr lang="en-US" sz="800" dirty="0"/>
            <a:t>: 		700</a:t>
          </a:r>
          <a:endParaRPr lang="pt-PT" sz="800" b="0" dirty="0"/>
        </a:p>
      </dgm:t>
    </dgm:pt>
    <dgm:pt modelId="{FF4CFF82-69DC-4CA2-970F-D52A7C506C49}" type="parTrans" cxnId="{9687E8AA-0FFC-452A-B281-58F4765CC2D8}">
      <dgm:prSet/>
      <dgm:spPr/>
      <dgm:t>
        <a:bodyPr/>
        <a:lstStyle/>
        <a:p>
          <a:endParaRPr lang="en-US"/>
        </a:p>
      </dgm:t>
    </dgm:pt>
    <dgm:pt modelId="{3954AE0F-C232-47D3-863D-FD98DA6EDB7A}" type="sibTrans" cxnId="{9687E8AA-0FFC-452A-B281-58F4765CC2D8}">
      <dgm:prSet/>
      <dgm:spPr/>
      <dgm:t>
        <a:bodyPr/>
        <a:lstStyle/>
        <a:p>
          <a:endParaRPr lang="en-US"/>
        </a:p>
      </dgm:t>
    </dgm:pt>
    <dgm:pt modelId="{7B88E41D-48C4-47CC-B07B-A8C359BFE796}">
      <dgm:prSet custT="1"/>
      <dgm:spPr/>
      <dgm:t>
        <a:bodyPr anchor="t"/>
        <a:lstStyle/>
        <a:p>
          <a:pPr algn="just">
            <a:lnSpc>
              <a:spcPct val="100000"/>
            </a:lnSpc>
          </a:pPr>
          <a:r>
            <a:rPr lang="en-US" sz="800" dirty="0" err="1"/>
            <a:t>KaMavota</a:t>
          </a:r>
          <a:r>
            <a:rPr lang="en-US" sz="800" dirty="0"/>
            <a:t>: 		1280</a:t>
          </a:r>
          <a:endParaRPr lang="pt-PT" sz="800" b="0" dirty="0"/>
        </a:p>
      </dgm:t>
    </dgm:pt>
    <dgm:pt modelId="{52EE8020-88BC-4656-B388-025E16BAEC27}" type="parTrans" cxnId="{2D454A1A-88B5-4134-913F-5A2A49A03BC7}">
      <dgm:prSet/>
      <dgm:spPr/>
      <dgm:t>
        <a:bodyPr/>
        <a:lstStyle/>
        <a:p>
          <a:endParaRPr lang="en-US"/>
        </a:p>
      </dgm:t>
    </dgm:pt>
    <dgm:pt modelId="{ED44EC06-1983-45DD-8CBF-5DB5B1529FBD}" type="sibTrans" cxnId="{2D454A1A-88B5-4134-913F-5A2A49A03BC7}">
      <dgm:prSet/>
      <dgm:spPr/>
      <dgm:t>
        <a:bodyPr/>
        <a:lstStyle/>
        <a:p>
          <a:endParaRPr lang="en-US"/>
        </a:p>
      </dgm:t>
    </dgm:pt>
    <dgm:pt modelId="{1F704F95-A078-4835-B5D0-9AFECE5873E8}">
      <dgm:prSet custT="1"/>
      <dgm:spPr/>
      <dgm:t>
        <a:bodyPr anchor="t"/>
        <a:lstStyle/>
        <a:p>
          <a:pPr algn="just">
            <a:lnSpc>
              <a:spcPct val="100000"/>
            </a:lnSpc>
          </a:pPr>
          <a:r>
            <a:rPr lang="en-US" sz="800" dirty="0" err="1"/>
            <a:t>KaMubukwana</a:t>
          </a:r>
          <a:r>
            <a:rPr lang="en-US" sz="800" dirty="0"/>
            <a:t>: 	1151</a:t>
          </a:r>
          <a:endParaRPr lang="pt-PT" sz="800" b="0" dirty="0"/>
        </a:p>
      </dgm:t>
    </dgm:pt>
    <dgm:pt modelId="{EF15A5F9-FAAF-4DE5-B499-32DBA269B2B9}" type="parTrans" cxnId="{CC915184-A8DC-4CEF-8AFF-DFD0DCE6783D}">
      <dgm:prSet/>
      <dgm:spPr/>
      <dgm:t>
        <a:bodyPr/>
        <a:lstStyle/>
        <a:p>
          <a:endParaRPr lang="en-US"/>
        </a:p>
      </dgm:t>
    </dgm:pt>
    <dgm:pt modelId="{3DC2F5C7-4391-424F-9DDB-E6FEDB438EBF}" type="sibTrans" cxnId="{CC915184-A8DC-4CEF-8AFF-DFD0DCE6783D}">
      <dgm:prSet/>
      <dgm:spPr/>
      <dgm:t>
        <a:bodyPr/>
        <a:lstStyle/>
        <a:p>
          <a:endParaRPr lang="en-US"/>
        </a:p>
      </dgm:t>
    </dgm:pt>
    <dgm:pt modelId="{E27A83F2-8AAA-4C5A-B474-BCE2807C5590}">
      <dgm:prSet custT="1"/>
      <dgm:spPr/>
      <dgm:t>
        <a:bodyPr anchor="t"/>
        <a:lstStyle/>
        <a:p>
          <a:pPr algn="just">
            <a:lnSpc>
              <a:spcPct val="100000"/>
            </a:lnSpc>
          </a:pPr>
          <a:r>
            <a:rPr lang="en-US" sz="800" dirty="0" err="1"/>
            <a:t>KaTembe</a:t>
          </a:r>
          <a:r>
            <a:rPr lang="en-US" sz="800" dirty="0"/>
            <a:t>: 		224</a:t>
          </a:r>
          <a:endParaRPr lang="pt-PT" sz="800" b="0" dirty="0"/>
        </a:p>
      </dgm:t>
    </dgm:pt>
    <dgm:pt modelId="{C8CDFA23-84BC-410F-900E-1EA5BBC19AB0}" type="parTrans" cxnId="{A42AE53C-81B9-415A-860E-73C4B6E00F7D}">
      <dgm:prSet/>
      <dgm:spPr/>
      <dgm:t>
        <a:bodyPr/>
        <a:lstStyle/>
        <a:p>
          <a:endParaRPr lang="en-US"/>
        </a:p>
      </dgm:t>
    </dgm:pt>
    <dgm:pt modelId="{8C0D4749-9499-498C-BD07-441282B070C6}" type="sibTrans" cxnId="{A42AE53C-81B9-415A-860E-73C4B6E00F7D}">
      <dgm:prSet/>
      <dgm:spPr/>
      <dgm:t>
        <a:bodyPr/>
        <a:lstStyle/>
        <a:p>
          <a:endParaRPr lang="en-US"/>
        </a:p>
      </dgm:t>
    </dgm:pt>
    <dgm:pt modelId="{02A66406-BFCF-4667-86C7-9F94EB04946C}">
      <dgm:prSet custT="1"/>
      <dgm:spPr/>
      <dgm:t>
        <a:bodyPr anchor="t"/>
        <a:lstStyle/>
        <a:p>
          <a:pPr algn="just">
            <a:lnSpc>
              <a:spcPct val="100000"/>
            </a:lnSpc>
          </a:pPr>
          <a:r>
            <a:rPr lang="en-US" sz="800" dirty="0"/>
            <a:t>KaNyaka		26</a:t>
          </a:r>
          <a:endParaRPr lang="pt-PT" sz="800" b="0" dirty="0"/>
        </a:p>
      </dgm:t>
    </dgm:pt>
    <dgm:pt modelId="{F69CB705-7298-4C17-9B92-E4BD6B6BF16A}" type="parTrans" cxnId="{C6DE177E-54D0-4C44-8CAB-D36560F1A0C0}">
      <dgm:prSet/>
      <dgm:spPr/>
      <dgm:t>
        <a:bodyPr/>
        <a:lstStyle/>
        <a:p>
          <a:endParaRPr lang="en-US"/>
        </a:p>
      </dgm:t>
    </dgm:pt>
    <dgm:pt modelId="{0ECD35F2-2240-4D91-B608-E2C7AE6FB46E}" type="sibTrans" cxnId="{C6DE177E-54D0-4C44-8CAB-D36560F1A0C0}">
      <dgm:prSet/>
      <dgm:spPr/>
      <dgm:t>
        <a:bodyPr/>
        <a:lstStyle/>
        <a:p>
          <a:endParaRPr lang="en-US"/>
        </a:p>
      </dgm:t>
    </dgm:pt>
    <dgm:pt modelId="{FC2E27C8-78A5-4023-B348-AC67D74CBC77}">
      <dgm:prSet custT="1"/>
      <dgm:spPr/>
      <dgm:t>
        <a:bodyPr anchor="t"/>
        <a:lstStyle/>
        <a:p>
          <a:pPr algn="just">
            <a:lnSpc>
              <a:spcPct val="100000"/>
            </a:lnSpc>
          </a:pPr>
          <a:r>
            <a:rPr lang="en-US" sz="800" dirty="0" err="1"/>
            <a:t>Nhlamankulu</a:t>
          </a:r>
          <a:r>
            <a:rPr lang="pt-PT" sz="800" b="1" dirty="0"/>
            <a:t>: 	1160</a:t>
          </a:r>
          <a:endParaRPr lang="pt-PT" sz="800" b="0" dirty="0"/>
        </a:p>
      </dgm:t>
    </dgm:pt>
    <dgm:pt modelId="{8A5FCF6E-8E71-422B-8BCF-9C1FD2990D0D}" type="parTrans" cxnId="{4E71C589-BEAD-41A7-A69B-C2DD88A3ED84}">
      <dgm:prSet/>
      <dgm:spPr/>
      <dgm:t>
        <a:bodyPr/>
        <a:lstStyle/>
        <a:p>
          <a:endParaRPr lang="en-US"/>
        </a:p>
      </dgm:t>
    </dgm:pt>
    <dgm:pt modelId="{4D652B0A-5947-494C-8EF9-95004F775693}" type="sibTrans" cxnId="{4E71C589-BEAD-41A7-A69B-C2DD88A3ED84}">
      <dgm:prSet/>
      <dgm:spPr/>
      <dgm:t>
        <a:bodyPr/>
        <a:lstStyle/>
        <a:p>
          <a:endParaRPr lang="en-US"/>
        </a:p>
      </dgm:t>
    </dgm:pt>
    <dgm:pt modelId="{44339999-E5B2-4422-A472-D4CA71B02CD1}">
      <dgm:prSet custT="1"/>
      <dgm:spPr/>
      <dgm:t>
        <a:bodyPr anchor="t"/>
        <a:lstStyle/>
        <a:p>
          <a:pPr algn="just">
            <a:lnSpc>
              <a:spcPct val="100000"/>
            </a:lnSpc>
          </a:pPr>
          <a:r>
            <a:rPr lang="en-US" sz="800" dirty="0" err="1"/>
            <a:t>KaMaxakeni</a:t>
          </a:r>
          <a:r>
            <a:rPr lang="en-US" sz="800" dirty="0"/>
            <a:t>: 		662</a:t>
          </a:r>
          <a:endParaRPr lang="pt-PT" sz="800" b="0" dirty="0"/>
        </a:p>
      </dgm:t>
    </dgm:pt>
    <dgm:pt modelId="{13A6C234-237C-4CA0-B2FE-FE1DABAC8D72}" type="parTrans" cxnId="{233BFADF-3B3A-4D4F-8EC5-330D9799B8A0}">
      <dgm:prSet/>
      <dgm:spPr/>
      <dgm:t>
        <a:bodyPr/>
        <a:lstStyle/>
        <a:p>
          <a:endParaRPr lang="en-US"/>
        </a:p>
      </dgm:t>
    </dgm:pt>
    <dgm:pt modelId="{B6279867-F161-4B70-9E75-22D2B5C418A4}" type="sibTrans" cxnId="{233BFADF-3B3A-4D4F-8EC5-330D9799B8A0}">
      <dgm:prSet/>
      <dgm:spPr/>
      <dgm:t>
        <a:bodyPr/>
        <a:lstStyle/>
        <a:p>
          <a:endParaRPr lang="en-US"/>
        </a:p>
      </dgm:t>
    </dgm:pt>
    <dgm:pt modelId="{C610424B-4D53-4BE9-A1E5-30FD840018DA}">
      <dgm:prSet custT="1"/>
      <dgm:spPr/>
      <dgm:t>
        <a:bodyPr anchor="t"/>
        <a:lstStyle/>
        <a:p>
          <a:pPr algn="just">
            <a:lnSpc>
              <a:spcPct val="100000"/>
            </a:lnSpc>
          </a:pPr>
          <a:r>
            <a:rPr lang="en-US" sz="800" dirty="0" err="1"/>
            <a:t>KaMavota</a:t>
          </a:r>
          <a:r>
            <a:rPr lang="en-US" sz="800" dirty="0"/>
            <a:t>: 		1311</a:t>
          </a:r>
          <a:endParaRPr lang="pt-PT" sz="800" b="0" dirty="0"/>
        </a:p>
      </dgm:t>
    </dgm:pt>
    <dgm:pt modelId="{FAED40C8-49A0-4AB7-8083-AB3CAFF52A25}" type="parTrans" cxnId="{C42103A1-6C2C-42A9-BC7C-4CE73B1C310D}">
      <dgm:prSet/>
      <dgm:spPr/>
      <dgm:t>
        <a:bodyPr/>
        <a:lstStyle/>
        <a:p>
          <a:endParaRPr lang="en-US"/>
        </a:p>
      </dgm:t>
    </dgm:pt>
    <dgm:pt modelId="{359C9DC0-BB08-44AF-9C76-9471EA1F749E}" type="sibTrans" cxnId="{C42103A1-6C2C-42A9-BC7C-4CE73B1C310D}">
      <dgm:prSet/>
      <dgm:spPr/>
      <dgm:t>
        <a:bodyPr/>
        <a:lstStyle/>
        <a:p>
          <a:endParaRPr lang="en-US"/>
        </a:p>
      </dgm:t>
    </dgm:pt>
    <dgm:pt modelId="{9856CF24-72AD-43F1-8051-45021A907558}">
      <dgm:prSet custT="1"/>
      <dgm:spPr/>
      <dgm:t>
        <a:bodyPr anchor="t"/>
        <a:lstStyle/>
        <a:p>
          <a:pPr algn="just">
            <a:lnSpc>
              <a:spcPct val="100000"/>
            </a:lnSpc>
          </a:pPr>
          <a:r>
            <a:rPr lang="en-US" sz="800" dirty="0" err="1"/>
            <a:t>KaMubukwana</a:t>
          </a:r>
          <a:r>
            <a:rPr lang="en-US" sz="800" dirty="0"/>
            <a:t>: 	1056</a:t>
          </a:r>
          <a:endParaRPr lang="pt-PT" sz="800" b="0" dirty="0"/>
        </a:p>
      </dgm:t>
    </dgm:pt>
    <dgm:pt modelId="{2C4AB902-A0D9-4587-916F-86A8556B07A5}" type="parTrans" cxnId="{21412521-65EE-46B6-B26F-EF698CFECCEC}">
      <dgm:prSet/>
      <dgm:spPr/>
      <dgm:t>
        <a:bodyPr/>
        <a:lstStyle/>
        <a:p>
          <a:endParaRPr lang="en-US"/>
        </a:p>
      </dgm:t>
    </dgm:pt>
    <dgm:pt modelId="{ECB84B5F-F426-4ACC-A3F5-10D372A21F74}" type="sibTrans" cxnId="{21412521-65EE-46B6-B26F-EF698CFECCEC}">
      <dgm:prSet/>
      <dgm:spPr/>
      <dgm:t>
        <a:bodyPr/>
        <a:lstStyle/>
        <a:p>
          <a:endParaRPr lang="en-US"/>
        </a:p>
      </dgm:t>
    </dgm:pt>
    <dgm:pt modelId="{1ABCD260-BA57-4938-8538-DFABFE09271B}">
      <dgm:prSet custT="1"/>
      <dgm:spPr/>
      <dgm:t>
        <a:bodyPr anchor="t"/>
        <a:lstStyle/>
        <a:p>
          <a:pPr algn="just">
            <a:lnSpc>
              <a:spcPct val="100000"/>
            </a:lnSpc>
          </a:pPr>
          <a:r>
            <a:rPr lang="en-US" sz="800" dirty="0" err="1"/>
            <a:t>KaTembe</a:t>
          </a:r>
          <a:r>
            <a:rPr lang="en-US" sz="800" dirty="0"/>
            <a:t>: 		251</a:t>
          </a:r>
          <a:endParaRPr lang="pt-PT" sz="800" b="0" dirty="0"/>
        </a:p>
      </dgm:t>
    </dgm:pt>
    <dgm:pt modelId="{74787BB1-B53C-4A17-B94A-699F8C4F89B4}" type="parTrans" cxnId="{09975D9B-1972-460F-8E1C-6AA66FD7DB23}">
      <dgm:prSet/>
      <dgm:spPr/>
      <dgm:t>
        <a:bodyPr/>
        <a:lstStyle/>
        <a:p>
          <a:endParaRPr lang="en-US"/>
        </a:p>
      </dgm:t>
    </dgm:pt>
    <dgm:pt modelId="{83A24E74-9577-4CE7-8BAC-55F3B0B30692}" type="sibTrans" cxnId="{09975D9B-1972-460F-8E1C-6AA66FD7DB23}">
      <dgm:prSet/>
      <dgm:spPr/>
      <dgm:t>
        <a:bodyPr/>
        <a:lstStyle/>
        <a:p>
          <a:endParaRPr lang="en-US"/>
        </a:p>
      </dgm:t>
    </dgm:pt>
    <dgm:pt modelId="{22889EF9-85DC-4315-9070-DBB34C83EDEF}">
      <dgm:prSet custT="1"/>
      <dgm:spPr/>
      <dgm:t>
        <a:bodyPr anchor="t"/>
        <a:lstStyle/>
        <a:p>
          <a:pPr algn="just">
            <a:lnSpc>
              <a:spcPct val="100000"/>
            </a:lnSpc>
          </a:pPr>
          <a:r>
            <a:rPr lang="en-US" sz="800" dirty="0"/>
            <a:t>KaNyaka		21</a:t>
          </a:r>
          <a:endParaRPr lang="pt-PT" sz="800" b="0" dirty="0"/>
        </a:p>
      </dgm:t>
    </dgm:pt>
    <dgm:pt modelId="{E3F69A5E-1E47-4D0F-9605-E0CB476CB21B}" type="parTrans" cxnId="{9EA87DFD-078A-4D90-9D61-6BA79F757263}">
      <dgm:prSet/>
      <dgm:spPr/>
      <dgm:t>
        <a:bodyPr/>
        <a:lstStyle/>
        <a:p>
          <a:endParaRPr lang="en-US"/>
        </a:p>
      </dgm:t>
    </dgm:pt>
    <dgm:pt modelId="{0BFBECF8-14CD-4CA4-8A5B-287A3A8970FF}" type="sibTrans" cxnId="{9EA87DFD-078A-4D90-9D61-6BA79F757263}">
      <dgm:prSet/>
      <dgm:spPr/>
      <dgm:t>
        <a:bodyPr/>
        <a:lstStyle/>
        <a:p>
          <a:endParaRPr lang="en-US"/>
        </a:p>
      </dgm:t>
    </dgm:pt>
    <dgm:pt modelId="{26E24B7B-18AE-4479-9FBE-2E17B2337522}">
      <dgm:prSet phldrT="[Texto]" custT="1"/>
      <dgm:spPr/>
      <dgm:t>
        <a:bodyPr/>
        <a:lstStyle/>
        <a:p>
          <a:r>
            <a:rPr lang="pt-PT" sz="1100" b="1" dirty="0"/>
            <a:t>2022</a:t>
          </a:r>
        </a:p>
      </dgm:t>
    </dgm:pt>
    <dgm:pt modelId="{66DE3D84-88CA-46E2-B63D-554E9497CBFE}" type="parTrans" cxnId="{00449B4B-B019-41C2-BFBE-262B1CF60D39}">
      <dgm:prSet/>
      <dgm:spPr/>
      <dgm:t>
        <a:bodyPr/>
        <a:lstStyle/>
        <a:p>
          <a:endParaRPr lang="pt-PT" sz="1100"/>
        </a:p>
      </dgm:t>
    </dgm:pt>
    <dgm:pt modelId="{8148635B-848E-4F58-B9E0-CBB470C098A2}" type="sibTrans" cxnId="{00449B4B-B019-41C2-BFBE-262B1CF60D39}">
      <dgm:prSet/>
      <dgm:spPr/>
      <dgm:t>
        <a:bodyPr/>
        <a:lstStyle/>
        <a:p>
          <a:endParaRPr lang="pt-PT" sz="1100"/>
        </a:p>
      </dgm:t>
    </dgm:pt>
    <dgm:pt modelId="{1385B9E6-B849-4BCA-8DE9-7C1AFA7112C1}">
      <dgm:prSet phldrT="[Texto]" custT="1"/>
      <dgm:spPr/>
      <dgm:t>
        <a:bodyPr spcFirstLastPara="0" vert="horz" wrap="square" lIns="26670" tIns="26670" rIns="35560" bIns="40005" numCol="1" spcCol="1270" anchor="t" anchorCtr="0"/>
        <a:lstStyle/>
        <a:p>
          <a:pPr algn="l">
            <a:lnSpc>
              <a:spcPct val="100000"/>
            </a:lnSpc>
          </a:pPr>
          <a:r>
            <a:rPr lang="pt-PT" sz="800" b="0" kern="1200" dirty="0" err="1"/>
            <a:t>KaMpfumu</a:t>
          </a:r>
          <a:r>
            <a:rPr lang="pt-PT" sz="800" b="1" kern="1200" dirty="0"/>
            <a:t>: 		1</a:t>
          </a:r>
          <a:r>
            <a:rPr lang="pt-PT" sz="800" kern="1200" dirty="0"/>
            <a:t>097</a:t>
          </a:r>
        </a:p>
      </dgm:t>
    </dgm:pt>
    <dgm:pt modelId="{898BA4C4-7D72-4ACA-BE56-241BCB35CC9F}" type="parTrans" cxnId="{5EE3E6F0-92DE-4969-B912-8FED71C43C6E}">
      <dgm:prSet/>
      <dgm:spPr/>
      <dgm:t>
        <a:bodyPr/>
        <a:lstStyle/>
        <a:p>
          <a:endParaRPr lang="en-US" sz="1800"/>
        </a:p>
      </dgm:t>
    </dgm:pt>
    <dgm:pt modelId="{B0487CF5-B2D5-479B-A661-098B70A8B89D}" type="sibTrans" cxnId="{5EE3E6F0-92DE-4969-B912-8FED71C43C6E}">
      <dgm:prSet/>
      <dgm:spPr/>
      <dgm:t>
        <a:bodyPr/>
        <a:lstStyle/>
        <a:p>
          <a:endParaRPr lang="en-US" sz="1800"/>
        </a:p>
      </dgm:t>
    </dgm:pt>
    <dgm:pt modelId="{C4D8CC64-8B3E-4E79-8702-B8711E479545}">
      <dgm:prSet phldrT="[Texto]" custT="1"/>
      <dgm:spPr/>
      <dgm:t>
        <a:bodyPr anchor="ctr"/>
        <a:lstStyle/>
        <a:p>
          <a:pPr algn="l">
            <a:lnSpc>
              <a:spcPct val="100000"/>
            </a:lnSpc>
          </a:pPr>
          <a:r>
            <a:rPr lang="en-US" sz="800" dirty="0" err="1"/>
            <a:t>Nhlamankulu</a:t>
          </a:r>
          <a:r>
            <a:rPr lang="pt-PT" sz="800" b="1" dirty="0"/>
            <a:t>:		</a:t>
          </a:r>
          <a:r>
            <a:rPr lang="pt-PT" sz="800" b="0" dirty="0"/>
            <a:t>2954</a:t>
          </a:r>
        </a:p>
      </dgm:t>
    </dgm:pt>
    <dgm:pt modelId="{80271984-C5F5-47DC-AC67-412D14D4BA68}" type="parTrans" cxnId="{7ADBFF4B-89F3-425D-A9D4-8C2E05649013}">
      <dgm:prSet/>
      <dgm:spPr/>
      <dgm:t>
        <a:bodyPr/>
        <a:lstStyle/>
        <a:p>
          <a:endParaRPr lang="pt-PT" sz="1100"/>
        </a:p>
      </dgm:t>
    </dgm:pt>
    <dgm:pt modelId="{3E335E04-6D5E-4E16-91E6-EB901D45C33C}" type="sibTrans" cxnId="{7ADBFF4B-89F3-425D-A9D4-8C2E05649013}">
      <dgm:prSet/>
      <dgm:spPr/>
      <dgm:t>
        <a:bodyPr/>
        <a:lstStyle/>
        <a:p>
          <a:endParaRPr lang="pt-PT" sz="1100"/>
        </a:p>
      </dgm:t>
    </dgm:pt>
    <dgm:pt modelId="{0343A66F-B16D-4E63-B7CE-1CEAAB44D477}">
      <dgm:prSet phldrT="[Texto]" custT="1"/>
      <dgm:spPr/>
      <dgm:t>
        <a:bodyPr/>
        <a:lstStyle/>
        <a:p>
          <a:pPr algn="l">
            <a:lnSpc>
              <a:spcPct val="100000"/>
            </a:lnSpc>
            <a:buNone/>
          </a:pPr>
          <a:r>
            <a:rPr lang="en-US" sz="800" dirty="0" err="1"/>
            <a:t>KaMaxakene</a:t>
          </a:r>
          <a:r>
            <a:rPr lang="en-US" sz="800" dirty="0"/>
            <a:t>:		691</a:t>
          </a:r>
          <a:endParaRPr lang="pt-PT" sz="800" b="0" dirty="0"/>
        </a:p>
      </dgm:t>
    </dgm:pt>
    <dgm:pt modelId="{524E4931-68EB-4766-A926-8CBE36850F20}" type="parTrans" cxnId="{F209DC72-1214-4411-A545-989240C2F0E8}">
      <dgm:prSet/>
      <dgm:spPr/>
      <dgm:t>
        <a:bodyPr/>
        <a:lstStyle/>
        <a:p>
          <a:endParaRPr lang="en-US" sz="1800"/>
        </a:p>
      </dgm:t>
    </dgm:pt>
    <dgm:pt modelId="{9D11D7CD-7C76-4830-A47D-2F30E7724AA5}" type="sibTrans" cxnId="{F209DC72-1214-4411-A545-989240C2F0E8}">
      <dgm:prSet/>
      <dgm:spPr/>
      <dgm:t>
        <a:bodyPr/>
        <a:lstStyle/>
        <a:p>
          <a:endParaRPr lang="en-US" sz="1800"/>
        </a:p>
      </dgm:t>
    </dgm:pt>
    <dgm:pt modelId="{7F4168F8-D530-4B8F-A626-66B9006698B6}">
      <dgm:prSet phldrT="[Texto]" custT="1"/>
      <dgm:spPr/>
      <dgm:t>
        <a:bodyPr/>
        <a:lstStyle/>
        <a:p>
          <a:pPr algn="l">
            <a:lnSpc>
              <a:spcPct val="100000"/>
            </a:lnSpc>
            <a:buNone/>
          </a:pPr>
          <a:r>
            <a:rPr lang="en-US" sz="800" dirty="0" err="1"/>
            <a:t>KaMavota</a:t>
          </a:r>
          <a:r>
            <a:rPr lang="en-US" sz="800" dirty="0"/>
            <a:t>: 		1767</a:t>
          </a:r>
          <a:endParaRPr lang="pt-PT" sz="800" b="0" dirty="0"/>
        </a:p>
      </dgm:t>
    </dgm:pt>
    <dgm:pt modelId="{344457BC-4070-4971-8996-782A1AF98BB3}" type="parTrans" cxnId="{8EAFFBC1-0C10-41B3-96AD-AFF2EF56C052}">
      <dgm:prSet/>
      <dgm:spPr/>
      <dgm:t>
        <a:bodyPr/>
        <a:lstStyle/>
        <a:p>
          <a:endParaRPr lang="en-US" sz="1800"/>
        </a:p>
      </dgm:t>
    </dgm:pt>
    <dgm:pt modelId="{2A914187-80C7-4341-818E-B19556794106}" type="sibTrans" cxnId="{8EAFFBC1-0C10-41B3-96AD-AFF2EF56C052}">
      <dgm:prSet/>
      <dgm:spPr/>
      <dgm:t>
        <a:bodyPr/>
        <a:lstStyle/>
        <a:p>
          <a:endParaRPr lang="en-US" sz="1800"/>
        </a:p>
      </dgm:t>
    </dgm:pt>
    <dgm:pt modelId="{11E1FACD-1647-4D2D-ACEA-38C9A2DF9923}">
      <dgm:prSet phldrT="[Texto]" custT="1"/>
      <dgm:spPr/>
      <dgm:t>
        <a:bodyPr/>
        <a:lstStyle/>
        <a:p>
          <a:pPr algn="l">
            <a:lnSpc>
              <a:spcPct val="100000"/>
            </a:lnSpc>
            <a:buNone/>
          </a:pPr>
          <a:r>
            <a:rPr lang="en-US" sz="800" dirty="0" err="1"/>
            <a:t>KaMubukwana</a:t>
          </a:r>
          <a:r>
            <a:rPr lang="en-US" sz="800" dirty="0"/>
            <a:t>: 	1343</a:t>
          </a:r>
          <a:endParaRPr lang="pt-PT" sz="800" b="0" dirty="0"/>
        </a:p>
      </dgm:t>
    </dgm:pt>
    <dgm:pt modelId="{CF46E768-DA15-4B17-905E-C49D18388F49}" type="parTrans" cxnId="{C1442699-C131-47DB-8534-77876F80E8C1}">
      <dgm:prSet/>
      <dgm:spPr/>
      <dgm:t>
        <a:bodyPr/>
        <a:lstStyle/>
        <a:p>
          <a:endParaRPr lang="en-US" sz="1800"/>
        </a:p>
      </dgm:t>
    </dgm:pt>
    <dgm:pt modelId="{CB34AE3F-5F2D-4651-846A-351E53DF9903}" type="sibTrans" cxnId="{C1442699-C131-47DB-8534-77876F80E8C1}">
      <dgm:prSet/>
      <dgm:spPr/>
      <dgm:t>
        <a:bodyPr/>
        <a:lstStyle/>
        <a:p>
          <a:endParaRPr lang="en-US" sz="1800"/>
        </a:p>
      </dgm:t>
    </dgm:pt>
    <dgm:pt modelId="{BD1EC750-1CCD-4541-99BD-FF0E50BA1238}">
      <dgm:prSet phldrT="[Texto]" custT="1"/>
      <dgm:spPr/>
      <dgm:t>
        <a:bodyPr/>
        <a:lstStyle/>
        <a:p>
          <a:pPr algn="l">
            <a:lnSpc>
              <a:spcPct val="100000"/>
            </a:lnSpc>
            <a:buNone/>
          </a:pPr>
          <a:r>
            <a:rPr lang="en-US" sz="800" dirty="0" err="1"/>
            <a:t>KaTembe</a:t>
          </a:r>
          <a:r>
            <a:rPr lang="en-US" sz="800" dirty="0"/>
            <a:t>: 		211</a:t>
          </a:r>
          <a:endParaRPr lang="pt-PT" sz="800" b="0" dirty="0"/>
        </a:p>
      </dgm:t>
    </dgm:pt>
    <dgm:pt modelId="{7DDDD742-0F28-471A-B93B-AB5D319931E9}" type="parTrans" cxnId="{FC947189-7396-4052-8E6A-0A00ABFA48B6}">
      <dgm:prSet/>
      <dgm:spPr/>
      <dgm:t>
        <a:bodyPr/>
        <a:lstStyle/>
        <a:p>
          <a:endParaRPr lang="en-US" sz="1800"/>
        </a:p>
      </dgm:t>
    </dgm:pt>
    <dgm:pt modelId="{AF3236C1-521D-4755-A98B-1593D146F6A6}" type="sibTrans" cxnId="{FC947189-7396-4052-8E6A-0A00ABFA48B6}">
      <dgm:prSet/>
      <dgm:spPr/>
      <dgm:t>
        <a:bodyPr/>
        <a:lstStyle/>
        <a:p>
          <a:endParaRPr lang="en-US" sz="1800"/>
        </a:p>
      </dgm:t>
    </dgm:pt>
    <dgm:pt modelId="{3CC5C86C-915A-4706-9544-35FA5E980EF1}">
      <dgm:prSet phldrT="[Texto]" custT="1"/>
      <dgm:spPr/>
      <dgm:t>
        <a:bodyPr/>
        <a:lstStyle/>
        <a:p>
          <a:pPr algn="l">
            <a:lnSpc>
              <a:spcPct val="100000"/>
            </a:lnSpc>
            <a:buNone/>
          </a:pPr>
          <a:r>
            <a:rPr lang="en-US" sz="800" dirty="0"/>
            <a:t>KaNyaka		31</a:t>
          </a:r>
          <a:endParaRPr lang="pt-PT" sz="800" b="0" dirty="0"/>
        </a:p>
      </dgm:t>
    </dgm:pt>
    <dgm:pt modelId="{10D4E06A-C650-41A8-8AC7-A5A35C69F72B}" type="parTrans" cxnId="{E22D5135-216F-4298-A025-F769AA0B3899}">
      <dgm:prSet/>
      <dgm:spPr/>
      <dgm:t>
        <a:bodyPr/>
        <a:lstStyle/>
        <a:p>
          <a:endParaRPr lang="en-US" sz="1800"/>
        </a:p>
      </dgm:t>
    </dgm:pt>
    <dgm:pt modelId="{4601BB44-BD58-4B5C-B724-84CD69FC59CA}" type="sibTrans" cxnId="{E22D5135-216F-4298-A025-F769AA0B3899}">
      <dgm:prSet/>
      <dgm:spPr/>
      <dgm:t>
        <a:bodyPr/>
        <a:lstStyle/>
        <a:p>
          <a:endParaRPr lang="en-US" sz="1800"/>
        </a:p>
      </dgm:t>
    </dgm:pt>
    <dgm:pt modelId="{6D53399A-5884-467E-86CA-D99166CE94EE}" type="pres">
      <dgm:prSet presAssocID="{A037A994-827C-42E7-B50A-DEED8C186439}" presName="Name0" presStyleCnt="0">
        <dgm:presLayoutVars>
          <dgm:dir/>
          <dgm:animLvl val="lvl"/>
          <dgm:resizeHandles val="exact"/>
        </dgm:presLayoutVars>
      </dgm:prSet>
      <dgm:spPr/>
    </dgm:pt>
    <dgm:pt modelId="{540817C1-6561-4991-914A-AC9A8A9EB302}" type="pres">
      <dgm:prSet presAssocID="{26E24B7B-18AE-4479-9FBE-2E17B2337522}" presName="composite" presStyleCnt="0"/>
      <dgm:spPr/>
    </dgm:pt>
    <dgm:pt modelId="{C5CC311C-3919-4641-BC63-F2C27F3911F7}" type="pres">
      <dgm:prSet presAssocID="{26E24B7B-18AE-4479-9FBE-2E17B2337522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0ABEC532-CB64-47AE-B338-676E4DEF4AE8}" type="pres">
      <dgm:prSet presAssocID="{26E24B7B-18AE-4479-9FBE-2E17B2337522}" presName="desTx" presStyleLbl="alignAccFollowNode1" presStyleIdx="0" presStyleCnt="4">
        <dgm:presLayoutVars>
          <dgm:bulletEnabled val="1"/>
        </dgm:presLayoutVars>
      </dgm:prSet>
      <dgm:spPr/>
    </dgm:pt>
    <dgm:pt modelId="{4FF28CF3-D3D4-4509-9CD8-635D2A2B48D5}" type="pres">
      <dgm:prSet presAssocID="{8148635B-848E-4F58-B9E0-CBB470C098A2}" presName="space" presStyleCnt="0"/>
      <dgm:spPr/>
    </dgm:pt>
    <dgm:pt modelId="{B1215D73-9592-40B0-BF73-115571C162C3}" type="pres">
      <dgm:prSet presAssocID="{550A08EB-CCFF-49B8-AB7D-831F151099E6}" presName="composite" presStyleCnt="0"/>
      <dgm:spPr/>
    </dgm:pt>
    <dgm:pt modelId="{442A170E-5354-45BE-8146-0D4F1C9FE201}" type="pres">
      <dgm:prSet presAssocID="{550A08EB-CCFF-49B8-AB7D-831F151099E6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199B5677-DCF4-445E-8E90-D7A80ACE74D6}" type="pres">
      <dgm:prSet presAssocID="{550A08EB-CCFF-49B8-AB7D-831F151099E6}" presName="desTx" presStyleLbl="alignAccFollowNode1" presStyleIdx="1" presStyleCnt="4">
        <dgm:presLayoutVars>
          <dgm:bulletEnabled val="1"/>
        </dgm:presLayoutVars>
      </dgm:prSet>
      <dgm:spPr/>
    </dgm:pt>
    <dgm:pt modelId="{5C802360-C7B3-42EE-BC76-48C1764341A9}" type="pres">
      <dgm:prSet presAssocID="{B343D7D5-3738-425D-8245-9F201E14713F}" presName="space" presStyleCnt="0"/>
      <dgm:spPr/>
    </dgm:pt>
    <dgm:pt modelId="{58C510F1-61E7-45EA-918C-765B528A3582}" type="pres">
      <dgm:prSet presAssocID="{B64D22C4-BC7F-423A-8177-8EAE6ABC0ED9}" presName="composite" presStyleCnt="0"/>
      <dgm:spPr/>
    </dgm:pt>
    <dgm:pt modelId="{7D1C3BE7-B630-41F4-9BA8-24F013FC4CCD}" type="pres">
      <dgm:prSet presAssocID="{B64D22C4-BC7F-423A-8177-8EAE6ABC0ED9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CDF39851-ADBF-4393-9AB2-98DDEE3237B2}" type="pres">
      <dgm:prSet presAssocID="{B64D22C4-BC7F-423A-8177-8EAE6ABC0ED9}" presName="desTx" presStyleLbl="alignAccFollowNode1" presStyleIdx="2" presStyleCnt="4">
        <dgm:presLayoutVars>
          <dgm:bulletEnabled val="1"/>
        </dgm:presLayoutVars>
      </dgm:prSet>
      <dgm:spPr/>
    </dgm:pt>
    <dgm:pt modelId="{E6E396AE-CEF9-4D2F-A301-18CA21F553FA}" type="pres">
      <dgm:prSet presAssocID="{AEE6CF97-723F-4FD3-98A7-2286A3AFAEFC}" presName="space" presStyleCnt="0"/>
      <dgm:spPr/>
    </dgm:pt>
    <dgm:pt modelId="{A6F9BEA1-EBF6-4A5F-8B30-8ABBB20D99B0}" type="pres">
      <dgm:prSet presAssocID="{9CADE8BE-541D-4FD1-9169-0E440327B252}" presName="composite" presStyleCnt="0"/>
      <dgm:spPr/>
    </dgm:pt>
    <dgm:pt modelId="{6CA5CB89-965F-46F4-AB63-5A87591C812D}" type="pres">
      <dgm:prSet presAssocID="{9CADE8BE-541D-4FD1-9169-0E440327B252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FD162D3A-1177-4F1B-9F5D-C4AE692DD6E1}" type="pres">
      <dgm:prSet presAssocID="{9CADE8BE-541D-4FD1-9169-0E440327B252}" presName="desTx" presStyleLbl="alignAccFollowNode1" presStyleIdx="3" presStyleCnt="4" custScaleY="100000">
        <dgm:presLayoutVars>
          <dgm:bulletEnabled val="1"/>
        </dgm:presLayoutVars>
      </dgm:prSet>
      <dgm:spPr/>
    </dgm:pt>
  </dgm:ptLst>
  <dgm:cxnLst>
    <dgm:cxn modelId="{C4F05C13-A6DA-4CDC-B930-63F9E2A6C7AC}" srcId="{550A08EB-CCFF-49B8-AB7D-831F151099E6}" destId="{401B2E07-C5FA-4388-B55B-90B20E9FE5E0}" srcOrd="1" destOrd="0" parTransId="{D18FA821-DCB6-4AFE-9893-CBB72BC9671D}" sibTransId="{0CEB4CB1-77AE-4F26-9B79-4ED4514B7972}"/>
    <dgm:cxn modelId="{9DC21D14-3874-4CDF-AB01-34037555DC3A}" type="presOf" srcId="{0C7C878B-DB94-4A7C-A183-46C294B065B5}" destId="{CDF39851-ADBF-4393-9AB2-98DDEE3237B2}" srcOrd="0" destOrd="1" presId="urn:microsoft.com/office/officeart/2005/8/layout/hList1"/>
    <dgm:cxn modelId="{2D454A1A-88B5-4134-913F-5A2A49A03BC7}" srcId="{B64D22C4-BC7F-423A-8177-8EAE6ABC0ED9}" destId="{7B88E41D-48C4-47CC-B07B-A8C359BFE796}" srcOrd="3" destOrd="0" parTransId="{52EE8020-88BC-4656-B388-025E16BAEC27}" sibTransId="{ED44EC06-1983-45DD-8CBF-5DB5B1529FBD}"/>
    <dgm:cxn modelId="{21412521-65EE-46B6-B26F-EF698CFECCEC}" srcId="{9CADE8BE-541D-4FD1-9169-0E440327B252}" destId="{9856CF24-72AD-43F1-8051-45021A907558}" srcOrd="4" destOrd="0" parTransId="{2C4AB902-A0D9-4587-916F-86A8556B07A5}" sibTransId="{ECB84B5F-F426-4ACC-A3F5-10D372A21F74}"/>
    <dgm:cxn modelId="{10E8B724-D363-4E75-BBE7-AB9DF3A9763F}" srcId="{B64D22C4-BC7F-423A-8177-8EAE6ABC0ED9}" destId="{2A68F0AA-B1AE-4183-8315-27F0EE5F5F86}" srcOrd="0" destOrd="0" parTransId="{BB07A91D-D3E0-4C45-8E09-284E76E11CC0}" sibTransId="{A383DC93-412F-4A85-A095-8432B6408CB2}"/>
    <dgm:cxn modelId="{AA1F9632-5270-472D-8370-4A7BA30F8322}" type="presOf" srcId="{30A8477A-F0D4-4ED1-A419-B13E8C3FFDA2}" destId="{199B5677-DCF4-445E-8E90-D7A80ACE74D6}" srcOrd="0" destOrd="6" presId="urn:microsoft.com/office/officeart/2005/8/layout/hList1"/>
    <dgm:cxn modelId="{E22D5135-216F-4298-A025-F769AA0B3899}" srcId="{26E24B7B-18AE-4479-9FBE-2E17B2337522}" destId="{3CC5C86C-915A-4706-9544-35FA5E980EF1}" srcOrd="6" destOrd="0" parTransId="{10D4E06A-C650-41A8-8AC7-A5A35C69F72B}" sibTransId="{4601BB44-BD58-4B5C-B724-84CD69FC59CA}"/>
    <dgm:cxn modelId="{4FC29137-8F29-46B3-B67F-32FE4075563A}" srcId="{A037A994-827C-42E7-B50A-DEED8C186439}" destId="{B64D22C4-BC7F-423A-8177-8EAE6ABC0ED9}" srcOrd="2" destOrd="0" parTransId="{963CD5A6-3603-419E-BC62-F7BA9EC628DE}" sibTransId="{AEE6CF97-723F-4FD3-98A7-2286A3AFAEFC}"/>
    <dgm:cxn modelId="{A42AE53C-81B9-415A-860E-73C4B6E00F7D}" srcId="{B64D22C4-BC7F-423A-8177-8EAE6ABC0ED9}" destId="{E27A83F2-8AAA-4C5A-B474-BCE2807C5590}" srcOrd="5" destOrd="0" parTransId="{C8CDFA23-84BC-410F-900E-1EA5BBC19AB0}" sibTransId="{8C0D4749-9499-498C-BD07-441282B070C6}"/>
    <dgm:cxn modelId="{AD4F8E3D-C7EE-45E8-8C09-EF12659D3D74}" type="presOf" srcId="{C4D8CC64-8B3E-4E79-8702-B8711E479545}" destId="{0ABEC532-CB64-47AE-B338-676E4DEF4AE8}" srcOrd="0" destOrd="1" presId="urn:microsoft.com/office/officeart/2005/8/layout/hList1"/>
    <dgm:cxn modelId="{CF60B73E-BBAC-47CA-B6CA-3FD689BFC80E}" type="presOf" srcId="{616AF4CE-31B5-429C-B407-AE3C5A0AA55A}" destId="{FD162D3A-1177-4F1B-9F5D-C4AE692DD6E1}" srcOrd="0" destOrd="0" presId="urn:microsoft.com/office/officeart/2005/8/layout/hList1"/>
    <dgm:cxn modelId="{579DD541-83DC-49AB-96D4-5CD83B8EEC3E}" type="presOf" srcId="{7F4168F8-D530-4B8F-A626-66B9006698B6}" destId="{0ABEC532-CB64-47AE-B338-676E4DEF4AE8}" srcOrd="0" destOrd="3" presId="urn:microsoft.com/office/officeart/2005/8/layout/hList1"/>
    <dgm:cxn modelId="{5805D964-E31A-4B16-A703-40FC4965059D}" type="presOf" srcId="{B64D22C4-BC7F-423A-8177-8EAE6ABC0ED9}" destId="{7D1C3BE7-B630-41F4-9BA8-24F013FC4CCD}" srcOrd="0" destOrd="0" presId="urn:microsoft.com/office/officeart/2005/8/layout/hList1"/>
    <dgm:cxn modelId="{09A09E69-DD2F-4A4D-8999-1BD503EA2A6F}" type="presOf" srcId="{9856CF24-72AD-43F1-8051-45021A907558}" destId="{FD162D3A-1177-4F1B-9F5D-C4AE692DD6E1}" srcOrd="0" destOrd="4" presId="urn:microsoft.com/office/officeart/2005/8/layout/hList1"/>
    <dgm:cxn modelId="{AA5AD469-A858-4AFB-BAB6-76D059B05BB8}" type="presOf" srcId="{C610424B-4D53-4BE9-A1E5-30FD840018DA}" destId="{FD162D3A-1177-4F1B-9F5D-C4AE692DD6E1}" srcOrd="0" destOrd="3" presId="urn:microsoft.com/office/officeart/2005/8/layout/hList1"/>
    <dgm:cxn modelId="{CE2C586A-8F6A-482B-9DB8-A1EBF9560C09}" type="presOf" srcId="{9FD56C76-81D1-4F74-BC1C-C06B49A06B28}" destId="{199B5677-DCF4-445E-8E90-D7A80ACE74D6}" srcOrd="0" destOrd="4" presId="urn:microsoft.com/office/officeart/2005/8/layout/hList1"/>
    <dgm:cxn modelId="{00449B4B-B019-41C2-BFBE-262B1CF60D39}" srcId="{A037A994-827C-42E7-B50A-DEED8C186439}" destId="{26E24B7B-18AE-4479-9FBE-2E17B2337522}" srcOrd="0" destOrd="0" parTransId="{66DE3D84-88CA-46E2-B63D-554E9497CBFE}" sibTransId="{8148635B-848E-4F58-B9E0-CBB470C098A2}"/>
    <dgm:cxn modelId="{7ADBFF4B-89F3-425D-A9D4-8C2E05649013}" srcId="{26E24B7B-18AE-4479-9FBE-2E17B2337522}" destId="{C4D8CC64-8B3E-4E79-8702-B8711E479545}" srcOrd="1" destOrd="0" parTransId="{80271984-C5F5-47DC-AC67-412D14D4BA68}" sibTransId="{3E335E04-6D5E-4E16-91E6-EB901D45C33C}"/>
    <dgm:cxn modelId="{46A5986D-9564-42E3-AF07-8B2DC4CB95D4}" type="presOf" srcId="{1385B9E6-B849-4BCA-8DE9-7C1AFA7112C1}" destId="{0ABEC532-CB64-47AE-B338-676E4DEF4AE8}" srcOrd="0" destOrd="0" presId="urn:microsoft.com/office/officeart/2005/8/layout/hList1"/>
    <dgm:cxn modelId="{06DE0B6F-158F-4B5E-954D-CF94C06D519C}" srcId="{550A08EB-CCFF-49B8-AB7D-831F151099E6}" destId="{D422C4EF-7F6D-4494-A451-051C8CF40385}" srcOrd="0" destOrd="0" parTransId="{D971FE7A-F6E1-4BF1-A469-0101F22386EC}" sibTransId="{7258E857-90B3-48DD-8C6D-BEA898903C9B}"/>
    <dgm:cxn modelId="{BDAE326F-2629-4D05-AA7A-52272777CDC0}" type="presOf" srcId="{2A68F0AA-B1AE-4183-8315-27F0EE5F5F86}" destId="{CDF39851-ADBF-4393-9AB2-98DDEE3237B2}" srcOrd="0" destOrd="0" presId="urn:microsoft.com/office/officeart/2005/8/layout/hList1"/>
    <dgm:cxn modelId="{996F8F4F-D243-444E-86FC-E6B780B8755A}" type="presOf" srcId="{11E1FACD-1647-4D2D-ACEA-38C9A2DF9923}" destId="{0ABEC532-CB64-47AE-B338-676E4DEF4AE8}" srcOrd="0" destOrd="4" presId="urn:microsoft.com/office/officeart/2005/8/layout/hList1"/>
    <dgm:cxn modelId="{DC76D650-9CAF-4B29-A418-8BFEC3041E04}" type="presOf" srcId="{E27A83F2-8AAA-4C5A-B474-BCE2807C5590}" destId="{CDF39851-ADBF-4393-9AB2-98DDEE3237B2}" srcOrd="0" destOrd="5" presId="urn:microsoft.com/office/officeart/2005/8/layout/hList1"/>
    <dgm:cxn modelId="{F209DC72-1214-4411-A545-989240C2F0E8}" srcId="{26E24B7B-18AE-4479-9FBE-2E17B2337522}" destId="{0343A66F-B16D-4E63-B7CE-1CEAAB44D477}" srcOrd="2" destOrd="0" parTransId="{524E4931-68EB-4766-A926-8CBE36850F20}" sibTransId="{9D11D7CD-7C76-4830-A47D-2F30E7724AA5}"/>
    <dgm:cxn modelId="{8F16B675-C35F-4686-B78B-7BA4D4ABEBEE}" type="presOf" srcId="{02A66406-BFCF-4667-86C7-9F94EB04946C}" destId="{CDF39851-ADBF-4393-9AB2-98DDEE3237B2}" srcOrd="0" destOrd="6" presId="urn:microsoft.com/office/officeart/2005/8/layout/hList1"/>
    <dgm:cxn modelId="{8DDFFC55-3120-4B9B-BCCE-3D71D985EA8B}" type="presOf" srcId="{1ABCD260-BA57-4938-8538-DFABFE09271B}" destId="{FD162D3A-1177-4F1B-9F5D-C4AE692DD6E1}" srcOrd="0" destOrd="5" presId="urn:microsoft.com/office/officeart/2005/8/layout/hList1"/>
    <dgm:cxn modelId="{7954AE56-76C6-45BD-8B95-7FE890D912C1}" srcId="{550A08EB-CCFF-49B8-AB7D-831F151099E6}" destId="{9FD56C76-81D1-4F74-BC1C-C06B49A06B28}" srcOrd="4" destOrd="0" parTransId="{37355883-7EA5-4B48-ACD3-47238A9D8DEA}" sibTransId="{D2DA5731-68A5-4DD6-9936-228B24246C7E}"/>
    <dgm:cxn modelId="{FC5D6058-3B4A-46CF-8517-EA582D2DFED5}" type="presOf" srcId="{0343A66F-B16D-4E63-B7CE-1CEAAB44D477}" destId="{0ABEC532-CB64-47AE-B338-676E4DEF4AE8}" srcOrd="0" destOrd="2" presId="urn:microsoft.com/office/officeart/2005/8/layout/hList1"/>
    <dgm:cxn modelId="{6CFD6558-22E6-4DE5-B43B-0ABE3BD52169}" type="presOf" srcId="{550A08EB-CCFF-49B8-AB7D-831F151099E6}" destId="{442A170E-5354-45BE-8146-0D4F1C9FE201}" srcOrd="0" destOrd="0" presId="urn:microsoft.com/office/officeart/2005/8/layout/hList1"/>
    <dgm:cxn modelId="{7EAC5858-FB34-4F94-B5B2-33992BC526E3}" type="presOf" srcId="{F2155614-16FB-4E76-8D63-DFDF05344D58}" destId="{199B5677-DCF4-445E-8E90-D7A80ACE74D6}" srcOrd="0" destOrd="2" presId="urn:microsoft.com/office/officeart/2005/8/layout/hList1"/>
    <dgm:cxn modelId="{743FF578-AA4B-49F9-9087-771C834D0AD5}" type="presOf" srcId="{7B88E41D-48C4-47CC-B07B-A8C359BFE796}" destId="{CDF39851-ADBF-4393-9AB2-98DDEE3237B2}" srcOrd="0" destOrd="3" presId="urn:microsoft.com/office/officeart/2005/8/layout/hList1"/>
    <dgm:cxn modelId="{C6DE177E-54D0-4C44-8CAB-D36560F1A0C0}" srcId="{B64D22C4-BC7F-423A-8177-8EAE6ABC0ED9}" destId="{02A66406-BFCF-4667-86C7-9F94EB04946C}" srcOrd="6" destOrd="0" parTransId="{F69CB705-7298-4C17-9B92-E4BD6B6BF16A}" sibTransId="{0ECD35F2-2240-4D91-B608-E2C7AE6FB46E}"/>
    <dgm:cxn modelId="{CC915184-A8DC-4CEF-8AFF-DFD0DCE6783D}" srcId="{B64D22C4-BC7F-423A-8177-8EAE6ABC0ED9}" destId="{1F704F95-A078-4835-B5D0-9AFECE5873E8}" srcOrd="4" destOrd="0" parTransId="{EF15A5F9-FAAF-4DE5-B499-32DBA269B2B9}" sibTransId="{3DC2F5C7-4391-424F-9DDB-E6FEDB438EBF}"/>
    <dgm:cxn modelId="{04EFE588-0F20-4E4C-AF3F-FE60F5C65054}" srcId="{550A08EB-CCFF-49B8-AB7D-831F151099E6}" destId="{30A8477A-F0D4-4ED1-A419-B13E8C3FFDA2}" srcOrd="6" destOrd="0" parTransId="{17FD8EE5-8BE2-4A66-9FE8-9FD762633808}" sibTransId="{DDA1BC1E-4B75-43C3-8F9F-3DDB4024A504}"/>
    <dgm:cxn modelId="{FC947189-7396-4052-8E6A-0A00ABFA48B6}" srcId="{26E24B7B-18AE-4479-9FBE-2E17B2337522}" destId="{BD1EC750-1CCD-4541-99BD-FF0E50BA1238}" srcOrd="5" destOrd="0" parTransId="{7DDDD742-0F28-471A-B93B-AB5D319931E9}" sibTransId="{AF3236C1-521D-4755-A98B-1593D146F6A6}"/>
    <dgm:cxn modelId="{4E71C589-BEAD-41A7-A69B-C2DD88A3ED84}" srcId="{9CADE8BE-541D-4FD1-9169-0E440327B252}" destId="{FC2E27C8-78A5-4023-B348-AC67D74CBC77}" srcOrd="1" destOrd="0" parTransId="{8A5FCF6E-8E71-422B-8BCF-9C1FD2990D0D}" sibTransId="{4D652B0A-5947-494C-8EF9-95004F775693}"/>
    <dgm:cxn modelId="{C2C4F693-0128-44D8-94A8-8BB9192E0B20}" srcId="{9CADE8BE-541D-4FD1-9169-0E440327B252}" destId="{616AF4CE-31B5-429C-B407-AE3C5A0AA55A}" srcOrd="0" destOrd="0" parTransId="{F7B8866F-570F-4BE7-8F56-C1F3A13066F3}" sibTransId="{09F3DA1F-4952-4CE8-BC5A-C23F7E82F30D}"/>
    <dgm:cxn modelId="{C1442699-C131-47DB-8534-77876F80E8C1}" srcId="{26E24B7B-18AE-4479-9FBE-2E17B2337522}" destId="{11E1FACD-1647-4D2D-ACEA-38C9A2DF9923}" srcOrd="4" destOrd="0" parTransId="{CF46E768-DA15-4B17-905E-C49D18388F49}" sibTransId="{CB34AE3F-5F2D-4651-846A-351E53DF9903}"/>
    <dgm:cxn modelId="{09975D9B-1972-460F-8E1C-6AA66FD7DB23}" srcId="{9CADE8BE-541D-4FD1-9169-0E440327B252}" destId="{1ABCD260-BA57-4938-8538-DFABFE09271B}" srcOrd="5" destOrd="0" parTransId="{74787BB1-B53C-4A17-B94A-699F8C4F89B4}" sibTransId="{83A24E74-9577-4CE7-8BAC-55F3B0B30692}"/>
    <dgm:cxn modelId="{C42103A1-6C2C-42A9-BC7C-4CE73B1C310D}" srcId="{9CADE8BE-541D-4FD1-9169-0E440327B252}" destId="{C610424B-4D53-4BE9-A1E5-30FD840018DA}" srcOrd="3" destOrd="0" parTransId="{FAED40C8-49A0-4AB7-8083-AB3CAFF52A25}" sibTransId="{359C9DC0-BB08-44AF-9C76-9471EA1F749E}"/>
    <dgm:cxn modelId="{40BAD8A6-5E50-464C-915C-F7BC19CF3036}" type="presOf" srcId="{DB244EE7-ADED-4DEC-B574-60A98DE17424}" destId="{199B5677-DCF4-445E-8E90-D7A80ACE74D6}" srcOrd="0" destOrd="3" presId="urn:microsoft.com/office/officeart/2005/8/layout/hList1"/>
    <dgm:cxn modelId="{8048ECA6-0450-4F1C-A49F-56CA414AE65D}" type="presOf" srcId="{9CADE8BE-541D-4FD1-9169-0E440327B252}" destId="{6CA5CB89-965F-46F4-AB63-5A87591C812D}" srcOrd="0" destOrd="0" presId="urn:microsoft.com/office/officeart/2005/8/layout/hList1"/>
    <dgm:cxn modelId="{2E2CFAA7-1867-49FF-A83C-8CB9AB57786F}" srcId="{A037A994-827C-42E7-B50A-DEED8C186439}" destId="{9CADE8BE-541D-4FD1-9169-0E440327B252}" srcOrd="3" destOrd="0" parTransId="{559AD12E-32B4-4ABA-B38B-2325EFB8E2C8}" sibTransId="{FFBE46E7-AC1B-4716-92DF-87EA7DC9A7AB}"/>
    <dgm:cxn modelId="{6ECBB1A9-DCB8-469C-867C-50F3526C8124}" type="presOf" srcId="{44339999-E5B2-4422-A472-D4CA71B02CD1}" destId="{FD162D3A-1177-4F1B-9F5D-C4AE692DD6E1}" srcOrd="0" destOrd="2" presId="urn:microsoft.com/office/officeart/2005/8/layout/hList1"/>
    <dgm:cxn modelId="{D40227AA-1E7B-4523-B68C-720B057A8656}" type="presOf" srcId="{26E24B7B-18AE-4479-9FBE-2E17B2337522}" destId="{C5CC311C-3919-4641-BC63-F2C27F3911F7}" srcOrd="0" destOrd="0" presId="urn:microsoft.com/office/officeart/2005/8/layout/hList1"/>
    <dgm:cxn modelId="{9687E8AA-0FFC-452A-B281-58F4765CC2D8}" srcId="{B64D22C4-BC7F-423A-8177-8EAE6ABC0ED9}" destId="{D18ADBD5-9863-437C-88FF-F772697FB56B}" srcOrd="2" destOrd="0" parTransId="{FF4CFF82-69DC-4CA2-970F-D52A7C506C49}" sibTransId="{3954AE0F-C232-47D3-863D-FD98DA6EDB7A}"/>
    <dgm:cxn modelId="{0E9F72AC-9657-4C09-AFD9-B6729F4831B1}" srcId="{550A08EB-CCFF-49B8-AB7D-831F151099E6}" destId="{DB244EE7-ADED-4DEC-B574-60A98DE17424}" srcOrd="3" destOrd="0" parTransId="{138A7AE7-4973-4383-BB44-0D9DE77762D6}" sibTransId="{2CA27054-E37F-42B5-98FF-96110C6C18E8}"/>
    <dgm:cxn modelId="{3634DFB1-A9FC-4AE5-BD3A-AA42CCE27A81}" type="presOf" srcId="{A037A994-827C-42E7-B50A-DEED8C186439}" destId="{6D53399A-5884-467E-86CA-D99166CE94EE}" srcOrd="0" destOrd="0" presId="urn:microsoft.com/office/officeart/2005/8/layout/hList1"/>
    <dgm:cxn modelId="{F31C7AB2-5A8A-4227-AA8C-4E3062E896BA}" srcId="{550A08EB-CCFF-49B8-AB7D-831F151099E6}" destId="{F2155614-16FB-4E76-8D63-DFDF05344D58}" srcOrd="2" destOrd="0" parTransId="{AA0934F1-5EB1-4B4C-AA93-E64F55C2FA75}" sibTransId="{600B2925-9C95-41C7-A25E-6BD5C34FAADE}"/>
    <dgm:cxn modelId="{7FB2A1BC-EC4E-4FEF-9CE0-BD13856B0F25}" srcId="{B64D22C4-BC7F-423A-8177-8EAE6ABC0ED9}" destId="{0C7C878B-DB94-4A7C-A183-46C294B065B5}" srcOrd="1" destOrd="0" parTransId="{3C12DFF9-68CD-44F9-AF63-7D894EEED0C0}" sibTransId="{F9F77B49-0763-458D-88B7-2565A42DF001}"/>
    <dgm:cxn modelId="{8EAFFBC1-0C10-41B3-96AD-AFF2EF56C052}" srcId="{26E24B7B-18AE-4479-9FBE-2E17B2337522}" destId="{7F4168F8-D530-4B8F-A626-66B9006698B6}" srcOrd="3" destOrd="0" parTransId="{344457BC-4070-4971-8996-782A1AF98BB3}" sibTransId="{2A914187-80C7-4341-818E-B19556794106}"/>
    <dgm:cxn modelId="{48614ACC-36B1-46E1-A837-312912F6034D}" type="presOf" srcId="{1F704F95-A078-4835-B5D0-9AFECE5873E8}" destId="{CDF39851-ADBF-4393-9AB2-98DDEE3237B2}" srcOrd="0" destOrd="4" presId="urn:microsoft.com/office/officeart/2005/8/layout/hList1"/>
    <dgm:cxn modelId="{714A1ACF-2FE6-4690-A909-8E2293D47C0D}" srcId="{550A08EB-CCFF-49B8-AB7D-831F151099E6}" destId="{9C821522-8804-42DA-A39F-047338F0CA5C}" srcOrd="5" destOrd="0" parTransId="{D6556AAF-DA2F-4A67-8CEA-A33EA2A3A819}" sibTransId="{D6007833-C88F-4147-8914-6672FA243D3D}"/>
    <dgm:cxn modelId="{D5467BD7-6F4B-4B5C-8CA2-C2EB111ABB22}" type="presOf" srcId="{22889EF9-85DC-4315-9070-DBB34C83EDEF}" destId="{FD162D3A-1177-4F1B-9F5D-C4AE692DD6E1}" srcOrd="0" destOrd="6" presId="urn:microsoft.com/office/officeart/2005/8/layout/hList1"/>
    <dgm:cxn modelId="{2840B9DE-86C2-4D93-BFDC-73B26D4EF12C}" type="presOf" srcId="{D18ADBD5-9863-437C-88FF-F772697FB56B}" destId="{CDF39851-ADBF-4393-9AB2-98DDEE3237B2}" srcOrd="0" destOrd="2" presId="urn:microsoft.com/office/officeart/2005/8/layout/hList1"/>
    <dgm:cxn modelId="{233BFADF-3B3A-4D4F-8EC5-330D9799B8A0}" srcId="{9CADE8BE-541D-4FD1-9169-0E440327B252}" destId="{44339999-E5B2-4422-A472-D4CA71B02CD1}" srcOrd="2" destOrd="0" parTransId="{13A6C234-237C-4CA0-B2FE-FE1DABAC8D72}" sibTransId="{B6279867-F161-4B70-9E75-22D2B5C418A4}"/>
    <dgm:cxn modelId="{8A797FE1-3CC9-4BFD-8F42-3CE9C66C5E6A}" type="presOf" srcId="{9C821522-8804-42DA-A39F-047338F0CA5C}" destId="{199B5677-DCF4-445E-8E90-D7A80ACE74D6}" srcOrd="0" destOrd="5" presId="urn:microsoft.com/office/officeart/2005/8/layout/hList1"/>
    <dgm:cxn modelId="{2D9D51E2-976C-4A14-950A-20781632F032}" srcId="{A037A994-827C-42E7-B50A-DEED8C186439}" destId="{550A08EB-CCFF-49B8-AB7D-831F151099E6}" srcOrd="1" destOrd="0" parTransId="{B969B556-6865-47AE-94E1-0C1B6BAF6836}" sibTransId="{B343D7D5-3738-425D-8245-9F201E14713F}"/>
    <dgm:cxn modelId="{841A80F0-26F6-4D73-BD74-7F502C366203}" type="presOf" srcId="{BD1EC750-1CCD-4541-99BD-FF0E50BA1238}" destId="{0ABEC532-CB64-47AE-B338-676E4DEF4AE8}" srcOrd="0" destOrd="5" presId="urn:microsoft.com/office/officeart/2005/8/layout/hList1"/>
    <dgm:cxn modelId="{5EE3E6F0-92DE-4969-B912-8FED71C43C6E}" srcId="{26E24B7B-18AE-4479-9FBE-2E17B2337522}" destId="{1385B9E6-B849-4BCA-8DE9-7C1AFA7112C1}" srcOrd="0" destOrd="0" parTransId="{898BA4C4-7D72-4ACA-BE56-241BCB35CC9F}" sibTransId="{B0487CF5-B2D5-479B-A661-098B70A8B89D}"/>
    <dgm:cxn modelId="{A580E8F2-91ED-4FA5-B2E2-7BC40551520C}" type="presOf" srcId="{FC2E27C8-78A5-4023-B348-AC67D74CBC77}" destId="{FD162D3A-1177-4F1B-9F5D-C4AE692DD6E1}" srcOrd="0" destOrd="1" presId="urn:microsoft.com/office/officeart/2005/8/layout/hList1"/>
    <dgm:cxn modelId="{3C2B21F3-BEF8-496A-BE1B-6CE3005A7458}" type="presOf" srcId="{D422C4EF-7F6D-4494-A451-051C8CF40385}" destId="{199B5677-DCF4-445E-8E90-D7A80ACE74D6}" srcOrd="0" destOrd="0" presId="urn:microsoft.com/office/officeart/2005/8/layout/hList1"/>
    <dgm:cxn modelId="{62F35EF4-048F-42AD-ABA8-33FA56B120D6}" type="presOf" srcId="{3CC5C86C-915A-4706-9544-35FA5E980EF1}" destId="{0ABEC532-CB64-47AE-B338-676E4DEF4AE8}" srcOrd="0" destOrd="6" presId="urn:microsoft.com/office/officeart/2005/8/layout/hList1"/>
    <dgm:cxn modelId="{85DFC5F4-6C73-4E18-A81C-94B7BF8654D3}" type="presOf" srcId="{401B2E07-C5FA-4388-B55B-90B20E9FE5E0}" destId="{199B5677-DCF4-445E-8E90-D7A80ACE74D6}" srcOrd="0" destOrd="1" presId="urn:microsoft.com/office/officeart/2005/8/layout/hList1"/>
    <dgm:cxn modelId="{9EA87DFD-078A-4D90-9D61-6BA79F757263}" srcId="{9CADE8BE-541D-4FD1-9169-0E440327B252}" destId="{22889EF9-85DC-4315-9070-DBB34C83EDEF}" srcOrd="6" destOrd="0" parTransId="{E3F69A5E-1E47-4D0F-9605-E0CB476CB21B}" sibTransId="{0BFBECF8-14CD-4CA4-8A5B-287A3A8970FF}"/>
    <dgm:cxn modelId="{248DCD46-984B-41DA-8720-2D115D8A46EA}" type="presParOf" srcId="{6D53399A-5884-467E-86CA-D99166CE94EE}" destId="{540817C1-6561-4991-914A-AC9A8A9EB302}" srcOrd="0" destOrd="0" presId="urn:microsoft.com/office/officeart/2005/8/layout/hList1"/>
    <dgm:cxn modelId="{0EA2D5FA-6418-43C8-8652-F68EF7D77D25}" type="presParOf" srcId="{540817C1-6561-4991-914A-AC9A8A9EB302}" destId="{C5CC311C-3919-4641-BC63-F2C27F3911F7}" srcOrd="0" destOrd="0" presId="urn:microsoft.com/office/officeart/2005/8/layout/hList1"/>
    <dgm:cxn modelId="{C808E581-FCA5-4FA3-8731-576CCE4DD6BC}" type="presParOf" srcId="{540817C1-6561-4991-914A-AC9A8A9EB302}" destId="{0ABEC532-CB64-47AE-B338-676E4DEF4AE8}" srcOrd="1" destOrd="0" presId="urn:microsoft.com/office/officeart/2005/8/layout/hList1"/>
    <dgm:cxn modelId="{46911B77-0A09-4D8A-99D5-F5D318970807}" type="presParOf" srcId="{6D53399A-5884-467E-86CA-D99166CE94EE}" destId="{4FF28CF3-D3D4-4509-9CD8-635D2A2B48D5}" srcOrd="1" destOrd="0" presId="urn:microsoft.com/office/officeart/2005/8/layout/hList1"/>
    <dgm:cxn modelId="{526F2F71-40A1-4796-81D5-0242C669CE54}" type="presParOf" srcId="{6D53399A-5884-467E-86CA-D99166CE94EE}" destId="{B1215D73-9592-40B0-BF73-115571C162C3}" srcOrd="2" destOrd="0" presId="urn:microsoft.com/office/officeart/2005/8/layout/hList1"/>
    <dgm:cxn modelId="{DEC2A7A0-5A1B-465B-8A46-55E4218CEAA3}" type="presParOf" srcId="{B1215D73-9592-40B0-BF73-115571C162C3}" destId="{442A170E-5354-45BE-8146-0D4F1C9FE201}" srcOrd="0" destOrd="0" presId="urn:microsoft.com/office/officeart/2005/8/layout/hList1"/>
    <dgm:cxn modelId="{60979978-3D9D-4C8C-B318-6117A2822BCC}" type="presParOf" srcId="{B1215D73-9592-40B0-BF73-115571C162C3}" destId="{199B5677-DCF4-445E-8E90-D7A80ACE74D6}" srcOrd="1" destOrd="0" presId="urn:microsoft.com/office/officeart/2005/8/layout/hList1"/>
    <dgm:cxn modelId="{B758AFC9-872F-486D-840D-8D78ED82ADE3}" type="presParOf" srcId="{6D53399A-5884-467E-86CA-D99166CE94EE}" destId="{5C802360-C7B3-42EE-BC76-48C1764341A9}" srcOrd="3" destOrd="0" presId="urn:microsoft.com/office/officeart/2005/8/layout/hList1"/>
    <dgm:cxn modelId="{27F6DFC9-D9A6-4E40-A0C9-2D8C44278FC8}" type="presParOf" srcId="{6D53399A-5884-467E-86CA-D99166CE94EE}" destId="{58C510F1-61E7-45EA-918C-765B528A3582}" srcOrd="4" destOrd="0" presId="urn:microsoft.com/office/officeart/2005/8/layout/hList1"/>
    <dgm:cxn modelId="{D9679029-FF8B-4B96-8D45-E1E8BCA56A50}" type="presParOf" srcId="{58C510F1-61E7-45EA-918C-765B528A3582}" destId="{7D1C3BE7-B630-41F4-9BA8-24F013FC4CCD}" srcOrd="0" destOrd="0" presId="urn:microsoft.com/office/officeart/2005/8/layout/hList1"/>
    <dgm:cxn modelId="{74ACBAC0-55D0-4698-B209-06D468E0F1A7}" type="presParOf" srcId="{58C510F1-61E7-45EA-918C-765B528A3582}" destId="{CDF39851-ADBF-4393-9AB2-98DDEE3237B2}" srcOrd="1" destOrd="0" presId="urn:microsoft.com/office/officeart/2005/8/layout/hList1"/>
    <dgm:cxn modelId="{B989447A-F42C-4AEB-BD06-5C01AE212BD7}" type="presParOf" srcId="{6D53399A-5884-467E-86CA-D99166CE94EE}" destId="{E6E396AE-CEF9-4D2F-A301-18CA21F553FA}" srcOrd="5" destOrd="0" presId="urn:microsoft.com/office/officeart/2005/8/layout/hList1"/>
    <dgm:cxn modelId="{929C0D2E-5466-4054-8100-6B289EBD5F22}" type="presParOf" srcId="{6D53399A-5884-467E-86CA-D99166CE94EE}" destId="{A6F9BEA1-EBF6-4A5F-8B30-8ABBB20D99B0}" srcOrd="6" destOrd="0" presId="urn:microsoft.com/office/officeart/2005/8/layout/hList1"/>
    <dgm:cxn modelId="{7CD274B2-EDBF-4D3D-8130-60417F26A849}" type="presParOf" srcId="{A6F9BEA1-EBF6-4A5F-8B30-8ABBB20D99B0}" destId="{6CA5CB89-965F-46F4-AB63-5A87591C812D}" srcOrd="0" destOrd="0" presId="urn:microsoft.com/office/officeart/2005/8/layout/hList1"/>
    <dgm:cxn modelId="{628E438B-7306-4510-84EF-EB34DBAB2353}" type="presParOf" srcId="{A6F9BEA1-EBF6-4A5F-8B30-8ABBB20D99B0}" destId="{FD162D3A-1177-4F1B-9F5D-C4AE692DD6E1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A037A994-827C-42E7-B50A-DEED8C186439}" type="doc">
      <dgm:prSet loTypeId="urn:microsoft.com/office/officeart/2005/8/layout/hList1" loCatId="list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pt-PT"/>
        </a:p>
      </dgm:t>
    </dgm:pt>
    <dgm:pt modelId="{B64D22C4-BC7F-423A-8177-8EAE6ABC0ED9}">
      <dgm:prSet phldrT="[Texto]" custT="1"/>
      <dgm:spPr/>
      <dgm:t>
        <a:bodyPr/>
        <a:lstStyle/>
        <a:p>
          <a:r>
            <a:rPr lang="pt-PT" sz="1100" b="1" dirty="0"/>
            <a:t>2024</a:t>
          </a:r>
        </a:p>
      </dgm:t>
    </dgm:pt>
    <dgm:pt modelId="{963CD5A6-3603-419E-BC62-F7BA9EC628DE}" type="parTrans" cxnId="{4FC29137-8F29-46B3-B67F-32FE4075563A}">
      <dgm:prSet/>
      <dgm:spPr/>
      <dgm:t>
        <a:bodyPr/>
        <a:lstStyle/>
        <a:p>
          <a:endParaRPr lang="pt-PT" sz="1100"/>
        </a:p>
      </dgm:t>
    </dgm:pt>
    <dgm:pt modelId="{AEE6CF97-723F-4FD3-98A7-2286A3AFAEFC}" type="sibTrans" cxnId="{4FC29137-8F29-46B3-B67F-32FE4075563A}">
      <dgm:prSet/>
      <dgm:spPr/>
      <dgm:t>
        <a:bodyPr/>
        <a:lstStyle/>
        <a:p>
          <a:endParaRPr lang="pt-PT" sz="1100"/>
        </a:p>
      </dgm:t>
    </dgm:pt>
    <dgm:pt modelId="{2A68F0AA-B1AE-4183-8315-27F0EE5F5F86}">
      <dgm:prSet phldrT="[Texto]" custT="1"/>
      <dgm:spPr/>
      <dgm:t>
        <a:bodyPr anchor="t"/>
        <a:lstStyle/>
        <a:p>
          <a:pPr algn="just">
            <a:lnSpc>
              <a:spcPct val="100000"/>
            </a:lnSpc>
          </a:pPr>
          <a:r>
            <a:rPr lang="en-US" sz="800" b="0" dirty="0" err="1"/>
            <a:t>KaMpfumu</a:t>
          </a:r>
          <a:r>
            <a:rPr lang="en-US" sz="800" b="0" dirty="0"/>
            <a:t>: 		92%</a:t>
          </a:r>
          <a:endParaRPr lang="pt-PT" sz="800" dirty="0"/>
        </a:p>
      </dgm:t>
    </dgm:pt>
    <dgm:pt modelId="{BB07A91D-D3E0-4C45-8E09-284E76E11CC0}" type="parTrans" cxnId="{10E8B724-D363-4E75-BBE7-AB9DF3A9763F}">
      <dgm:prSet/>
      <dgm:spPr/>
      <dgm:t>
        <a:bodyPr/>
        <a:lstStyle/>
        <a:p>
          <a:endParaRPr lang="pt-PT" sz="1100"/>
        </a:p>
      </dgm:t>
    </dgm:pt>
    <dgm:pt modelId="{A383DC93-412F-4A85-A095-8432B6408CB2}" type="sibTrans" cxnId="{10E8B724-D363-4E75-BBE7-AB9DF3A9763F}">
      <dgm:prSet/>
      <dgm:spPr/>
      <dgm:t>
        <a:bodyPr/>
        <a:lstStyle/>
        <a:p>
          <a:endParaRPr lang="pt-PT" sz="1100"/>
        </a:p>
      </dgm:t>
    </dgm:pt>
    <dgm:pt modelId="{9CADE8BE-541D-4FD1-9169-0E440327B252}">
      <dgm:prSet phldrT="[Texto]" custT="1"/>
      <dgm:spPr/>
      <dgm:t>
        <a:bodyPr/>
        <a:lstStyle/>
        <a:p>
          <a:r>
            <a:rPr lang="pt-PT" sz="1100" b="1" dirty="0"/>
            <a:t>2025</a:t>
          </a:r>
        </a:p>
      </dgm:t>
    </dgm:pt>
    <dgm:pt modelId="{559AD12E-32B4-4ABA-B38B-2325EFB8E2C8}" type="parTrans" cxnId="{2E2CFAA7-1867-49FF-A83C-8CB9AB57786F}">
      <dgm:prSet/>
      <dgm:spPr/>
      <dgm:t>
        <a:bodyPr/>
        <a:lstStyle/>
        <a:p>
          <a:endParaRPr lang="pt-PT" sz="1100"/>
        </a:p>
      </dgm:t>
    </dgm:pt>
    <dgm:pt modelId="{FFBE46E7-AC1B-4716-92DF-87EA7DC9A7AB}" type="sibTrans" cxnId="{2E2CFAA7-1867-49FF-A83C-8CB9AB57786F}">
      <dgm:prSet/>
      <dgm:spPr/>
      <dgm:t>
        <a:bodyPr/>
        <a:lstStyle/>
        <a:p>
          <a:endParaRPr lang="pt-PT" sz="1100"/>
        </a:p>
      </dgm:t>
    </dgm:pt>
    <dgm:pt modelId="{616AF4CE-31B5-429C-B407-AE3C5A0AA55A}">
      <dgm:prSet phldrT="[Texto]" custT="1"/>
      <dgm:spPr/>
      <dgm:t>
        <a:bodyPr anchor="t"/>
        <a:lstStyle/>
        <a:p>
          <a:pPr algn="just">
            <a:lnSpc>
              <a:spcPct val="100000"/>
            </a:lnSpc>
          </a:pPr>
          <a:r>
            <a:rPr lang="en-US" sz="800" b="0" dirty="0" err="1"/>
            <a:t>KaMpfumu</a:t>
          </a:r>
          <a:r>
            <a:rPr lang="en-US" sz="800" b="0" dirty="0"/>
            <a:t>: 		92%</a:t>
          </a:r>
          <a:endParaRPr lang="pt-PT" sz="800" dirty="0"/>
        </a:p>
      </dgm:t>
    </dgm:pt>
    <dgm:pt modelId="{F7B8866F-570F-4BE7-8F56-C1F3A13066F3}" type="parTrans" cxnId="{C2C4F693-0128-44D8-94A8-8BB9192E0B20}">
      <dgm:prSet/>
      <dgm:spPr/>
      <dgm:t>
        <a:bodyPr/>
        <a:lstStyle/>
        <a:p>
          <a:endParaRPr lang="pt-PT" sz="1100"/>
        </a:p>
      </dgm:t>
    </dgm:pt>
    <dgm:pt modelId="{09F3DA1F-4952-4CE8-BC5A-C23F7E82F30D}" type="sibTrans" cxnId="{C2C4F693-0128-44D8-94A8-8BB9192E0B20}">
      <dgm:prSet/>
      <dgm:spPr/>
      <dgm:t>
        <a:bodyPr/>
        <a:lstStyle/>
        <a:p>
          <a:endParaRPr lang="pt-PT" sz="1100"/>
        </a:p>
      </dgm:t>
    </dgm:pt>
    <dgm:pt modelId="{550A08EB-CCFF-49B8-AB7D-831F151099E6}">
      <dgm:prSet phldrT="[Texto]" custT="1"/>
      <dgm:spPr/>
      <dgm:t>
        <a:bodyPr/>
        <a:lstStyle/>
        <a:p>
          <a:r>
            <a:rPr lang="pt-PT" sz="1100" b="1" dirty="0"/>
            <a:t>2023</a:t>
          </a:r>
        </a:p>
      </dgm:t>
    </dgm:pt>
    <dgm:pt modelId="{B969B556-6865-47AE-94E1-0C1B6BAF6836}" type="parTrans" cxnId="{2D9D51E2-976C-4A14-950A-20781632F032}">
      <dgm:prSet/>
      <dgm:spPr/>
      <dgm:t>
        <a:bodyPr/>
        <a:lstStyle/>
        <a:p>
          <a:endParaRPr lang="pt-PT" sz="1100"/>
        </a:p>
      </dgm:t>
    </dgm:pt>
    <dgm:pt modelId="{B343D7D5-3738-425D-8245-9F201E14713F}" type="sibTrans" cxnId="{2D9D51E2-976C-4A14-950A-20781632F032}">
      <dgm:prSet/>
      <dgm:spPr/>
      <dgm:t>
        <a:bodyPr/>
        <a:lstStyle/>
        <a:p>
          <a:endParaRPr lang="pt-PT" sz="1100"/>
        </a:p>
      </dgm:t>
    </dgm:pt>
    <dgm:pt modelId="{D422C4EF-7F6D-4494-A451-051C8CF40385}">
      <dgm:prSet phldrT="[Texto]" custT="1"/>
      <dgm:spPr/>
      <dgm:t>
        <a:bodyPr anchor="t"/>
        <a:lstStyle/>
        <a:p>
          <a:pPr algn="just">
            <a:lnSpc>
              <a:spcPct val="100000"/>
            </a:lnSpc>
          </a:pPr>
          <a:r>
            <a:rPr lang="en-US" sz="800" b="0" dirty="0" err="1"/>
            <a:t>KaMpfumu</a:t>
          </a:r>
          <a:r>
            <a:rPr lang="en-US" sz="800" b="0" dirty="0"/>
            <a:t>: 		88%</a:t>
          </a:r>
          <a:endParaRPr lang="pt-PT" sz="800" dirty="0"/>
        </a:p>
      </dgm:t>
    </dgm:pt>
    <dgm:pt modelId="{D971FE7A-F6E1-4BF1-A469-0101F22386EC}" type="parTrans" cxnId="{06DE0B6F-158F-4B5E-954D-CF94C06D519C}">
      <dgm:prSet/>
      <dgm:spPr/>
      <dgm:t>
        <a:bodyPr/>
        <a:lstStyle/>
        <a:p>
          <a:endParaRPr lang="pt-PT" sz="1100"/>
        </a:p>
      </dgm:t>
    </dgm:pt>
    <dgm:pt modelId="{7258E857-90B3-48DD-8C6D-BEA898903C9B}" type="sibTrans" cxnId="{06DE0B6F-158F-4B5E-954D-CF94C06D519C}">
      <dgm:prSet/>
      <dgm:spPr/>
      <dgm:t>
        <a:bodyPr/>
        <a:lstStyle/>
        <a:p>
          <a:endParaRPr lang="pt-PT" sz="1100"/>
        </a:p>
      </dgm:t>
    </dgm:pt>
    <dgm:pt modelId="{30A8477A-F0D4-4ED1-A419-B13E8C3FFDA2}">
      <dgm:prSet custT="1"/>
      <dgm:spPr/>
      <dgm:t>
        <a:bodyPr anchor="t"/>
        <a:lstStyle/>
        <a:p>
          <a:pPr algn="just">
            <a:lnSpc>
              <a:spcPct val="100000"/>
            </a:lnSpc>
          </a:pPr>
          <a:endParaRPr lang="pt-PT" sz="800" b="0" dirty="0"/>
        </a:p>
      </dgm:t>
    </dgm:pt>
    <dgm:pt modelId="{17FD8EE5-8BE2-4A66-9FE8-9FD762633808}" type="parTrans" cxnId="{04EFE588-0F20-4E4C-AF3F-FE60F5C65054}">
      <dgm:prSet/>
      <dgm:spPr/>
      <dgm:t>
        <a:bodyPr/>
        <a:lstStyle/>
        <a:p>
          <a:endParaRPr lang="en-US"/>
        </a:p>
      </dgm:t>
    </dgm:pt>
    <dgm:pt modelId="{DDA1BC1E-4B75-43C3-8F9F-3DDB4024A504}" type="sibTrans" cxnId="{04EFE588-0F20-4E4C-AF3F-FE60F5C65054}">
      <dgm:prSet/>
      <dgm:spPr/>
      <dgm:t>
        <a:bodyPr/>
        <a:lstStyle/>
        <a:p>
          <a:endParaRPr lang="en-US"/>
        </a:p>
      </dgm:t>
    </dgm:pt>
    <dgm:pt modelId="{02A66406-BFCF-4667-86C7-9F94EB04946C}">
      <dgm:prSet custT="1"/>
      <dgm:spPr/>
      <dgm:t>
        <a:bodyPr anchor="t"/>
        <a:lstStyle/>
        <a:p>
          <a:pPr algn="just">
            <a:lnSpc>
              <a:spcPct val="100000"/>
            </a:lnSpc>
          </a:pPr>
          <a:endParaRPr lang="pt-PT" sz="800" b="0" dirty="0"/>
        </a:p>
      </dgm:t>
    </dgm:pt>
    <dgm:pt modelId="{F69CB705-7298-4C17-9B92-E4BD6B6BF16A}" type="parTrans" cxnId="{C6DE177E-54D0-4C44-8CAB-D36560F1A0C0}">
      <dgm:prSet/>
      <dgm:spPr/>
      <dgm:t>
        <a:bodyPr/>
        <a:lstStyle/>
        <a:p>
          <a:endParaRPr lang="en-US"/>
        </a:p>
      </dgm:t>
    </dgm:pt>
    <dgm:pt modelId="{0ECD35F2-2240-4D91-B608-E2C7AE6FB46E}" type="sibTrans" cxnId="{C6DE177E-54D0-4C44-8CAB-D36560F1A0C0}">
      <dgm:prSet/>
      <dgm:spPr/>
      <dgm:t>
        <a:bodyPr/>
        <a:lstStyle/>
        <a:p>
          <a:endParaRPr lang="en-US"/>
        </a:p>
      </dgm:t>
    </dgm:pt>
    <dgm:pt modelId="{26E24B7B-18AE-4479-9FBE-2E17B2337522}">
      <dgm:prSet phldrT="[Texto]" custT="1"/>
      <dgm:spPr/>
      <dgm:t>
        <a:bodyPr/>
        <a:lstStyle/>
        <a:p>
          <a:r>
            <a:rPr lang="pt-PT" sz="1100" b="1" dirty="0"/>
            <a:t>2022</a:t>
          </a:r>
        </a:p>
      </dgm:t>
    </dgm:pt>
    <dgm:pt modelId="{66DE3D84-88CA-46E2-B63D-554E9497CBFE}" type="parTrans" cxnId="{00449B4B-B019-41C2-BFBE-262B1CF60D39}">
      <dgm:prSet/>
      <dgm:spPr/>
      <dgm:t>
        <a:bodyPr/>
        <a:lstStyle/>
        <a:p>
          <a:endParaRPr lang="pt-PT" sz="1100"/>
        </a:p>
      </dgm:t>
    </dgm:pt>
    <dgm:pt modelId="{8148635B-848E-4F58-B9E0-CBB470C098A2}" type="sibTrans" cxnId="{00449B4B-B019-41C2-BFBE-262B1CF60D39}">
      <dgm:prSet/>
      <dgm:spPr/>
      <dgm:t>
        <a:bodyPr/>
        <a:lstStyle/>
        <a:p>
          <a:endParaRPr lang="pt-PT" sz="1100"/>
        </a:p>
      </dgm:t>
    </dgm:pt>
    <dgm:pt modelId="{1385B9E6-B849-4BCA-8DE9-7C1AFA7112C1}">
      <dgm:prSet phldrT="[Texto]" custT="1"/>
      <dgm:spPr/>
      <dgm:t>
        <a:bodyPr spcFirstLastPara="0" vert="horz" wrap="square" lIns="26670" tIns="26670" rIns="35560" bIns="40005" numCol="1" spcCol="1270" anchor="t" anchorCtr="0"/>
        <a:lstStyle/>
        <a:p>
          <a:pPr algn="l">
            <a:lnSpc>
              <a:spcPct val="100000"/>
            </a:lnSpc>
          </a:pPr>
          <a:r>
            <a:rPr lang="pt-PT" sz="800" b="0" kern="1200" dirty="0" err="1"/>
            <a:t>KaMpfumu</a:t>
          </a:r>
          <a:r>
            <a:rPr lang="pt-PT" sz="800" b="1" kern="1200" dirty="0"/>
            <a:t>: 		82%</a:t>
          </a:r>
          <a:endParaRPr lang="pt-PT" sz="800" kern="1200" dirty="0"/>
        </a:p>
      </dgm:t>
    </dgm:pt>
    <dgm:pt modelId="{898BA4C4-7D72-4ACA-BE56-241BCB35CC9F}" type="parTrans" cxnId="{5EE3E6F0-92DE-4969-B912-8FED71C43C6E}">
      <dgm:prSet/>
      <dgm:spPr/>
      <dgm:t>
        <a:bodyPr/>
        <a:lstStyle/>
        <a:p>
          <a:endParaRPr lang="en-US" sz="1800"/>
        </a:p>
      </dgm:t>
    </dgm:pt>
    <dgm:pt modelId="{B0487CF5-B2D5-479B-A661-098B70A8B89D}" type="sibTrans" cxnId="{5EE3E6F0-92DE-4969-B912-8FED71C43C6E}">
      <dgm:prSet/>
      <dgm:spPr/>
      <dgm:t>
        <a:bodyPr/>
        <a:lstStyle/>
        <a:p>
          <a:endParaRPr lang="en-US" sz="1800"/>
        </a:p>
      </dgm:t>
    </dgm:pt>
    <dgm:pt modelId="{C4D8CC64-8B3E-4E79-8702-B8711E479545}">
      <dgm:prSet phldrT="[Texto]" custT="1"/>
      <dgm:spPr/>
      <dgm:t>
        <a:bodyPr anchor="ctr"/>
        <a:lstStyle/>
        <a:p>
          <a:pPr algn="l">
            <a:lnSpc>
              <a:spcPct val="100000"/>
            </a:lnSpc>
          </a:pPr>
          <a:r>
            <a:rPr lang="en-US" sz="800" dirty="0" err="1"/>
            <a:t>Nhlamankulu</a:t>
          </a:r>
          <a:r>
            <a:rPr lang="pt-PT" sz="800" b="1" dirty="0"/>
            <a:t>:		</a:t>
          </a:r>
          <a:r>
            <a:rPr lang="pt-PT" sz="800" b="0" dirty="0"/>
            <a:t>88%</a:t>
          </a:r>
        </a:p>
      </dgm:t>
    </dgm:pt>
    <dgm:pt modelId="{80271984-C5F5-47DC-AC67-412D14D4BA68}" type="parTrans" cxnId="{7ADBFF4B-89F3-425D-A9D4-8C2E05649013}">
      <dgm:prSet/>
      <dgm:spPr/>
      <dgm:t>
        <a:bodyPr/>
        <a:lstStyle/>
        <a:p>
          <a:endParaRPr lang="pt-PT" sz="1100"/>
        </a:p>
      </dgm:t>
    </dgm:pt>
    <dgm:pt modelId="{3E335E04-6D5E-4E16-91E6-EB901D45C33C}" type="sibTrans" cxnId="{7ADBFF4B-89F3-425D-A9D4-8C2E05649013}">
      <dgm:prSet/>
      <dgm:spPr/>
      <dgm:t>
        <a:bodyPr/>
        <a:lstStyle/>
        <a:p>
          <a:endParaRPr lang="pt-PT" sz="1100"/>
        </a:p>
      </dgm:t>
    </dgm:pt>
    <dgm:pt modelId="{0343A66F-B16D-4E63-B7CE-1CEAAB44D477}">
      <dgm:prSet phldrT="[Texto]" custT="1"/>
      <dgm:spPr/>
      <dgm:t>
        <a:bodyPr/>
        <a:lstStyle/>
        <a:p>
          <a:pPr algn="l">
            <a:lnSpc>
              <a:spcPct val="100000"/>
            </a:lnSpc>
            <a:buNone/>
          </a:pPr>
          <a:r>
            <a:rPr lang="en-US" sz="800" dirty="0" err="1"/>
            <a:t>KaMaxakene</a:t>
          </a:r>
          <a:r>
            <a:rPr lang="en-US" sz="800" dirty="0"/>
            <a:t>:		81%</a:t>
          </a:r>
          <a:endParaRPr lang="pt-PT" sz="800" b="0" dirty="0"/>
        </a:p>
      </dgm:t>
    </dgm:pt>
    <dgm:pt modelId="{524E4931-68EB-4766-A926-8CBE36850F20}" type="parTrans" cxnId="{F209DC72-1214-4411-A545-989240C2F0E8}">
      <dgm:prSet/>
      <dgm:spPr/>
      <dgm:t>
        <a:bodyPr/>
        <a:lstStyle/>
        <a:p>
          <a:endParaRPr lang="en-US" sz="1800"/>
        </a:p>
      </dgm:t>
    </dgm:pt>
    <dgm:pt modelId="{9D11D7CD-7C76-4830-A47D-2F30E7724AA5}" type="sibTrans" cxnId="{F209DC72-1214-4411-A545-989240C2F0E8}">
      <dgm:prSet/>
      <dgm:spPr/>
      <dgm:t>
        <a:bodyPr/>
        <a:lstStyle/>
        <a:p>
          <a:endParaRPr lang="en-US" sz="1800"/>
        </a:p>
      </dgm:t>
    </dgm:pt>
    <dgm:pt modelId="{7F4168F8-D530-4B8F-A626-66B9006698B6}">
      <dgm:prSet phldrT="[Texto]" custT="1"/>
      <dgm:spPr/>
      <dgm:t>
        <a:bodyPr/>
        <a:lstStyle/>
        <a:p>
          <a:pPr algn="l">
            <a:lnSpc>
              <a:spcPct val="100000"/>
            </a:lnSpc>
            <a:buNone/>
          </a:pPr>
          <a:r>
            <a:rPr lang="en-US" sz="800" dirty="0" err="1"/>
            <a:t>KaMavota</a:t>
          </a:r>
          <a:r>
            <a:rPr lang="en-US" sz="800" dirty="0"/>
            <a:t>: 		81%</a:t>
          </a:r>
          <a:endParaRPr lang="pt-PT" sz="800" b="0" dirty="0"/>
        </a:p>
      </dgm:t>
    </dgm:pt>
    <dgm:pt modelId="{344457BC-4070-4971-8996-782A1AF98BB3}" type="parTrans" cxnId="{8EAFFBC1-0C10-41B3-96AD-AFF2EF56C052}">
      <dgm:prSet/>
      <dgm:spPr/>
      <dgm:t>
        <a:bodyPr/>
        <a:lstStyle/>
        <a:p>
          <a:endParaRPr lang="en-US" sz="1800"/>
        </a:p>
      </dgm:t>
    </dgm:pt>
    <dgm:pt modelId="{2A914187-80C7-4341-818E-B19556794106}" type="sibTrans" cxnId="{8EAFFBC1-0C10-41B3-96AD-AFF2EF56C052}">
      <dgm:prSet/>
      <dgm:spPr/>
      <dgm:t>
        <a:bodyPr/>
        <a:lstStyle/>
        <a:p>
          <a:endParaRPr lang="en-US" sz="1800"/>
        </a:p>
      </dgm:t>
    </dgm:pt>
    <dgm:pt modelId="{11E1FACD-1647-4D2D-ACEA-38C9A2DF9923}">
      <dgm:prSet phldrT="[Texto]" custT="1"/>
      <dgm:spPr/>
      <dgm:t>
        <a:bodyPr/>
        <a:lstStyle/>
        <a:p>
          <a:pPr algn="l">
            <a:lnSpc>
              <a:spcPct val="100000"/>
            </a:lnSpc>
            <a:buNone/>
          </a:pPr>
          <a:r>
            <a:rPr lang="en-US" sz="800" dirty="0" err="1"/>
            <a:t>KaMubukwana</a:t>
          </a:r>
          <a:r>
            <a:rPr lang="en-US" sz="800" dirty="0"/>
            <a:t>: 	90%</a:t>
          </a:r>
          <a:endParaRPr lang="pt-PT" sz="800" b="0" dirty="0"/>
        </a:p>
      </dgm:t>
    </dgm:pt>
    <dgm:pt modelId="{CF46E768-DA15-4B17-905E-C49D18388F49}" type="parTrans" cxnId="{C1442699-C131-47DB-8534-77876F80E8C1}">
      <dgm:prSet/>
      <dgm:spPr/>
      <dgm:t>
        <a:bodyPr/>
        <a:lstStyle/>
        <a:p>
          <a:endParaRPr lang="en-US" sz="1800"/>
        </a:p>
      </dgm:t>
    </dgm:pt>
    <dgm:pt modelId="{CB34AE3F-5F2D-4651-846A-351E53DF9903}" type="sibTrans" cxnId="{C1442699-C131-47DB-8534-77876F80E8C1}">
      <dgm:prSet/>
      <dgm:spPr/>
      <dgm:t>
        <a:bodyPr/>
        <a:lstStyle/>
        <a:p>
          <a:endParaRPr lang="en-US" sz="1800"/>
        </a:p>
      </dgm:t>
    </dgm:pt>
    <dgm:pt modelId="{BD1EC750-1CCD-4541-99BD-FF0E50BA1238}">
      <dgm:prSet phldrT="[Texto]" custT="1"/>
      <dgm:spPr/>
      <dgm:t>
        <a:bodyPr/>
        <a:lstStyle/>
        <a:p>
          <a:pPr algn="l">
            <a:lnSpc>
              <a:spcPct val="100000"/>
            </a:lnSpc>
            <a:buNone/>
          </a:pPr>
          <a:r>
            <a:rPr lang="en-US" sz="800" dirty="0" err="1"/>
            <a:t>KaTembe</a:t>
          </a:r>
          <a:r>
            <a:rPr lang="en-US" sz="800" dirty="0"/>
            <a:t>: 		88%</a:t>
          </a:r>
          <a:endParaRPr lang="pt-PT" sz="800" b="0" dirty="0"/>
        </a:p>
      </dgm:t>
    </dgm:pt>
    <dgm:pt modelId="{7DDDD742-0F28-471A-B93B-AB5D319931E9}" type="parTrans" cxnId="{FC947189-7396-4052-8E6A-0A00ABFA48B6}">
      <dgm:prSet/>
      <dgm:spPr/>
      <dgm:t>
        <a:bodyPr/>
        <a:lstStyle/>
        <a:p>
          <a:endParaRPr lang="en-US" sz="1800"/>
        </a:p>
      </dgm:t>
    </dgm:pt>
    <dgm:pt modelId="{AF3236C1-521D-4755-A98B-1593D146F6A6}" type="sibTrans" cxnId="{FC947189-7396-4052-8E6A-0A00ABFA48B6}">
      <dgm:prSet/>
      <dgm:spPr/>
      <dgm:t>
        <a:bodyPr/>
        <a:lstStyle/>
        <a:p>
          <a:endParaRPr lang="en-US" sz="1800"/>
        </a:p>
      </dgm:t>
    </dgm:pt>
    <dgm:pt modelId="{3CC5C86C-915A-4706-9544-35FA5E980EF1}">
      <dgm:prSet phldrT="[Texto]" custT="1"/>
      <dgm:spPr/>
      <dgm:t>
        <a:bodyPr/>
        <a:lstStyle/>
        <a:p>
          <a:pPr algn="l">
            <a:lnSpc>
              <a:spcPct val="100000"/>
            </a:lnSpc>
            <a:buNone/>
          </a:pPr>
          <a:r>
            <a:rPr lang="en-US" sz="800" dirty="0"/>
            <a:t>KaNyaka		91</a:t>
          </a:r>
          <a:endParaRPr lang="pt-PT" sz="800" b="0" dirty="0"/>
        </a:p>
      </dgm:t>
    </dgm:pt>
    <dgm:pt modelId="{10D4E06A-C650-41A8-8AC7-A5A35C69F72B}" type="parTrans" cxnId="{E22D5135-216F-4298-A025-F769AA0B3899}">
      <dgm:prSet/>
      <dgm:spPr/>
      <dgm:t>
        <a:bodyPr/>
        <a:lstStyle/>
        <a:p>
          <a:endParaRPr lang="en-US" sz="1800"/>
        </a:p>
      </dgm:t>
    </dgm:pt>
    <dgm:pt modelId="{4601BB44-BD58-4B5C-B724-84CD69FC59CA}" type="sibTrans" cxnId="{E22D5135-216F-4298-A025-F769AA0B3899}">
      <dgm:prSet/>
      <dgm:spPr/>
      <dgm:t>
        <a:bodyPr/>
        <a:lstStyle/>
        <a:p>
          <a:endParaRPr lang="en-US" sz="1800"/>
        </a:p>
      </dgm:t>
    </dgm:pt>
    <dgm:pt modelId="{F014886B-2B90-4F25-8844-9AA9B80DCDCE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 err="1"/>
            <a:t>Nhlamankulu</a:t>
          </a:r>
          <a:r>
            <a:rPr lang="en-US" sz="800" b="0" dirty="0"/>
            <a:t>:		92%</a:t>
          </a:r>
        </a:p>
      </dgm:t>
    </dgm:pt>
    <dgm:pt modelId="{7B1DBFC4-461E-4375-A85C-A80D5E6B05CE}" type="parTrans" cxnId="{AF4784A5-E756-40BC-AE03-1802919E28CA}">
      <dgm:prSet/>
      <dgm:spPr/>
      <dgm:t>
        <a:bodyPr/>
        <a:lstStyle/>
        <a:p>
          <a:endParaRPr lang="en-US"/>
        </a:p>
      </dgm:t>
    </dgm:pt>
    <dgm:pt modelId="{BCCBB2F4-4EF6-4396-BEC6-B44D41695CC1}" type="sibTrans" cxnId="{AF4784A5-E756-40BC-AE03-1802919E28CA}">
      <dgm:prSet/>
      <dgm:spPr/>
      <dgm:t>
        <a:bodyPr/>
        <a:lstStyle/>
        <a:p>
          <a:endParaRPr lang="en-US"/>
        </a:p>
      </dgm:t>
    </dgm:pt>
    <dgm:pt modelId="{D2F0C593-24BA-4F17-B3E2-A3BA8D1DA708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 err="1"/>
            <a:t>KaMaxakene</a:t>
          </a:r>
          <a:r>
            <a:rPr lang="en-US" sz="800" b="0" dirty="0"/>
            <a:t>:		77%</a:t>
          </a:r>
        </a:p>
      </dgm:t>
    </dgm:pt>
    <dgm:pt modelId="{A76F0FE0-6AEF-4AA3-8A08-7C9C32A4A37D}" type="parTrans" cxnId="{D5426A6E-A501-4934-80F3-66A9D62D828E}">
      <dgm:prSet/>
      <dgm:spPr/>
      <dgm:t>
        <a:bodyPr/>
        <a:lstStyle/>
        <a:p>
          <a:endParaRPr lang="en-US"/>
        </a:p>
      </dgm:t>
    </dgm:pt>
    <dgm:pt modelId="{570E3133-0851-4EAE-BE01-7E7318E1A568}" type="sibTrans" cxnId="{D5426A6E-A501-4934-80F3-66A9D62D828E}">
      <dgm:prSet/>
      <dgm:spPr/>
      <dgm:t>
        <a:bodyPr/>
        <a:lstStyle/>
        <a:p>
          <a:endParaRPr lang="en-US"/>
        </a:p>
      </dgm:t>
    </dgm:pt>
    <dgm:pt modelId="{561725C3-51B1-4DF2-9532-245467417AEF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 err="1"/>
            <a:t>KaMavota</a:t>
          </a:r>
          <a:r>
            <a:rPr lang="en-US" sz="800" b="0" dirty="0"/>
            <a:t>: 		88%</a:t>
          </a:r>
        </a:p>
      </dgm:t>
    </dgm:pt>
    <dgm:pt modelId="{CE2CEF55-9F88-401E-9DD9-20502A444965}" type="parTrans" cxnId="{044E50DD-B6CD-4B13-94E8-26A3EF3A72CE}">
      <dgm:prSet/>
      <dgm:spPr/>
      <dgm:t>
        <a:bodyPr/>
        <a:lstStyle/>
        <a:p>
          <a:endParaRPr lang="en-US"/>
        </a:p>
      </dgm:t>
    </dgm:pt>
    <dgm:pt modelId="{5804D9FC-8939-4795-ACE1-1D507BC27513}" type="sibTrans" cxnId="{044E50DD-B6CD-4B13-94E8-26A3EF3A72CE}">
      <dgm:prSet/>
      <dgm:spPr/>
      <dgm:t>
        <a:bodyPr/>
        <a:lstStyle/>
        <a:p>
          <a:endParaRPr lang="en-US"/>
        </a:p>
      </dgm:t>
    </dgm:pt>
    <dgm:pt modelId="{743F74AA-94E9-49D2-AB23-77FE79D63A65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 err="1"/>
            <a:t>KaMubukwana</a:t>
          </a:r>
          <a:r>
            <a:rPr lang="en-US" sz="800" b="0" dirty="0"/>
            <a:t>: 	88%</a:t>
          </a:r>
        </a:p>
      </dgm:t>
    </dgm:pt>
    <dgm:pt modelId="{1EE22654-3FD1-4178-89F1-38D2B6A6ED60}" type="parTrans" cxnId="{28863F56-DC8D-462D-B1F0-90B2F727C2BD}">
      <dgm:prSet/>
      <dgm:spPr/>
      <dgm:t>
        <a:bodyPr/>
        <a:lstStyle/>
        <a:p>
          <a:endParaRPr lang="en-US"/>
        </a:p>
      </dgm:t>
    </dgm:pt>
    <dgm:pt modelId="{3B4E4A0F-99A8-4B00-9CBF-1D2C92251CFD}" type="sibTrans" cxnId="{28863F56-DC8D-462D-B1F0-90B2F727C2BD}">
      <dgm:prSet/>
      <dgm:spPr/>
      <dgm:t>
        <a:bodyPr/>
        <a:lstStyle/>
        <a:p>
          <a:endParaRPr lang="en-US"/>
        </a:p>
      </dgm:t>
    </dgm:pt>
    <dgm:pt modelId="{9F4E15AE-00E4-48BA-89E0-E4C7DFD38EDC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 err="1"/>
            <a:t>KaTembe</a:t>
          </a:r>
          <a:r>
            <a:rPr lang="en-US" sz="800" b="0" dirty="0"/>
            <a:t>: 		91%</a:t>
          </a:r>
        </a:p>
      </dgm:t>
    </dgm:pt>
    <dgm:pt modelId="{15AB9D50-F6F0-4B84-8A47-14477A84A6AA}" type="parTrans" cxnId="{87175F94-BB53-4076-938B-B899EC956AF1}">
      <dgm:prSet/>
      <dgm:spPr/>
      <dgm:t>
        <a:bodyPr/>
        <a:lstStyle/>
        <a:p>
          <a:endParaRPr lang="en-US"/>
        </a:p>
      </dgm:t>
    </dgm:pt>
    <dgm:pt modelId="{F9009B73-341F-4692-B50C-EF3A12B5B6ED}" type="sibTrans" cxnId="{87175F94-BB53-4076-938B-B899EC956AF1}">
      <dgm:prSet/>
      <dgm:spPr/>
      <dgm:t>
        <a:bodyPr/>
        <a:lstStyle/>
        <a:p>
          <a:endParaRPr lang="en-US"/>
        </a:p>
      </dgm:t>
    </dgm:pt>
    <dgm:pt modelId="{C9C013EF-A9E0-469B-B170-2A5B7CA63E69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/>
            <a:t>KaNyaka: 	            100%</a:t>
          </a:r>
        </a:p>
      </dgm:t>
    </dgm:pt>
    <dgm:pt modelId="{FACBFB8A-8DC8-480E-85B2-72A4CD696F08}" type="parTrans" cxnId="{474714A1-CD7C-4973-AC45-33B128E41858}">
      <dgm:prSet/>
      <dgm:spPr/>
      <dgm:t>
        <a:bodyPr/>
        <a:lstStyle/>
        <a:p>
          <a:endParaRPr lang="en-US"/>
        </a:p>
      </dgm:t>
    </dgm:pt>
    <dgm:pt modelId="{7DB0EA9B-A582-4EDF-94DA-0634B3F0B3B4}" type="sibTrans" cxnId="{474714A1-CD7C-4973-AC45-33B128E41858}">
      <dgm:prSet/>
      <dgm:spPr/>
      <dgm:t>
        <a:bodyPr/>
        <a:lstStyle/>
        <a:p>
          <a:endParaRPr lang="en-US"/>
        </a:p>
      </dgm:t>
    </dgm:pt>
    <dgm:pt modelId="{710AB261-73C7-41C7-8130-7A9BE89CB80E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 err="1"/>
            <a:t>Nhlamankulu</a:t>
          </a:r>
          <a:r>
            <a:rPr lang="en-US" sz="800" b="0" dirty="0"/>
            <a:t>:		92%</a:t>
          </a:r>
        </a:p>
      </dgm:t>
    </dgm:pt>
    <dgm:pt modelId="{D14B980A-D6F8-439C-9D43-B10124B9642D}" type="parTrans" cxnId="{8595273C-1CAE-4DB3-9A82-8D48F3DCDBE0}">
      <dgm:prSet/>
      <dgm:spPr/>
      <dgm:t>
        <a:bodyPr/>
        <a:lstStyle/>
        <a:p>
          <a:endParaRPr lang="en-US"/>
        </a:p>
      </dgm:t>
    </dgm:pt>
    <dgm:pt modelId="{D7C8A776-B8E4-4493-96FD-B07BF110C713}" type="sibTrans" cxnId="{8595273C-1CAE-4DB3-9A82-8D48F3DCDBE0}">
      <dgm:prSet/>
      <dgm:spPr/>
      <dgm:t>
        <a:bodyPr/>
        <a:lstStyle/>
        <a:p>
          <a:endParaRPr lang="en-US"/>
        </a:p>
      </dgm:t>
    </dgm:pt>
    <dgm:pt modelId="{B3E4C119-E52C-4913-B5FF-7253FA3B0AFD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 err="1"/>
            <a:t>KaMaxakene</a:t>
          </a:r>
          <a:r>
            <a:rPr lang="en-US" sz="800" b="0" dirty="0"/>
            <a:t>:		85%</a:t>
          </a:r>
        </a:p>
      </dgm:t>
    </dgm:pt>
    <dgm:pt modelId="{E0C22130-1DBF-40AE-9C8A-FB1EC3D69F9B}" type="parTrans" cxnId="{621E2915-CC53-42B0-9241-A6890CA77493}">
      <dgm:prSet/>
      <dgm:spPr/>
      <dgm:t>
        <a:bodyPr/>
        <a:lstStyle/>
        <a:p>
          <a:endParaRPr lang="en-US"/>
        </a:p>
      </dgm:t>
    </dgm:pt>
    <dgm:pt modelId="{949238F6-9088-4604-9668-8558BD8255B7}" type="sibTrans" cxnId="{621E2915-CC53-42B0-9241-A6890CA77493}">
      <dgm:prSet/>
      <dgm:spPr/>
      <dgm:t>
        <a:bodyPr/>
        <a:lstStyle/>
        <a:p>
          <a:endParaRPr lang="en-US"/>
        </a:p>
      </dgm:t>
    </dgm:pt>
    <dgm:pt modelId="{FEA88953-B508-46BC-8BAA-BD5CDB798916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 err="1"/>
            <a:t>KaMavota</a:t>
          </a:r>
          <a:r>
            <a:rPr lang="en-US" sz="800" b="0" dirty="0"/>
            <a:t>: 		91%</a:t>
          </a:r>
        </a:p>
      </dgm:t>
    </dgm:pt>
    <dgm:pt modelId="{C97C008A-C6D7-4808-8C6F-A45C266B087C}" type="parTrans" cxnId="{F760CF7B-F121-4BBF-A613-9EFCF8E6E84C}">
      <dgm:prSet/>
      <dgm:spPr/>
      <dgm:t>
        <a:bodyPr/>
        <a:lstStyle/>
        <a:p>
          <a:endParaRPr lang="en-US"/>
        </a:p>
      </dgm:t>
    </dgm:pt>
    <dgm:pt modelId="{1F67E5CE-20AF-4E56-A48E-6BF39A82AFFA}" type="sibTrans" cxnId="{F760CF7B-F121-4BBF-A613-9EFCF8E6E84C}">
      <dgm:prSet/>
      <dgm:spPr/>
      <dgm:t>
        <a:bodyPr/>
        <a:lstStyle/>
        <a:p>
          <a:endParaRPr lang="en-US"/>
        </a:p>
      </dgm:t>
    </dgm:pt>
    <dgm:pt modelId="{3A9AB712-DB85-411F-9693-F107E1EA55DD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 err="1"/>
            <a:t>KaMubukwana</a:t>
          </a:r>
          <a:r>
            <a:rPr lang="en-US" sz="800" b="0" dirty="0"/>
            <a:t>: 	88%</a:t>
          </a:r>
        </a:p>
      </dgm:t>
    </dgm:pt>
    <dgm:pt modelId="{599D422D-C17A-445E-A0C2-7F8737CED9A5}" type="parTrans" cxnId="{B6D75B01-5043-4AA2-93BF-73B615121EBB}">
      <dgm:prSet/>
      <dgm:spPr/>
      <dgm:t>
        <a:bodyPr/>
        <a:lstStyle/>
        <a:p>
          <a:endParaRPr lang="en-US"/>
        </a:p>
      </dgm:t>
    </dgm:pt>
    <dgm:pt modelId="{E371753B-90B4-4AD6-B863-5804A524027D}" type="sibTrans" cxnId="{B6D75B01-5043-4AA2-93BF-73B615121EBB}">
      <dgm:prSet/>
      <dgm:spPr/>
      <dgm:t>
        <a:bodyPr/>
        <a:lstStyle/>
        <a:p>
          <a:endParaRPr lang="en-US"/>
        </a:p>
      </dgm:t>
    </dgm:pt>
    <dgm:pt modelId="{50879049-E04F-4BDD-8154-BC563087FE63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 err="1"/>
            <a:t>KaTembe</a:t>
          </a:r>
          <a:r>
            <a:rPr lang="en-US" sz="800" b="0" dirty="0"/>
            <a:t>: 		90%</a:t>
          </a:r>
        </a:p>
      </dgm:t>
    </dgm:pt>
    <dgm:pt modelId="{CED558F6-D83C-4848-9745-F18EA0A1FEE3}" type="parTrans" cxnId="{18AE1753-A55C-43F8-8A09-305E7ED2C475}">
      <dgm:prSet/>
      <dgm:spPr/>
      <dgm:t>
        <a:bodyPr/>
        <a:lstStyle/>
        <a:p>
          <a:endParaRPr lang="en-US"/>
        </a:p>
      </dgm:t>
    </dgm:pt>
    <dgm:pt modelId="{A04C4101-831C-4AD0-8A92-E3528FC4AD45}" type="sibTrans" cxnId="{18AE1753-A55C-43F8-8A09-305E7ED2C475}">
      <dgm:prSet/>
      <dgm:spPr/>
      <dgm:t>
        <a:bodyPr/>
        <a:lstStyle/>
        <a:p>
          <a:endParaRPr lang="en-US"/>
        </a:p>
      </dgm:t>
    </dgm:pt>
    <dgm:pt modelId="{2CA52456-0268-40E1-9D06-40924D192764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/>
            <a:t>KaNyaka	           100%</a:t>
          </a:r>
        </a:p>
      </dgm:t>
    </dgm:pt>
    <dgm:pt modelId="{7D657299-D156-4CD0-BD33-E7C24AF8388A}" type="parTrans" cxnId="{E0A323A6-6BD2-4B23-8165-A495587CD201}">
      <dgm:prSet/>
      <dgm:spPr/>
      <dgm:t>
        <a:bodyPr/>
        <a:lstStyle/>
        <a:p>
          <a:endParaRPr lang="en-US"/>
        </a:p>
      </dgm:t>
    </dgm:pt>
    <dgm:pt modelId="{95D8B46A-3389-462B-B2D4-B24F30F38984}" type="sibTrans" cxnId="{E0A323A6-6BD2-4B23-8165-A495587CD201}">
      <dgm:prSet/>
      <dgm:spPr/>
      <dgm:t>
        <a:bodyPr/>
        <a:lstStyle/>
        <a:p>
          <a:endParaRPr lang="en-US"/>
        </a:p>
      </dgm:t>
    </dgm:pt>
    <dgm:pt modelId="{50128929-43D7-4970-BB62-2E94CF1DBF8B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 err="1"/>
            <a:t>Nhlamankulu</a:t>
          </a:r>
          <a:r>
            <a:rPr lang="en-US" sz="800" b="0" dirty="0"/>
            <a:t>:		93%</a:t>
          </a:r>
        </a:p>
      </dgm:t>
    </dgm:pt>
    <dgm:pt modelId="{6291896E-ECA2-485E-B001-F5FE985B8B70}" type="parTrans" cxnId="{3FE0B77F-EF9F-479E-824F-5899FFC97412}">
      <dgm:prSet/>
      <dgm:spPr/>
      <dgm:t>
        <a:bodyPr/>
        <a:lstStyle/>
        <a:p>
          <a:endParaRPr lang="en-US"/>
        </a:p>
      </dgm:t>
    </dgm:pt>
    <dgm:pt modelId="{394439AC-B02C-45B1-B1E7-5972E696B996}" type="sibTrans" cxnId="{3FE0B77F-EF9F-479E-824F-5899FFC97412}">
      <dgm:prSet/>
      <dgm:spPr/>
      <dgm:t>
        <a:bodyPr/>
        <a:lstStyle/>
        <a:p>
          <a:endParaRPr lang="en-US"/>
        </a:p>
      </dgm:t>
    </dgm:pt>
    <dgm:pt modelId="{1B0E1FDC-370C-4FCA-8DE4-1D7038E1446F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 err="1"/>
            <a:t>KaMaxakene</a:t>
          </a:r>
          <a:r>
            <a:rPr lang="en-US" sz="800" b="0" dirty="0"/>
            <a:t>:		86%</a:t>
          </a:r>
        </a:p>
      </dgm:t>
    </dgm:pt>
    <dgm:pt modelId="{3157D9C9-26A3-4C4B-9816-6E7467BBDB00}" type="parTrans" cxnId="{D7AAE7F7-4A4B-4D69-A43A-D751F63B0A96}">
      <dgm:prSet/>
      <dgm:spPr/>
      <dgm:t>
        <a:bodyPr/>
        <a:lstStyle/>
        <a:p>
          <a:endParaRPr lang="en-US"/>
        </a:p>
      </dgm:t>
    </dgm:pt>
    <dgm:pt modelId="{11AF3D02-845C-49BE-8C0C-60BEA197819E}" type="sibTrans" cxnId="{D7AAE7F7-4A4B-4D69-A43A-D751F63B0A96}">
      <dgm:prSet/>
      <dgm:spPr/>
      <dgm:t>
        <a:bodyPr/>
        <a:lstStyle/>
        <a:p>
          <a:endParaRPr lang="en-US"/>
        </a:p>
      </dgm:t>
    </dgm:pt>
    <dgm:pt modelId="{E23635CE-E3C6-45C6-BFC0-8CE523D6B1E9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 err="1"/>
            <a:t>KaMavota</a:t>
          </a:r>
          <a:r>
            <a:rPr lang="en-US" sz="800" b="0" dirty="0"/>
            <a:t>: 		91%</a:t>
          </a:r>
        </a:p>
      </dgm:t>
    </dgm:pt>
    <dgm:pt modelId="{89171C77-402D-46CD-9A42-E96402709E94}" type="parTrans" cxnId="{5C7A6CAA-BDB1-422D-B735-347453C5BCF7}">
      <dgm:prSet/>
      <dgm:spPr/>
      <dgm:t>
        <a:bodyPr/>
        <a:lstStyle/>
        <a:p>
          <a:endParaRPr lang="en-US"/>
        </a:p>
      </dgm:t>
    </dgm:pt>
    <dgm:pt modelId="{30D6AEB3-1205-4C24-B8BA-3F53549EB82D}" type="sibTrans" cxnId="{5C7A6CAA-BDB1-422D-B735-347453C5BCF7}">
      <dgm:prSet/>
      <dgm:spPr/>
      <dgm:t>
        <a:bodyPr/>
        <a:lstStyle/>
        <a:p>
          <a:endParaRPr lang="en-US"/>
        </a:p>
      </dgm:t>
    </dgm:pt>
    <dgm:pt modelId="{0E6F8292-852C-4799-A8C3-7C0FF6383453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 err="1"/>
            <a:t>KaMubukwana</a:t>
          </a:r>
          <a:r>
            <a:rPr lang="en-US" sz="800" b="0" dirty="0"/>
            <a:t>: 	83%</a:t>
          </a:r>
        </a:p>
      </dgm:t>
    </dgm:pt>
    <dgm:pt modelId="{3F06E823-37AF-40BB-B7CB-3C1733F93735}" type="parTrans" cxnId="{3ED4B4DA-B326-45B7-842B-4BE828DD6A56}">
      <dgm:prSet/>
      <dgm:spPr/>
      <dgm:t>
        <a:bodyPr/>
        <a:lstStyle/>
        <a:p>
          <a:endParaRPr lang="en-US"/>
        </a:p>
      </dgm:t>
    </dgm:pt>
    <dgm:pt modelId="{8D32D7E6-772D-41CE-8759-C8A5351E1BD7}" type="sibTrans" cxnId="{3ED4B4DA-B326-45B7-842B-4BE828DD6A56}">
      <dgm:prSet/>
      <dgm:spPr/>
      <dgm:t>
        <a:bodyPr/>
        <a:lstStyle/>
        <a:p>
          <a:endParaRPr lang="en-US"/>
        </a:p>
      </dgm:t>
    </dgm:pt>
    <dgm:pt modelId="{A0AC832E-E3CF-4BCC-B4A8-3706FEC4904A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 err="1"/>
            <a:t>KaTembe</a:t>
          </a:r>
          <a:r>
            <a:rPr lang="en-US" sz="800" b="0" dirty="0"/>
            <a:t>: 		90%</a:t>
          </a:r>
        </a:p>
      </dgm:t>
    </dgm:pt>
    <dgm:pt modelId="{D0499C67-09D2-4F2A-A350-7C4BD9440853}" type="parTrans" cxnId="{59865467-D036-4368-BD64-F84A1A78AC85}">
      <dgm:prSet/>
      <dgm:spPr/>
      <dgm:t>
        <a:bodyPr/>
        <a:lstStyle/>
        <a:p>
          <a:endParaRPr lang="en-US"/>
        </a:p>
      </dgm:t>
    </dgm:pt>
    <dgm:pt modelId="{E891A483-1B4A-4F2A-B8EE-6856A711FFD8}" type="sibTrans" cxnId="{59865467-D036-4368-BD64-F84A1A78AC85}">
      <dgm:prSet/>
      <dgm:spPr/>
      <dgm:t>
        <a:bodyPr/>
        <a:lstStyle/>
        <a:p>
          <a:endParaRPr lang="en-US"/>
        </a:p>
      </dgm:t>
    </dgm:pt>
    <dgm:pt modelId="{E17797C9-F837-4066-A39A-CB5AEC5B2C96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800" b="0" dirty="0"/>
            <a:t>KaNyaka		96%</a:t>
          </a:r>
        </a:p>
      </dgm:t>
    </dgm:pt>
    <dgm:pt modelId="{2DD8168B-BA31-4640-BF66-35EC7AC1AB64}" type="parTrans" cxnId="{08E8D726-F43A-4997-ADF5-FE9E595063FF}">
      <dgm:prSet/>
      <dgm:spPr/>
      <dgm:t>
        <a:bodyPr/>
        <a:lstStyle/>
        <a:p>
          <a:endParaRPr lang="en-US"/>
        </a:p>
      </dgm:t>
    </dgm:pt>
    <dgm:pt modelId="{4A05EDCE-C9FC-422A-ADDC-D9FB393BDCF9}" type="sibTrans" cxnId="{08E8D726-F43A-4997-ADF5-FE9E595063FF}">
      <dgm:prSet/>
      <dgm:spPr/>
      <dgm:t>
        <a:bodyPr/>
        <a:lstStyle/>
        <a:p>
          <a:endParaRPr lang="en-US"/>
        </a:p>
      </dgm:t>
    </dgm:pt>
    <dgm:pt modelId="{6D53399A-5884-467E-86CA-D99166CE94EE}" type="pres">
      <dgm:prSet presAssocID="{A037A994-827C-42E7-B50A-DEED8C186439}" presName="Name0" presStyleCnt="0">
        <dgm:presLayoutVars>
          <dgm:dir/>
          <dgm:animLvl val="lvl"/>
          <dgm:resizeHandles val="exact"/>
        </dgm:presLayoutVars>
      </dgm:prSet>
      <dgm:spPr/>
    </dgm:pt>
    <dgm:pt modelId="{540817C1-6561-4991-914A-AC9A8A9EB302}" type="pres">
      <dgm:prSet presAssocID="{26E24B7B-18AE-4479-9FBE-2E17B2337522}" presName="composite" presStyleCnt="0"/>
      <dgm:spPr/>
    </dgm:pt>
    <dgm:pt modelId="{C5CC311C-3919-4641-BC63-F2C27F3911F7}" type="pres">
      <dgm:prSet presAssocID="{26E24B7B-18AE-4479-9FBE-2E17B2337522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0ABEC532-CB64-47AE-B338-676E4DEF4AE8}" type="pres">
      <dgm:prSet presAssocID="{26E24B7B-18AE-4479-9FBE-2E17B2337522}" presName="desTx" presStyleLbl="alignAccFollowNode1" presStyleIdx="0" presStyleCnt="4">
        <dgm:presLayoutVars>
          <dgm:bulletEnabled val="1"/>
        </dgm:presLayoutVars>
      </dgm:prSet>
      <dgm:spPr/>
    </dgm:pt>
    <dgm:pt modelId="{4FF28CF3-D3D4-4509-9CD8-635D2A2B48D5}" type="pres">
      <dgm:prSet presAssocID="{8148635B-848E-4F58-B9E0-CBB470C098A2}" presName="space" presStyleCnt="0"/>
      <dgm:spPr/>
    </dgm:pt>
    <dgm:pt modelId="{B1215D73-9592-40B0-BF73-115571C162C3}" type="pres">
      <dgm:prSet presAssocID="{550A08EB-CCFF-49B8-AB7D-831F151099E6}" presName="composite" presStyleCnt="0"/>
      <dgm:spPr/>
    </dgm:pt>
    <dgm:pt modelId="{442A170E-5354-45BE-8146-0D4F1C9FE201}" type="pres">
      <dgm:prSet presAssocID="{550A08EB-CCFF-49B8-AB7D-831F151099E6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199B5677-DCF4-445E-8E90-D7A80ACE74D6}" type="pres">
      <dgm:prSet presAssocID="{550A08EB-CCFF-49B8-AB7D-831F151099E6}" presName="desTx" presStyleLbl="alignAccFollowNode1" presStyleIdx="1" presStyleCnt="4">
        <dgm:presLayoutVars>
          <dgm:bulletEnabled val="1"/>
        </dgm:presLayoutVars>
      </dgm:prSet>
      <dgm:spPr/>
    </dgm:pt>
    <dgm:pt modelId="{5C802360-C7B3-42EE-BC76-48C1764341A9}" type="pres">
      <dgm:prSet presAssocID="{B343D7D5-3738-425D-8245-9F201E14713F}" presName="space" presStyleCnt="0"/>
      <dgm:spPr/>
    </dgm:pt>
    <dgm:pt modelId="{58C510F1-61E7-45EA-918C-765B528A3582}" type="pres">
      <dgm:prSet presAssocID="{B64D22C4-BC7F-423A-8177-8EAE6ABC0ED9}" presName="composite" presStyleCnt="0"/>
      <dgm:spPr/>
    </dgm:pt>
    <dgm:pt modelId="{7D1C3BE7-B630-41F4-9BA8-24F013FC4CCD}" type="pres">
      <dgm:prSet presAssocID="{B64D22C4-BC7F-423A-8177-8EAE6ABC0ED9}" presName="parTx" presStyleLbl="alignNode1" presStyleIdx="2" presStyleCnt="4" custScaleX="113427">
        <dgm:presLayoutVars>
          <dgm:chMax val="0"/>
          <dgm:chPref val="0"/>
          <dgm:bulletEnabled val="1"/>
        </dgm:presLayoutVars>
      </dgm:prSet>
      <dgm:spPr/>
    </dgm:pt>
    <dgm:pt modelId="{CDF39851-ADBF-4393-9AB2-98DDEE3237B2}" type="pres">
      <dgm:prSet presAssocID="{B64D22C4-BC7F-423A-8177-8EAE6ABC0ED9}" presName="desTx" presStyleLbl="alignAccFollowNode1" presStyleIdx="2" presStyleCnt="4" custScaleX="112113">
        <dgm:presLayoutVars>
          <dgm:bulletEnabled val="1"/>
        </dgm:presLayoutVars>
      </dgm:prSet>
      <dgm:spPr/>
    </dgm:pt>
    <dgm:pt modelId="{E6E396AE-CEF9-4D2F-A301-18CA21F553FA}" type="pres">
      <dgm:prSet presAssocID="{AEE6CF97-723F-4FD3-98A7-2286A3AFAEFC}" presName="space" presStyleCnt="0"/>
      <dgm:spPr/>
    </dgm:pt>
    <dgm:pt modelId="{A6F9BEA1-EBF6-4A5F-8B30-8ABBB20D99B0}" type="pres">
      <dgm:prSet presAssocID="{9CADE8BE-541D-4FD1-9169-0E440327B252}" presName="composite" presStyleCnt="0"/>
      <dgm:spPr/>
    </dgm:pt>
    <dgm:pt modelId="{6CA5CB89-965F-46F4-AB63-5A87591C812D}" type="pres">
      <dgm:prSet presAssocID="{9CADE8BE-541D-4FD1-9169-0E440327B252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FD162D3A-1177-4F1B-9F5D-C4AE692DD6E1}" type="pres">
      <dgm:prSet presAssocID="{9CADE8BE-541D-4FD1-9169-0E440327B252}" presName="desTx" presStyleLbl="alignAccFollowNode1" presStyleIdx="3" presStyleCnt="4" custScaleY="100000">
        <dgm:presLayoutVars>
          <dgm:bulletEnabled val="1"/>
        </dgm:presLayoutVars>
      </dgm:prSet>
      <dgm:spPr/>
    </dgm:pt>
  </dgm:ptLst>
  <dgm:cxnLst>
    <dgm:cxn modelId="{B6D75B01-5043-4AA2-93BF-73B615121EBB}" srcId="{B64D22C4-BC7F-423A-8177-8EAE6ABC0ED9}" destId="{3A9AB712-DB85-411F-9693-F107E1EA55DD}" srcOrd="4" destOrd="0" parTransId="{599D422D-C17A-445E-A0C2-7F8737CED9A5}" sibTransId="{E371753B-90B4-4AD6-B863-5804A524027D}"/>
    <dgm:cxn modelId="{621E2915-CC53-42B0-9241-A6890CA77493}" srcId="{B64D22C4-BC7F-423A-8177-8EAE6ABC0ED9}" destId="{B3E4C119-E52C-4913-B5FF-7253FA3B0AFD}" srcOrd="2" destOrd="0" parTransId="{E0C22130-1DBF-40AE-9C8A-FB1EC3D69F9B}" sibTransId="{949238F6-9088-4604-9668-8558BD8255B7}"/>
    <dgm:cxn modelId="{2416A51B-CBCE-4A44-80A3-CCBED3B8A51C}" type="presOf" srcId="{9F4E15AE-00E4-48BA-89E0-E4C7DFD38EDC}" destId="{199B5677-DCF4-445E-8E90-D7A80ACE74D6}" srcOrd="0" destOrd="5" presId="urn:microsoft.com/office/officeart/2005/8/layout/hList1"/>
    <dgm:cxn modelId="{E893CB22-A697-4839-883B-893181272281}" type="presOf" srcId="{2CA52456-0268-40E1-9D06-40924D192764}" destId="{CDF39851-ADBF-4393-9AB2-98DDEE3237B2}" srcOrd="0" destOrd="6" presId="urn:microsoft.com/office/officeart/2005/8/layout/hList1"/>
    <dgm:cxn modelId="{10E8B724-D363-4E75-BBE7-AB9DF3A9763F}" srcId="{B64D22C4-BC7F-423A-8177-8EAE6ABC0ED9}" destId="{2A68F0AA-B1AE-4183-8315-27F0EE5F5F86}" srcOrd="0" destOrd="0" parTransId="{BB07A91D-D3E0-4C45-8E09-284E76E11CC0}" sibTransId="{A383DC93-412F-4A85-A095-8432B6408CB2}"/>
    <dgm:cxn modelId="{08E8D726-F43A-4997-ADF5-FE9E595063FF}" srcId="{9CADE8BE-541D-4FD1-9169-0E440327B252}" destId="{E17797C9-F837-4066-A39A-CB5AEC5B2C96}" srcOrd="6" destOrd="0" parTransId="{2DD8168B-BA31-4640-BF66-35EC7AC1AB64}" sibTransId="{4A05EDCE-C9FC-422A-ADDC-D9FB393BDCF9}"/>
    <dgm:cxn modelId="{F2C48B30-153E-45FD-8158-28677F162F36}" type="presOf" srcId="{3A9AB712-DB85-411F-9693-F107E1EA55DD}" destId="{CDF39851-ADBF-4393-9AB2-98DDEE3237B2}" srcOrd="0" destOrd="4" presId="urn:microsoft.com/office/officeart/2005/8/layout/hList1"/>
    <dgm:cxn modelId="{AA1F9632-5270-472D-8370-4A7BA30F8322}" type="presOf" srcId="{30A8477A-F0D4-4ED1-A419-B13E8C3FFDA2}" destId="{199B5677-DCF4-445E-8E90-D7A80ACE74D6}" srcOrd="0" destOrd="7" presId="urn:microsoft.com/office/officeart/2005/8/layout/hList1"/>
    <dgm:cxn modelId="{2AB36834-9CAA-43E4-8837-F08665460363}" type="presOf" srcId="{B3E4C119-E52C-4913-B5FF-7253FA3B0AFD}" destId="{CDF39851-ADBF-4393-9AB2-98DDEE3237B2}" srcOrd="0" destOrd="2" presId="urn:microsoft.com/office/officeart/2005/8/layout/hList1"/>
    <dgm:cxn modelId="{E22D5135-216F-4298-A025-F769AA0B3899}" srcId="{26E24B7B-18AE-4479-9FBE-2E17B2337522}" destId="{3CC5C86C-915A-4706-9544-35FA5E980EF1}" srcOrd="6" destOrd="0" parTransId="{10D4E06A-C650-41A8-8AC7-A5A35C69F72B}" sibTransId="{4601BB44-BD58-4B5C-B724-84CD69FC59CA}"/>
    <dgm:cxn modelId="{4FC29137-8F29-46B3-B67F-32FE4075563A}" srcId="{A037A994-827C-42E7-B50A-DEED8C186439}" destId="{B64D22C4-BC7F-423A-8177-8EAE6ABC0ED9}" srcOrd="2" destOrd="0" parTransId="{963CD5A6-3603-419E-BC62-F7BA9EC628DE}" sibTransId="{AEE6CF97-723F-4FD3-98A7-2286A3AFAEFC}"/>
    <dgm:cxn modelId="{8595273C-1CAE-4DB3-9A82-8D48F3DCDBE0}" srcId="{B64D22C4-BC7F-423A-8177-8EAE6ABC0ED9}" destId="{710AB261-73C7-41C7-8130-7A9BE89CB80E}" srcOrd="1" destOrd="0" parTransId="{D14B980A-D6F8-439C-9D43-B10124B9642D}" sibTransId="{D7C8A776-B8E4-4493-96FD-B07BF110C713}"/>
    <dgm:cxn modelId="{AD4F8E3D-C7EE-45E8-8C09-EF12659D3D74}" type="presOf" srcId="{C4D8CC64-8B3E-4E79-8702-B8711E479545}" destId="{0ABEC532-CB64-47AE-B338-676E4DEF4AE8}" srcOrd="0" destOrd="1" presId="urn:microsoft.com/office/officeart/2005/8/layout/hList1"/>
    <dgm:cxn modelId="{B64DEF3D-C239-47A2-B3A3-210E5A434059}" type="presOf" srcId="{C9C013EF-A9E0-469B-B170-2A5B7CA63E69}" destId="{199B5677-DCF4-445E-8E90-D7A80ACE74D6}" srcOrd="0" destOrd="6" presId="urn:microsoft.com/office/officeart/2005/8/layout/hList1"/>
    <dgm:cxn modelId="{CF60B73E-BBAC-47CA-B6CA-3FD689BFC80E}" type="presOf" srcId="{616AF4CE-31B5-429C-B407-AE3C5A0AA55A}" destId="{FD162D3A-1177-4F1B-9F5D-C4AE692DD6E1}" srcOrd="0" destOrd="0" presId="urn:microsoft.com/office/officeart/2005/8/layout/hList1"/>
    <dgm:cxn modelId="{72C59D40-2549-4394-824F-1275B45FBEE6}" type="presOf" srcId="{A0AC832E-E3CF-4BCC-B4A8-3706FEC4904A}" destId="{FD162D3A-1177-4F1B-9F5D-C4AE692DD6E1}" srcOrd="0" destOrd="5" presId="urn:microsoft.com/office/officeart/2005/8/layout/hList1"/>
    <dgm:cxn modelId="{579DD541-83DC-49AB-96D4-5CD83B8EEC3E}" type="presOf" srcId="{7F4168F8-D530-4B8F-A626-66B9006698B6}" destId="{0ABEC532-CB64-47AE-B338-676E4DEF4AE8}" srcOrd="0" destOrd="3" presId="urn:microsoft.com/office/officeart/2005/8/layout/hList1"/>
    <dgm:cxn modelId="{5805D964-E31A-4B16-A703-40FC4965059D}" type="presOf" srcId="{B64D22C4-BC7F-423A-8177-8EAE6ABC0ED9}" destId="{7D1C3BE7-B630-41F4-9BA8-24F013FC4CCD}" srcOrd="0" destOrd="0" presId="urn:microsoft.com/office/officeart/2005/8/layout/hList1"/>
    <dgm:cxn modelId="{59865467-D036-4368-BD64-F84A1A78AC85}" srcId="{9CADE8BE-541D-4FD1-9169-0E440327B252}" destId="{A0AC832E-E3CF-4BCC-B4A8-3706FEC4904A}" srcOrd="5" destOrd="0" parTransId="{D0499C67-09D2-4F2A-A350-7C4BD9440853}" sibTransId="{E891A483-1B4A-4F2A-B8EE-6856A711FFD8}"/>
    <dgm:cxn modelId="{00449B4B-B019-41C2-BFBE-262B1CF60D39}" srcId="{A037A994-827C-42E7-B50A-DEED8C186439}" destId="{26E24B7B-18AE-4479-9FBE-2E17B2337522}" srcOrd="0" destOrd="0" parTransId="{66DE3D84-88CA-46E2-B63D-554E9497CBFE}" sibTransId="{8148635B-848E-4F58-B9E0-CBB470C098A2}"/>
    <dgm:cxn modelId="{7ADBFF4B-89F3-425D-A9D4-8C2E05649013}" srcId="{26E24B7B-18AE-4479-9FBE-2E17B2337522}" destId="{C4D8CC64-8B3E-4E79-8702-B8711E479545}" srcOrd="1" destOrd="0" parTransId="{80271984-C5F5-47DC-AC67-412D14D4BA68}" sibTransId="{3E335E04-6D5E-4E16-91E6-EB901D45C33C}"/>
    <dgm:cxn modelId="{46A5986D-9564-42E3-AF07-8B2DC4CB95D4}" type="presOf" srcId="{1385B9E6-B849-4BCA-8DE9-7C1AFA7112C1}" destId="{0ABEC532-CB64-47AE-B338-676E4DEF4AE8}" srcOrd="0" destOrd="0" presId="urn:microsoft.com/office/officeart/2005/8/layout/hList1"/>
    <dgm:cxn modelId="{D5426A6E-A501-4934-80F3-66A9D62D828E}" srcId="{550A08EB-CCFF-49B8-AB7D-831F151099E6}" destId="{D2F0C593-24BA-4F17-B3E2-A3BA8D1DA708}" srcOrd="2" destOrd="0" parTransId="{A76F0FE0-6AEF-4AA3-8A08-7C9C32A4A37D}" sibTransId="{570E3133-0851-4EAE-BE01-7E7318E1A568}"/>
    <dgm:cxn modelId="{AC3AAE4E-E660-4051-93E0-704F17741795}" type="presOf" srcId="{0E6F8292-852C-4799-A8C3-7C0FF6383453}" destId="{FD162D3A-1177-4F1B-9F5D-C4AE692DD6E1}" srcOrd="0" destOrd="4" presId="urn:microsoft.com/office/officeart/2005/8/layout/hList1"/>
    <dgm:cxn modelId="{06DE0B6F-158F-4B5E-954D-CF94C06D519C}" srcId="{550A08EB-CCFF-49B8-AB7D-831F151099E6}" destId="{D422C4EF-7F6D-4494-A451-051C8CF40385}" srcOrd="0" destOrd="0" parTransId="{D971FE7A-F6E1-4BF1-A469-0101F22386EC}" sibTransId="{7258E857-90B3-48DD-8C6D-BEA898903C9B}"/>
    <dgm:cxn modelId="{BDAE326F-2629-4D05-AA7A-52272777CDC0}" type="presOf" srcId="{2A68F0AA-B1AE-4183-8315-27F0EE5F5F86}" destId="{CDF39851-ADBF-4393-9AB2-98DDEE3237B2}" srcOrd="0" destOrd="0" presId="urn:microsoft.com/office/officeart/2005/8/layout/hList1"/>
    <dgm:cxn modelId="{685B4F4F-2E14-4D00-8E62-1C2D3EFBC852}" type="presOf" srcId="{D2F0C593-24BA-4F17-B3E2-A3BA8D1DA708}" destId="{199B5677-DCF4-445E-8E90-D7A80ACE74D6}" srcOrd="0" destOrd="2" presId="urn:microsoft.com/office/officeart/2005/8/layout/hList1"/>
    <dgm:cxn modelId="{996F8F4F-D243-444E-86FC-E6B780B8755A}" type="presOf" srcId="{11E1FACD-1647-4D2D-ACEA-38C9A2DF9923}" destId="{0ABEC532-CB64-47AE-B338-676E4DEF4AE8}" srcOrd="0" destOrd="4" presId="urn:microsoft.com/office/officeart/2005/8/layout/hList1"/>
    <dgm:cxn modelId="{F209DC72-1214-4411-A545-989240C2F0E8}" srcId="{26E24B7B-18AE-4479-9FBE-2E17B2337522}" destId="{0343A66F-B16D-4E63-B7CE-1CEAAB44D477}" srcOrd="2" destOrd="0" parTransId="{524E4931-68EB-4766-A926-8CBE36850F20}" sibTransId="{9D11D7CD-7C76-4830-A47D-2F30E7724AA5}"/>
    <dgm:cxn modelId="{18AE1753-A55C-43F8-8A09-305E7ED2C475}" srcId="{B64D22C4-BC7F-423A-8177-8EAE6ABC0ED9}" destId="{50879049-E04F-4BDD-8154-BC563087FE63}" srcOrd="5" destOrd="0" parTransId="{CED558F6-D83C-4848-9745-F18EA0A1FEE3}" sibTransId="{A04C4101-831C-4AD0-8A92-E3528FC4AD45}"/>
    <dgm:cxn modelId="{5B1ED274-FC0F-4006-89CD-4C82F20C17AE}" type="presOf" srcId="{1B0E1FDC-370C-4FCA-8DE4-1D7038E1446F}" destId="{FD162D3A-1177-4F1B-9F5D-C4AE692DD6E1}" srcOrd="0" destOrd="2" presId="urn:microsoft.com/office/officeart/2005/8/layout/hList1"/>
    <dgm:cxn modelId="{8F16B675-C35F-4686-B78B-7BA4D4ABEBEE}" type="presOf" srcId="{02A66406-BFCF-4667-86C7-9F94EB04946C}" destId="{CDF39851-ADBF-4393-9AB2-98DDEE3237B2}" srcOrd="0" destOrd="7" presId="urn:microsoft.com/office/officeart/2005/8/layout/hList1"/>
    <dgm:cxn modelId="{28863F56-DC8D-462D-B1F0-90B2F727C2BD}" srcId="{550A08EB-CCFF-49B8-AB7D-831F151099E6}" destId="{743F74AA-94E9-49D2-AB23-77FE79D63A65}" srcOrd="4" destOrd="0" parTransId="{1EE22654-3FD1-4178-89F1-38D2B6A6ED60}" sibTransId="{3B4E4A0F-99A8-4B00-9CBF-1D2C92251CFD}"/>
    <dgm:cxn modelId="{FC5D6058-3B4A-46CF-8517-EA582D2DFED5}" type="presOf" srcId="{0343A66F-B16D-4E63-B7CE-1CEAAB44D477}" destId="{0ABEC532-CB64-47AE-B338-676E4DEF4AE8}" srcOrd="0" destOrd="2" presId="urn:microsoft.com/office/officeart/2005/8/layout/hList1"/>
    <dgm:cxn modelId="{6CFD6558-22E6-4DE5-B43B-0ABE3BD52169}" type="presOf" srcId="{550A08EB-CCFF-49B8-AB7D-831F151099E6}" destId="{442A170E-5354-45BE-8146-0D4F1C9FE201}" srcOrd="0" destOrd="0" presId="urn:microsoft.com/office/officeart/2005/8/layout/hList1"/>
    <dgm:cxn modelId="{6ADF0059-A59D-41E0-8D48-519DDF3C9DF7}" type="presOf" srcId="{50128929-43D7-4970-BB62-2E94CF1DBF8B}" destId="{FD162D3A-1177-4F1B-9F5D-C4AE692DD6E1}" srcOrd="0" destOrd="1" presId="urn:microsoft.com/office/officeart/2005/8/layout/hList1"/>
    <dgm:cxn modelId="{F760CF7B-F121-4BBF-A613-9EFCF8E6E84C}" srcId="{B64D22C4-BC7F-423A-8177-8EAE6ABC0ED9}" destId="{FEA88953-B508-46BC-8BAA-BD5CDB798916}" srcOrd="3" destOrd="0" parTransId="{C97C008A-C6D7-4808-8C6F-A45C266B087C}" sibTransId="{1F67E5CE-20AF-4E56-A48E-6BF39A82AFFA}"/>
    <dgm:cxn modelId="{C6DE177E-54D0-4C44-8CAB-D36560F1A0C0}" srcId="{B64D22C4-BC7F-423A-8177-8EAE6ABC0ED9}" destId="{02A66406-BFCF-4667-86C7-9F94EB04946C}" srcOrd="7" destOrd="0" parTransId="{F69CB705-7298-4C17-9B92-E4BD6B6BF16A}" sibTransId="{0ECD35F2-2240-4D91-B608-E2C7AE6FB46E}"/>
    <dgm:cxn modelId="{3FE0B77F-EF9F-479E-824F-5899FFC97412}" srcId="{9CADE8BE-541D-4FD1-9169-0E440327B252}" destId="{50128929-43D7-4970-BB62-2E94CF1DBF8B}" srcOrd="1" destOrd="0" parTransId="{6291896E-ECA2-485E-B001-F5FE985B8B70}" sibTransId="{394439AC-B02C-45B1-B1E7-5972E696B996}"/>
    <dgm:cxn modelId="{04EFE588-0F20-4E4C-AF3F-FE60F5C65054}" srcId="{550A08EB-CCFF-49B8-AB7D-831F151099E6}" destId="{30A8477A-F0D4-4ED1-A419-B13E8C3FFDA2}" srcOrd="7" destOrd="0" parTransId="{17FD8EE5-8BE2-4A66-9FE8-9FD762633808}" sibTransId="{DDA1BC1E-4B75-43C3-8F9F-3DDB4024A504}"/>
    <dgm:cxn modelId="{74B13889-3C95-419B-B4EA-FAF00971F003}" type="presOf" srcId="{F014886B-2B90-4F25-8844-9AA9B80DCDCE}" destId="{199B5677-DCF4-445E-8E90-D7A80ACE74D6}" srcOrd="0" destOrd="1" presId="urn:microsoft.com/office/officeart/2005/8/layout/hList1"/>
    <dgm:cxn modelId="{FC947189-7396-4052-8E6A-0A00ABFA48B6}" srcId="{26E24B7B-18AE-4479-9FBE-2E17B2337522}" destId="{BD1EC750-1CCD-4541-99BD-FF0E50BA1238}" srcOrd="5" destOrd="0" parTransId="{7DDDD742-0F28-471A-B93B-AB5D319931E9}" sibTransId="{AF3236C1-521D-4755-A98B-1593D146F6A6}"/>
    <dgm:cxn modelId="{C7F8918B-3AAB-4F16-B01B-6CF9B8B419CF}" type="presOf" srcId="{743F74AA-94E9-49D2-AB23-77FE79D63A65}" destId="{199B5677-DCF4-445E-8E90-D7A80ACE74D6}" srcOrd="0" destOrd="4" presId="urn:microsoft.com/office/officeart/2005/8/layout/hList1"/>
    <dgm:cxn modelId="{9BDF9D8D-36E3-4F71-B49B-640B5BCD28E2}" type="presOf" srcId="{50879049-E04F-4BDD-8154-BC563087FE63}" destId="{CDF39851-ADBF-4393-9AB2-98DDEE3237B2}" srcOrd="0" destOrd="5" presId="urn:microsoft.com/office/officeart/2005/8/layout/hList1"/>
    <dgm:cxn modelId="{C57D558E-9088-47A8-B48E-F42859E86FBB}" type="presOf" srcId="{E23635CE-E3C6-45C6-BFC0-8CE523D6B1E9}" destId="{FD162D3A-1177-4F1B-9F5D-C4AE692DD6E1}" srcOrd="0" destOrd="3" presId="urn:microsoft.com/office/officeart/2005/8/layout/hList1"/>
    <dgm:cxn modelId="{C2C4F693-0128-44D8-94A8-8BB9192E0B20}" srcId="{9CADE8BE-541D-4FD1-9169-0E440327B252}" destId="{616AF4CE-31B5-429C-B407-AE3C5A0AA55A}" srcOrd="0" destOrd="0" parTransId="{F7B8866F-570F-4BE7-8F56-C1F3A13066F3}" sibTransId="{09F3DA1F-4952-4CE8-BC5A-C23F7E82F30D}"/>
    <dgm:cxn modelId="{87175F94-BB53-4076-938B-B899EC956AF1}" srcId="{550A08EB-CCFF-49B8-AB7D-831F151099E6}" destId="{9F4E15AE-00E4-48BA-89E0-E4C7DFD38EDC}" srcOrd="5" destOrd="0" parTransId="{15AB9D50-F6F0-4B84-8A47-14477A84A6AA}" sibTransId="{F9009B73-341F-4692-B50C-EF3A12B5B6ED}"/>
    <dgm:cxn modelId="{C1442699-C131-47DB-8534-77876F80E8C1}" srcId="{26E24B7B-18AE-4479-9FBE-2E17B2337522}" destId="{11E1FACD-1647-4D2D-ACEA-38C9A2DF9923}" srcOrd="4" destOrd="0" parTransId="{CF46E768-DA15-4B17-905E-C49D18388F49}" sibTransId="{CB34AE3F-5F2D-4651-846A-351E53DF9903}"/>
    <dgm:cxn modelId="{474714A1-CD7C-4973-AC45-33B128E41858}" srcId="{550A08EB-CCFF-49B8-AB7D-831F151099E6}" destId="{C9C013EF-A9E0-469B-B170-2A5B7CA63E69}" srcOrd="6" destOrd="0" parTransId="{FACBFB8A-8DC8-480E-85B2-72A4CD696F08}" sibTransId="{7DB0EA9B-A582-4EDF-94DA-0634B3F0B3B4}"/>
    <dgm:cxn modelId="{1E367FA3-11E0-4464-8A8C-26606A8AB4A1}" type="presOf" srcId="{FEA88953-B508-46BC-8BAA-BD5CDB798916}" destId="{CDF39851-ADBF-4393-9AB2-98DDEE3237B2}" srcOrd="0" destOrd="3" presId="urn:microsoft.com/office/officeart/2005/8/layout/hList1"/>
    <dgm:cxn modelId="{AF4784A5-E756-40BC-AE03-1802919E28CA}" srcId="{550A08EB-CCFF-49B8-AB7D-831F151099E6}" destId="{F014886B-2B90-4F25-8844-9AA9B80DCDCE}" srcOrd="1" destOrd="0" parTransId="{7B1DBFC4-461E-4375-A85C-A80D5E6B05CE}" sibTransId="{BCCBB2F4-4EF6-4396-BEC6-B44D41695CC1}"/>
    <dgm:cxn modelId="{E0A323A6-6BD2-4B23-8165-A495587CD201}" srcId="{B64D22C4-BC7F-423A-8177-8EAE6ABC0ED9}" destId="{2CA52456-0268-40E1-9D06-40924D192764}" srcOrd="6" destOrd="0" parTransId="{7D657299-D156-4CD0-BD33-E7C24AF8388A}" sibTransId="{95D8B46A-3389-462B-B2D4-B24F30F38984}"/>
    <dgm:cxn modelId="{8048ECA6-0450-4F1C-A49F-56CA414AE65D}" type="presOf" srcId="{9CADE8BE-541D-4FD1-9169-0E440327B252}" destId="{6CA5CB89-965F-46F4-AB63-5A87591C812D}" srcOrd="0" destOrd="0" presId="urn:microsoft.com/office/officeart/2005/8/layout/hList1"/>
    <dgm:cxn modelId="{2E2CFAA7-1867-49FF-A83C-8CB9AB57786F}" srcId="{A037A994-827C-42E7-B50A-DEED8C186439}" destId="{9CADE8BE-541D-4FD1-9169-0E440327B252}" srcOrd="3" destOrd="0" parTransId="{559AD12E-32B4-4ABA-B38B-2325EFB8E2C8}" sibTransId="{FFBE46E7-AC1B-4716-92DF-87EA7DC9A7AB}"/>
    <dgm:cxn modelId="{4245E8A9-1AA3-42FF-976B-8EE610F26A16}" type="presOf" srcId="{E17797C9-F837-4066-A39A-CB5AEC5B2C96}" destId="{FD162D3A-1177-4F1B-9F5D-C4AE692DD6E1}" srcOrd="0" destOrd="6" presId="urn:microsoft.com/office/officeart/2005/8/layout/hList1"/>
    <dgm:cxn modelId="{D40227AA-1E7B-4523-B68C-720B057A8656}" type="presOf" srcId="{26E24B7B-18AE-4479-9FBE-2E17B2337522}" destId="{C5CC311C-3919-4641-BC63-F2C27F3911F7}" srcOrd="0" destOrd="0" presId="urn:microsoft.com/office/officeart/2005/8/layout/hList1"/>
    <dgm:cxn modelId="{5C7A6CAA-BDB1-422D-B735-347453C5BCF7}" srcId="{9CADE8BE-541D-4FD1-9169-0E440327B252}" destId="{E23635CE-E3C6-45C6-BFC0-8CE523D6B1E9}" srcOrd="3" destOrd="0" parTransId="{89171C77-402D-46CD-9A42-E96402709E94}" sibTransId="{30D6AEB3-1205-4C24-B8BA-3F53549EB82D}"/>
    <dgm:cxn modelId="{3634DFB1-A9FC-4AE5-BD3A-AA42CCE27A81}" type="presOf" srcId="{A037A994-827C-42E7-B50A-DEED8C186439}" destId="{6D53399A-5884-467E-86CA-D99166CE94EE}" srcOrd="0" destOrd="0" presId="urn:microsoft.com/office/officeart/2005/8/layout/hList1"/>
    <dgm:cxn modelId="{69027DBE-656E-4420-B6F5-C85EE87FE450}" type="presOf" srcId="{561725C3-51B1-4DF2-9532-245467417AEF}" destId="{199B5677-DCF4-445E-8E90-D7A80ACE74D6}" srcOrd="0" destOrd="3" presId="urn:microsoft.com/office/officeart/2005/8/layout/hList1"/>
    <dgm:cxn modelId="{8EAFFBC1-0C10-41B3-96AD-AFF2EF56C052}" srcId="{26E24B7B-18AE-4479-9FBE-2E17B2337522}" destId="{7F4168F8-D530-4B8F-A626-66B9006698B6}" srcOrd="3" destOrd="0" parTransId="{344457BC-4070-4971-8996-782A1AF98BB3}" sibTransId="{2A914187-80C7-4341-818E-B19556794106}"/>
    <dgm:cxn modelId="{3ED4B4DA-B326-45B7-842B-4BE828DD6A56}" srcId="{9CADE8BE-541D-4FD1-9169-0E440327B252}" destId="{0E6F8292-852C-4799-A8C3-7C0FF6383453}" srcOrd="4" destOrd="0" parTransId="{3F06E823-37AF-40BB-B7CB-3C1733F93735}" sibTransId="{8D32D7E6-772D-41CE-8759-C8A5351E1BD7}"/>
    <dgm:cxn modelId="{044E50DD-B6CD-4B13-94E8-26A3EF3A72CE}" srcId="{550A08EB-CCFF-49B8-AB7D-831F151099E6}" destId="{561725C3-51B1-4DF2-9532-245467417AEF}" srcOrd="3" destOrd="0" parTransId="{CE2CEF55-9F88-401E-9DD9-20502A444965}" sibTransId="{5804D9FC-8939-4795-ACE1-1D507BC27513}"/>
    <dgm:cxn modelId="{16985DDE-B880-48A9-BE07-1BCC93C5E1B2}" type="presOf" srcId="{710AB261-73C7-41C7-8130-7A9BE89CB80E}" destId="{CDF39851-ADBF-4393-9AB2-98DDEE3237B2}" srcOrd="0" destOrd="1" presId="urn:microsoft.com/office/officeart/2005/8/layout/hList1"/>
    <dgm:cxn modelId="{2D9D51E2-976C-4A14-950A-20781632F032}" srcId="{A037A994-827C-42E7-B50A-DEED8C186439}" destId="{550A08EB-CCFF-49B8-AB7D-831F151099E6}" srcOrd="1" destOrd="0" parTransId="{B969B556-6865-47AE-94E1-0C1B6BAF6836}" sibTransId="{B343D7D5-3738-425D-8245-9F201E14713F}"/>
    <dgm:cxn modelId="{841A80F0-26F6-4D73-BD74-7F502C366203}" type="presOf" srcId="{BD1EC750-1CCD-4541-99BD-FF0E50BA1238}" destId="{0ABEC532-CB64-47AE-B338-676E4DEF4AE8}" srcOrd="0" destOrd="5" presId="urn:microsoft.com/office/officeart/2005/8/layout/hList1"/>
    <dgm:cxn modelId="{5EE3E6F0-92DE-4969-B912-8FED71C43C6E}" srcId="{26E24B7B-18AE-4479-9FBE-2E17B2337522}" destId="{1385B9E6-B849-4BCA-8DE9-7C1AFA7112C1}" srcOrd="0" destOrd="0" parTransId="{898BA4C4-7D72-4ACA-BE56-241BCB35CC9F}" sibTransId="{B0487CF5-B2D5-479B-A661-098B70A8B89D}"/>
    <dgm:cxn modelId="{3C2B21F3-BEF8-496A-BE1B-6CE3005A7458}" type="presOf" srcId="{D422C4EF-7F6D-4494-A451-051C8CF40385}" destId="{199B5677-DCF4-445E-8E90-D7A80ACE74D6}" srcOrd="0" destOrd="0" presId="urn:microsoft.com/office/officeart/2005/8/layout/hList1"/>
    <dgm:cxn modelId="{62F35EF4-048F-42AD-ABA8-33FA56B120D6}" type="presOf" srcId="{3CC5C86C-915A-4706-9544-35FA5E980EF1}" destId="{0ABEC532-CB64-47AE-B338-676E4DEF4AE8}" srcOrd="0" destOrd="6" presId="urn:microsoft.com/office/officeart/2005/8/layout/hList1"/>
    <dgm:cxn modelId="{D7AAE7F7-4A4B-4D69-A43A-D751F63B0A96}" srcId="{9CADE8BE-541D-4FD1-9169-0E440327B252}" destId="{1B0E1FDC-370C-4FCA-8DE4-1D7038E1446F}" srcOrd="2" destOrd="0" parTransId="{3157D9C9-26A3-4C4B-9816-6E7467BBDB00}" sibTransId="{11AF3D02-845C-49BE-8C0C-60BEA197819E}"/>
    <dgm:cxn modelId="{248DCD46-984B-41DA-8720-2D115D8A46EA}" type="presParOf" srcId="{6D53399A-5884-467E-86CA-D99166CE94EE}" destId="{540817C1-6561-4991-914A-AC9A8A9EB302}" srcOrd="0" destOrd="0" presId="urn:microsoft.com/office/officeart/2005/8/layout/hList1"/>
    <dgm:cxn modelId="{0EA2D5FA-6418-43C8-8652-F68EF7D77D25}" type="presParOf" srcId="{540817C1-6561-4991-914A-AC9A8A9EB302}" destId="{C5CC311C-3919-4641-BC63-F2C27F3911F7}" srcOrd="0" destOrd="0" presId="urn:microsoft.com/office/officeart/2005/8/layout/hList1"/>
    <dgm:cxn modelId="{C808E581-FCA5-4FA3-8731-576CCE4DD6BC}" type="presParOf" srcId="{540817C1-6561-4991-914A-AC9A8A9EB302}" destId="{0ABEC532-CB64-47AE-B338-676E4DEF4AE8}" srcOrd="1" destOrd="0" presId="urn:microsoft.com/office/officeart/2005/8/layout/hList1"/>
    <dgm:cxn modelId="{46911B77-0A09-4D8A-99D5-F5D318970807}" type="presParOf" srcId="{6D53399A-5884-467E-86CA-D99166CE94EE}" destId="{4FF28CF3-D3D4-4509-9CD8-635D2A2B48D5}" srcOrd="1" destOrd="0" presId="urn:microsoft.com/office/officeart/2005/8/layout/hList1"/>
    <dgm:cxn modelId="{526F2F71-40A1-4796-81D5-0242C669CE54}" type="presParOf" srcId="{6D53399A-5884-467E-86CA-D99166CE94EE}" destId="{B1215D73-9592-40B0-BF73-115571C162C3}" srcOrd="2" destOrd="0" presId="urn:microsoft.com/office/officeart/2005/8/layout/hList1"/>
    <dgm:cxn modelId="{DEC2A7A0-5A1B-465B-8A46-55E4218CEAA3}" type="presParOf" srcId="{B1215D73-9592-40B0-BF73-115571C162C3}" destId="{442A170E-5354-45BE-8146-0D4F1C9FE201}" srcOrd="0" destOrd="0" presId="urn:microsoft.com/office/officeart/2005/8/layout/hList1"/>
    <dgm:cxn modelId="{60979978-3D9D-4C8C-B318-6117A2822BCC}" type="presParOf" srcId="{B1215D73-9592-40B0-BF73-115571C162C3}" destId="{199B5677-DCF4-445E-8E90-D7A80ACE74D6}" srcOrd="1" destOrd="0" presId="urn:microsoft.com/office/officeart/2005/8/layout/hList1"/>
    <dgm:cxn modelId="{B758AFC9-872F-486D-840D-8D78ED82ADE3}" type="presParOf" srcId="{6D53399A-5884-467E-86CA-D99166CE94EE}" destId="{5C802360-C7B3-42EE-BC76-48C1764341A9}" srcOrd="3" destOrd="0" presId="urn:microsoft.com/office/officeart/2005/8/layout/hList1"/>
    <dgm:cxn modelId="{27F6DFC9-D9A6-4E40-A0C9-2D8C44278FC8}" type="presParOf" srcId="{6D53399A-5884-467E-86CA-D99166CE94EE}" destId="{58C510F1-61E7-45EA-918C-765B528A3582}" srcOrd="4" destOrd="0" presId="urn:microsoft.com/office/officeart/2005/8/layout/hList1"/>
    <dgm:cxn modelId="{D9679029-FF8B-4B96-8D45-E1E8BCA56A50}" type="presParOf" srcId="{58C510F1-61E7-45EA-918C-765B528A3582}" destId="{7D1C3BE7-B630-41F4-9BA8-24F013FC4CCD}" srcOrd="0" destOrd="0" presId="urn:microsoft.com/office/officeart/2005/8/layout/hList1"/>
    <dgm:cxn modelId="{74ACBAC0-55D0-4698-B209-06D468E0F1A7}" type="presParOf" srcId="{58C510F1-61E7-45EA-918C-765B528A3582}" destId="{CDF39851-ADBF-4393-9AB2-98DDEE3237B2}" srcOrd="1" destOrd="0" presId="urn:microsoft.com/office/officeart/2005/8/layout/hList1"/>
    <dgm:cxn modelId="{B989447A-F42C-4AEB-BD06-5C01AE212BD7}" type="presParOf" srcId="{6D53399A-5884-467E-86CA-D99166CE94EE}" destId="{E6E396AE-CEF9-4D2F-A301-18CA21F553FA}" srcOrd="5" destOrd="0" presId="urn:microsoft.com/office/officeart/2005/8/layout/hList1"/>
    <dgm:cxn modelId="{929C0D2E-5466-4054-8100-6B289EBD5F22}" type="presParOf" srcId="{6D53399A-5884-467E-86CA-D99166CE94EE}" destId="{A6F9BEA1-EBF6-4A5F-8B30-8ABBB20D99B0}" srcOrd="6" destOrd="0" presId="urn:microsoft.com/office/officeart/2005/8/layout/hList1"/>
    <dgm:cxn modelId="{7CD274B2-EDBF-4D3D-8130-60417F26A849}" type="presParOf" srcId="{A6F9BEA1-EBF6-4A5F-8B30-8ABBB20D99B0}" destId="{6CA5CB89-965F-46F4-AB63-5A87591C812D}" srcOrd="0" destOrd="0" presId="urn:microsoft.com/office/officeart/2005/8/layout/hList1"/>
    <dgm:cxn modelId="{628E438B-7306-4510-84EF-EB34DBAB2353}" type="presParOf" srcId="{A6F9BEA1-EBF6-4A5F-8B30-8ABBB20D99B0}" destId="{FD162D3A-1177-4F1B-9F5D-C4AE692DD6E1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CC311C-3919-4641-BC63-F2C27F3911F7}">
      <dsp:nvSpPr>
        <dsp:cNvPr id="0" name=""/>
        <dsp:cNvSpPr/>
      </dsp:nvSpPr>
      <dsp:spPr>
        <a:xfrm>
          <a:off x="2965" y="4914"/>
          <a:ext cx="1783450" cy="662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100" b="1" kern="1200" dirty="0"/>
            <a:t>2022</a:t>
          </a:r>
        </a:p>
      </dsp:txBody>
      <dsp:txXfrm>
        <a:off x="2965" y="4914"/>
        <a:ext cx="1783450" cy="662400"/>
      </dsp:txXfrm>
    </dsp:sp>
    <dsp:sp modelId="{0ABEC532-CB64-47AE-B338-676E4DEF4AE8}">
      <dsp:nvSpPr>
        <dsp:cNvPr id="0" name=""/>
        <dsp:cNvSpPr/>
      </dsp:nvSpPr>
      <dsp:spPr>
        <a:xfrm>
          <a:off x="2965" y="667314"/>
          <a:ext cx="1783450" cy="104172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35560" bIns="40005" numCol="1" spcCol="1270" anchor="t" anchorCtr="0">
          <a:noAutofit/>
        </a:bodyPr>
        <a:lstStyle/>
        <a:p>
          <a:pPr marL="57150" lvl="1" indent="-57150" algn="l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800" b="0" kern="1200" dirty="0" err="1"/>
            <a:t>KaMpfumu</a:t>
          </a:r>
          <a:r>
            <a:rPr lang="pt-PT" sz="800" b="1" kern="1200" dirty="0"/>
            <a:t>: 		</a:t>
          </a:r>
          <a:r>
            <a:rPr lang="en-US" sz="800" kern="1200" dirty="0"/>
            <a:t>9736</a:t>
          </a:r>
          <a:endParaRPr lang="pt-PT" sz="800" kern="1200" dirty="0"/>
        </a:p>
        <a:p>
          <a:pPr marL="57150" lvl="1" indent="-57150" algn="l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Nhlamankulu</a:t>
          </a:r>
          <a:r>
            <a:rPr lang="pt-PT" sz="800" b="1" kern="1200" dirty="0"/>
            <a:t>:		</a:t>
          </a:r>
          <a:r>
            <a:rPr lang="en-US" sz="800" b="1" kern="1200" dirty="0"/>
            <a:t>11526</a:t>
          </a:r>
          <a:endParaRPr lang="pt-PT" sz="800" b="0" kern="1200" dirty="0"/>
        </a:p>
        <a:p>
          <a:pPr marL="57150" lvl="1" indent="-57150" algn="l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800" kern="1200" dirty="0" err="1"/>
            <a:t>KaMaxakeni</a:t>
          </a:r>
          <a:r>
            <a:rPr lang="en-US" sz="800" kern="1200" dirty="0"/>
            <a:t>: 		1791</a:t>
          </a:r>
          <a:endParaRPr lang="pt-PT" sz="800" b="0" kern="1200" dirty="0"/>
        </a:p>
        <a:p>
          <a:pPr marL="57150" lvl="1" indent="-57150" algn="l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800" kern="1200" dirty="0" err="1"/>
            <a:t>KaMavota</a:t>
          </a:r>
          <a:r>
            <a:rPr lang="en-US" sz="800" kern="1200" dirty="0"/>
            <a:t>: 		9272</a:t>
          </a:r>
          <a:endParaRPr lang="pt-PT" sz="800" b="0" kern="1200" dirty="0"/>
        </a:p>
        <a:p>
          <a:pPr marL="57150" lvl="1" indent="-57150" algn="l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800" kern="1200" dirty="0" err="1"/>
            <a:t>KaMubukwana</a:t>
          </a:r>
          <a:r>
            <a:rPr lang="en-US" sz="800" kern="1200" dirty="0"/>
            <a:t>: 	2740</a:t>
          </a:r>
          <a:endParaRPr lang="pt-PT" sz="800" b="0" kern="1200" dirty="0"/>
        </a:p>
        <a:p>
          <a:pPr marL="57150" lvl="1" indent="-57150" algn="l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800" kern="1200" dirty="0" err="1"/>
            <a:t>KaTembe</a:t>
          </a:r>
          <a:r>
            <a:rPr lang="en-US" sz="800" kern="1200" dirty="0"/>
            <a:t>: 		416</a:t>
          </a:r>
          <a:endParaRPr lang="pt-PT" sz="800" b="0" kern="1200" dirty="0"/>
        </a:p>
        <a:p>
          <a:pPr marL="57150" lvl="1" indent="-57150" algn="l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800" kern="1200" dirty="0"/>
            <a:t>KaNyaka		90</a:t>
          </a:r>
          <a:endParaRPr lang="pt-PT" sz="800" b="0" kern="1200" dirty="0"/>
        </a:p>
      </dsp:txBody>
      <dsp:txXfrm>
        <a:off x="2965" y="667314"/>
        <a:ext cx="1783450" cy="1041727"/>
      </dsp:txXfrm>
    </dsp:sp>
    <dsp:sp modelId="{442A170E-5354-45BE-8146-0D4F1C9FE201}">
      <dsp:nvSpPr>
        <dsp:cNvPr id="0" name=""/>
        <dsp:cNvSpPr/>
      </dsp:nvSpPr>
      <dsp:spPr>
        <a:xfrm>
          <a:off x="2036099" y="4914"/>
          <a:ext cx="1783450" cy="662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100" b="1" kern="1200" dirty="0"/>
            <a:t>2023</a:t>
          </a:r>
        </a:p>
      </dsp:txBody>
      <dsp:txXfrm>
        <a:off x="2036099" y="4914"/>
        <a:ext cx="1783450" cy="662400"/>
      </dsp:txXfrm>
    </dsp:sp>
    <dsp:sp modelId="{199B5677-DCF4-445E-8E90-D7A80ACE74D6}">
      <dsp:nvSpPr>
        <dsp:cNvPr id="0" name=""/>
        <dsp:cNvSpPr/>
      </dsp:nvSpPr>
      <dsp:spPr>
        <a:xfrm>
          <a:off x="2036099" y="667314"/>
          <a:ext cx="1783450" cy="104172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672" tIns="42672" rIns="56896" bIns="64008" numCol="1" spcCol="1270" anchor="ctr" anchorCtr="0">
          <a:noAutofit/>
        </a:bodyPr>
        <a:lstStyle/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800" b="0" kern="1200" dirty="0" err="1"/>
            <a:t>KaMpfumu</a:t>
          </a:r>
          <a:r>
            <a:rPr lang="pt-PT" sz="800" b="1" kern="1200" dirty="0"/>
            <a:t>: 		</a:t>
          </a:r>
          <a:r>
            <a:rPr lang="en-US" sz="800" kern="1200" dirty="0"/>
            <a:t>11449</a:t>
          </a:r>
          <a:endParaRPr lang="pt-PT" sz="80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Nhlamankulu</a:t>
          </a:r>
          <a:r>
            <a:rPr lang="pt-PT" sz="800" b="1" kern="1200" dirty="0"/>
            <a:t>: 	</a:t>
          </a:r>
          <a:r>
            <a:rPr lang="en-US" sz="800" b="0" kern="1200" dirty="0"/>
            <a:t>11863</a:t>
          </a:r>
          <a:endParaRPr lang="pt-PT" sz="800" b="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KaMaxakeni</a:t>
          </a:r>
          <a:r>
            <a:rPr lang="en-US" sz="800" kern="1200" dirty="0"/>
            <a:t>: 		1888</a:t>
          </a:r>
          <a:endParaRPr lang="pt-PT" sz="800" b="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KaMavota</a:t>
          </a:r>
          <a:r>
            <a:rPr lang="en-US" sz="800" kern="1200" dirty="0"/>
            <a:t>: 		9335</a:t>
          </a:r>
          <a:endParaRPr lang="pt-PT" sz="800" b="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KaMubukwana</a:t>
          </a:r>
          <a:r>
            <a:rPr lang="en-US" sz="800" kern="1200" dirty="0"/>
            <a:t>: 	2670</a:t>
          </a:r>
          <a:endParaRPr lang="pt-PT" sz="800" b="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KaTembe</a:t>
          </a:r>
          <a:r>
            <a:rPr lang="en-US" sz="800" kern="1200" dirty="0"/>
            <a:t>: 		435</a:t>
          </a:r>
          <a:endParaRPr lang="pt-PT" sz="800" b="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KaNyaka		75</a:t>
          </a:r>
          <a:endParaRPr lang="pt-PT" sz="800" b="0" kern="1200" dirty="0"/>
        </a:p>
      </dsp:txBody>
      <dsp:txXfrm>
        <a:off x="2036099" y="667314"/>
        <a:ext cx="1783450" cy="1041727"/>
      </dsp:txXfrm>
    </dsp:sp>
    <dsp:sp modelId="{7D1C3BE7-B630-41F4-9BA8-24F013FC4CCD}">
      <dsp:nvSpPr>
        <dsp:cNvPr id="0" name=""/>
        <dsp:cNvSpPr/>
      </dsp:nvSpPr>
      <dsp:spPr>
        <a:xfrm>
          <a:off x="4069232" y="4914"/>
          <a:ext cx="1783450" cy="662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100" b="1" kern="1200" dirty="0"/>
            <a:t>2024</a:t>
          </a:r>
        </a:p>
      </dsp:txBody>
      <dsp:txXfrm>
        <a:off x="4069232" y="4914"/>
        <a:ext cx="1783450" cy="662400"/>
      </dsp:txXfrm>
    </dsp:sp>
    <dsp:sp modelId="{CDF39851-ADBF-4393-9AB2-98DDEE3237B2}">
      <dsp:nvSpPr>
        <dsp:cNvPr id="0" name=""/>
        <dsp:cNvSpPr/>
      </dsp:nvSpPr>
      <dsp:spPr>
        <a:xfrm>
          <a:off x="4069232" y="667314"/>
          <a:ext cx="1783450" cy="104172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672" tIns="42672" rIns="56896" bIns="64008" numCol="1" spcCol="1270" anchor="ctr" anchorCtr="0">
          <a:noAutofit/>
        </a:bodyPr>
        <a:lstStyle/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800" b="0" kern="1200" dirty="0" err="1"/>
            <a:t>KaMpfumu</a:t>
          </a:r>
          <a:r>
            <a:rPr lang="pt-PT" sz="800" b="1" kern="1200" dirty="0"/>
            <a:t>: 		9676</a:t>
          </a:r>
          <a:endParaRPr lang="pt-PT" sz="80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Nhlamankulu</a:t>
          </a:r>
          <a:r>
            <a:rPr lang="pt-PT" sz="800" b="1" kern="1200" dirty="0"/>
            <a:t>: 	</a:t>
          </a:r>
          <a:r>
            <a:rPr lang="en-US" sz="800" b="0" kern="1200" dirty="0"/>
            <a:t>11472</a:t>
          </a:r>
          <a:endParaRPr lang="pt-PT" sz="800" b="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KaMaxakeni</a:t>
          </a:r>
          <a:r>
            <a:rPr lang="en-US" sz="800" kern="1200" dirty="0"/>
            <a:t>: 		1408</a:t>
          </a:r>
          <a:endParaRPr lang="pt-PT" sz="800" b="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KaMavota</a:t>
          </a:r>
          <a:r>
            <a:rPr lang="en-US" sz="800" kern="1200" dirty="0"/>
            <a:t>: 		9323</a:t>
          </a:r>
          <a:endParaRPr lang="pt-PT" sz="800" b="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KaMubukwana</a:t>
          </a:r>
          <a:r>
            <a:rPr lang="en-US" sz="800" kern="1200" dirty="0"/>
            <a:t>: 	2732</a:t>
          </a:r>
          <a:endParaRPr lang="pt-PT" sz="800" b="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KaTembe</a:t>
          </a:r>
          <a:r>
            <a:rPr lang="en-US" sz="800" kern="1200" dirty="0"/>
            <a:t>: 		458</a:t>
          </a:r>
          <a:endParaRPr lang="pt-PT" sz="800" b="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KaNyaka		80</a:t>
          </a:r>
          <a:endParaRPr lang="pt-PT" sz="800" b="0" kern="1200" dirty="0"/>
        </a:p>
      </dsp:txBody>
      <dsp:txXfrm>
        <a:off x="4069232" y="667314"/>
        <a:ext cx="1783450" cy="1041727"/>
      </dsp:txXfrm>
    </dsp:sp>
    <dsp:sp modelId="{6CA5CB89-965F-46F4-AB63-5A87591C812D}">
      <dsp:nvSpPr>
        <dsp:cNvPr id="0" name=""/>
        <dsp:cNvSpPr/>
      </dsp:nvSpPr>
      <dsp:spPr>
        <a:xfrm>
          <a:off x="6102365" y="4914"/>
          <a:ext cx="1783450" cy="662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100" b="1" kern="1200" dirty="0"/>
            <a:t>2025</a:t>
          </a:r>
        </a:p>
      </dsp:txBody>
      <dsp:txXfrm>
        <a:off x="6102365" y="4914"/>
        <a:ext cx="1783450" cy="662400"/>
      </dsp:txXfrm>
    </dsp:sp>
    <dsp:sp modelId="{FD162D3A-1177-4F1B-9F5D-C4AE692DD6E1}">
      <dsp:nvSpPr>
        <dsp:cNvPr id="0" name=""/>
        <dsp:cNvSpPr/>
      </dsp:nvSpPr>
      <dsp:spPr>
        <a:xfrm>
          <a:off x="6102365" y="667314"/>
          <a:ext cx="1783450" cy="104172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672" tIns="42672" rIns="56896" bIns="64008" numCol="1" spcCol="1270" anchor="ctr" anchorCtr="0">
          <a:noAutofit/>
        </a:bodyPr>
        <a:lstStyle/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800" b="0" kern="1200" dirty="0" err="1"/>
            <a:t>KaMpfumu</a:t>
          </a:r>
          <a:r>
            <a:rPr lang="pt-PT" sz="800" b="1" kern="1200" dirty="0"/>
            <a:t>: 		</a:t>
          </a:r>
          <a:r>
            <a:rPr lang="pt-PT" sz="800" kern="1200" dirty="0"/>
            <a:t>2372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Nhlamankulu</a:t>
          </a:r>
          <a:r>
            <a:rPr lang="pt-PT" sz="800" b="1" kern="1200" dirty="0"/>
            <a:t>: 	</a:t>
          </a:r>
          <a:r>
            <a:rPr lang="pt-PT" sz="800" b="0" kern="1200" dirty="0"/>
            <a:t>2528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KaMaxakeni</a:t>
          </a:r>
          <a:r>
            <a:rPr lang="en-US" sz="800" kern="1200" dirty="0"/>
            <a:t>: 		328</a:t>
          </a:r>
          <a:endParaRPr lang="pt-PT" sz="800" b="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KaMavota</a:t>
          </a:r>
          <a:r>
            <a:rPr lang="en-US" sz="800" kern="1200" dirty="0"/>
            <a:t>: 		2252</a:t>
          </a:r>
          <a:endParaRPr lang="pt-PT" sz="800" b="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KaMubukwana</a:t>
          </a:r>
          <a:r>
            <a:rPr lang="en-US" sz="800" kern="1200" dirty="0"/>
            <a:t>: 	552</a:t>
          </a:r>
          <a:endParaRPr lang="pt-PT" sz="800" b="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KaTembe</a:t>
          </a:r>
          <a:r>
            <a:rPr lang="en-US" sz="800" kern="1200" dirty="0"/>
            <a:t>: 		92</a:t>
          </a:r>
          <a:endParaRPr lang="pt-PT" sz="800" b="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KaNyaka		13</a:t>
          </a:r>
          <a:endParaRPr lang="pt-PT" sz="800" b="0" kern="1200" dirty="0"/>
        </a:p>
      </dsp:txBody>
      <dsp:txXfrm>
        <a:off x="6102365" y="667314"/>
        <a:ext cx="1783450" cy="104172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CC311C-3919-4641-BC63-F2C27F3911F7}">
      <dsp:nvSpPr>
        <dsp:cNvPr id="0" name=""/>
        <dsp:cNvSpPr/>
      </dsp:nvSpPr>
      <dsp:spPr>
        <a:xfrm>
          <a:off x="3697" y="2515"/>
          <a:ext cx="1417515" cy="5670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100" b="1" kern="1200" dirty="0"/>
            <a:t>2012</a:t>
          </a:r>
        </a:p>
      </dsp:txBody>
      <dsp:txXfrm>
        <a:off x="3697" y="2515"/>
        <a:ext cx="1417515" cy="567006"/>
      </dsp:txXfrm>
    </dsp:sp>
    <dsp:sp modelId="{0ABEC532-CB64-47AE-B338-676E4DEF4AE8}">
      <dsp:nvSpPr>
        <dsp:cNvPr id="0" name=""/>
        <dsp:cNvSpPr/>
      </dsp:nvSpPr>
      <dsp:spPr>
        <a:xfrm>
          <a:off x="3697" y="569521"/>
          <a:ext cx="1417515" cy="11419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35560" bIns="40005" numCol="1" spcCol="1270" anchor="t" anchorCtr="0">
          <a:noAutofit/>
        </a:bodyPr>
        <a:lstStyle/>
        <a:p>
          <a:pPr marL="57150" lvl="1" indent="-57150" algn="l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800" b="0" kern="1200" dirty="0" err="1"/>
            <a:t>KaMpfumu</a:t>
          </a:r>
          <a:r>
            <a:rPr lang="pt-PT" sz="800" b="1" kern="1200" dirty="0"/>
            <a:t>: 		</a:t>
          </a:r>
          <a:r>
            <a:rPr lang="en-US" sz="800" kern="1200" dirty="0"/>
            <a:t>23</a:t>
          </a:r>
          <a:endParaRPr lang="pt-PT" sz="800" kern="1200" dirty="0"/>
        </a:p>
        <a:p>
          <a:pPr marL="57150" lvl="1" indent="-57150" algn="l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Nhlamankulu</a:t>
          </a:r>
          <a:r>
            <a:rPr lang="pt-PT" sz="800" b="1" kern="1200" dirty="0"/>
            <a:t>: 	</a:t>
          </a:r>
          <a:r>
            <a:rPr lang="en-US" sz="800" b="0" kern="1200" dirty="0"/>
            <a:t>144</a:t>
          </a:r>
          <a:endParaRPr lang="pt-PT" sz="800" b="0" kern="1200" dirty="0"/>
        </a:p>
        <a:p>
          <a:pPr marL="57150" lvl="1" indent="-57150" algn="l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800" kern="1200" dirty="0" err="1"/>
            <a:t>KaMaxakeni</a:t>
          </a:r>
          <a:r>
            <a:rPr lang="en-US" sz="800" kern="1200" dirty="0"/>
            <a:t>: 		51</a:t>
          </a:r>
          <a:endParaRPr lang="pt-PT" sz="800" b="0" kern="1200" dirty="0"/>
        </a:p>
        <a:p>
          <a:pPr marL="57150" lvl="1" indent="-57150" algn="l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800" kern="1200" dirty="0" err="1"/>
            <a:t>KaMavota</a:t>
          </a:r>
          <a:r>
            <a:rPr lang="en-US" sz="800" kern="1200" dirty="0"/>
            <a:t>: 		186</a:t>
          </a:r>
          <a:endParaRPr lang="pt-PT" sz="800" b="0" kern="1200" dirty="0"/>
        </a:p>
        <a:p>
          <a:pPr marL="57150" lvl="1" indent="-57150" algn="l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800" kern="1200" dirty="0" err="1"/>
            <a:t>KaMubukwana</a:t>
          </a:r>
          <a:r>
            <a:rPr lang="en-US" sz="800" kern="1200" dirty="0"/>
            <a:t>: 	54</a:t>
          </a:r>
          <a:endParaRPr lang="pt-PT" sz="800" b="0" kern="1200" dirty="0"/>
        </a:p>
        <a:p>
          <a:pPr marL="57150" lvl="1" indent="-57150" algn="l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800" kern="1200" dirty="0" err="1"/>
            <a:t>KaTembe</a:t>
          </a:r>
          <a:r>
            <a:rPr lang="en-US" sz="800" kern="1200" dirty="0"/>
            <a:t>: 		11</a:t>
          </a:r>
          <a:endParaRPr lang="pt-PT" sz="800" b="0" kern="1200" dirty="0"/>
        </a:p>
        <a:p>
          <a:pPr marL="57150" lvl="1" indent="-57150" algn="l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800" kern="1200" dirty="0"/>
            <a:t>KaNyaka		0</a:t>
          </a:r>
          <a:endParaRPr lang="pt-PT" sz="800" b="0" kern="1200" dirty="0"/>
        </a:p>
      </dsp:txBody>
      <dsp:txXfrm>
        <a:off x="3697" y="569521"/>
        <a:ext cx="1417515" cy="1141920"/>
      </dsp:txXfrm>
    </dsp:sp>
    <dsp:sp modelId="{442A170E-5354-45BE-8146-0D4F1C9FE201}">
      <dsp:nvSpPr>
        <dsp:cNvPr id="0" name=""/>
        <dsp:cNvSpPr/>
      </dsp:nvSpPr>
      <dsp:spPr>
        <a:xfrm>
          <a:off x="1619665" y="2515"/>
          <a:ext cx="1417515" cy="5670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100" b="1" kern="1200" dirty="0"/>
            <a:t>2023</a:t>
          </a:r>
        </a:p>
      </dsp:txBody>
      <dsp:txXfrm>
        <a:off x="1619665" y="2515"/>
        <a:ext cx="1417515" cy="567006"/>
      </dsp:txXfrm>
    </dsp:sp>
    <dsp:sp modelId="{199B5677-DCF4-445E-8E90-D7A80ACE74D6}">
      <dsp:nvSpPr>
        <dsp:cNvPr id="0" name=""/>
        <dsp:cNvSpPr/>
      </dsp:nvSpPr>
      <dsp:spPr>
        <a:xfrm>
          <a:off x="1619665" y="569521"/>
          <a:ext cx="1417515" cy="11419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672" tIns="42672" rIns="56896" bIns="64008" numCol="1" spcCol="1270" anchor="ctr" anchorCtr="0">
          <a:noAutofit/>
        </a:bodyPr>
        <a:lstStyle/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800" b="0" kern="1200" dirty="0" err="1"/>
            <a:t>KaMpfumu</a:t>
          </a:r>
          <a:r>
            <a:rPr lang="pt-PT" sz="800" b="1" kern="1200" dirty="0"/>
            <a:t>::		</a:t>
          </a:r>
          <a:r>
            <a:rPr lang="en-US" sz="800" b="1" kern="1200" dirty="0"/>
            <a:t>65</a:t>
          </a:r>
          <a:endParaRPr lang="pt-PT" sz="80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Nhlamankulu</a:t>
          </a:r>
          <a:r>
            <a:rPr lang="pt-PT" sz="800" b="1" kern="1200" dirty="0"/>
            <a:t>: 	</a:t>
          </a:r>
          <a:r>
            <a:rPr lang="en-US" sz="800" b="0" kern="1200" dirty="0"/>
            <a:t>190</a:t>
          </a:r>
          <a:endParaRPr lang="pt-PT" sz="800" b="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KaMaxakeni</a:t>
          </a:r>
          <a:r>
            <a:rPr lang="en-US" sz="800" kern="1200" dirty="0"/>
            <a:t>: 		26</a:t>
          </a:r>
          <a:endParaRPr lang="pt-PT" sz="800" b="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KaMavota</a:t>
          </a:r>
          <a:r>
            <a:rPr lang="en-US" sz="800" kern="1200" dirty="0"/>
            <a:t>: 		169</a:t>
          </a:r>
          <a:endParaRPr lang="pt-PT" sz="800" b="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KaMubukwana</a:t>
          </a:r>
          <a:r>
            <a:rPr lang="en-US" sz="800" kern="1200" dirty="0"/>
            <a:t>: 	66</a:t>
          </a:r>
          <a:endParaRPr lang="pt-PT" sz="800" b="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KaTembe</a:t>
          </a:r>
          <a:r>
            <a:rPr lang="en-US" sz="800" kern="1200" dirty="0"/>
            <a:t>: 		2</a:t>
          </a:r>
          <a:endParaRPr lang="pt-PT" sz="800" b="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KaNyaka		2</a:t>
          </a:r>
          <a:endParaRPr lang="pt-PT" sz="800" b="0" kern="1200" dirty="0"/>
        </a:p>
      </dsp:txBody>
      <dsp:txXfrm>
        <a:off x="1619665" y="569521"/>
        <a:ext cx="1417515" cy="1141920"/>
      </dsp:txXfrm>
    </dsp:sp>
    <dsp:sp modelId="{7D1C3BE7-B630-41F4-9BA8-24F013FC4CCD}">
      <dsp:nvSpPr>
        <dsp:cNvPr id="0" name=""/>
        <dsp:cNvSpPr/>
      </dsp:nvSpPr>
      <dsp:spPr>
        <a:xfrm>
          <a:off x="3235633" y="2515"/>
          <a:ext cx="1417515" cy="5670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100" b="1" kern="1200" dirty="0"/>
            <a:t>2024</a:t>
          </a:r>
        </a:p>
      </dsp:txBody>
      <dsp:txXfrm>
        <a:off x="3235633" y="2515"/>
        <a:ext cx="1417515" cy="567006"/>
      </dsp:txXfrm>
    </dsp:sp>
    <dsp:sp modelId="{CDF39851-ADBF-4393-9AB2-98DDEE3237B2}">
      <dsp:nvSpPr>
        <dsp:cNvPr id="0" name=""/>
        <dsp:cNvSpPr/>
      </dsp:nvSpPr>
      <dsp:spPr>
        <a:xfrm>
          <a:off x="3235633" y="569521"/>
          <a:ext cx="1417515" cy="11419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672" tIns="42672" rIns="56896" bIns="64008" numCol="1" spcCol="1270" anchor="ctr" anchorCtr="0">
          <a:noAutofit/>
        </a:bodyPr>
        <a:lstStyle/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800" b="0" kern="1200" dirty="0" err="1"/>
            <a:t>KaMpfumu</a:t>
          </a:r>
          <a:r>
            <a:rPr lang="pt-PT" sz="800" b="1" kern="1200" dirty="0"/>
            <a:t>: 		</a:t>
          </a:r>
          <a:r>
            <a:rPr lang="en-US" sz="800" kern="1200" dirty="0"/>
            <a:t>30</a:t>
          </a:r>
          <a:endParaRPr lang="pt-PT" sz="80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Nhlamankulu</a:t>
          </a:r>
          <a:r>
            <a:rPr lang="pt-PT" sz="800" b="1" kern="1200" dirty="0"/>
            <a:t>:		</a:t>
          </a:r>
          <a:r>
            <a:rPr lang="en-US" sz="800" b="0" kern="1200" dirty="0"/>
            <a:t>112</a:t>
          </a:r>
          <a:endParaRPr lang="pt-PT" sz="800" b="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KaMaxakeni</a:t>
          </a:r>
          <a:r>
            <a:rPr lang="en-US" sz="800" kern="1200" dirty="0"/>
            <a:t>: 		24</a:t>
          </a:r>
          <a:endParaRPr lang="pt-PT" sz="800" b="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KaMavota</a:t>
          </a:r>
          <a:r>
            <a:rPr lang="en-US" sz="800" kern="1200" dirty="0"/>
            <a:t>: 		198</a:t>
          </a:r>
          <a:endParaRPr lang="pt-PT" sz="800" b="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KaMubukwana</a:t>
          </a:r>
          <a:r>
            <a:rPr lang="en-US" sz="800" kern="1200" dirty="0"/>
            <a:t>: 	56</a:t>
          </a:r>
          <a:endParaRPr lang="pt-PT" sz="800" b="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KaTembe</a:t>
          </a:r>
          <a:r>
            <a:rPr lang="en-US" sz="800" kern="1200" dirty="0"/>
            <a:t>: 		13</a:t>
          </a:r>
          <a:endParaRPr lang="pt-PT" sz="800" b="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KaNyaka		0</a:t>
          </a:r>
          <a:endParaRPr lang="pt-PT" sz="800" b="0" kern="1200" dirty="0"/>
        </a:p>
      </dsp:txBody>
      <dsp:txXfrm>
        <a:off x="3235633" y="569521"/>
        <a:ext cx="1417515" cy="1141920"/>
      </dsp:txXfrm>
    </dsp:sp>
    <dsp:sp modelId="{6CA5CB89-965F-46F4-AB63-5A87591C812D}">
      <dsp:nvSpPr>
        <dsp:cNvPr id="0" name=""/>
        <dsp:cNvSpPr/>
      </dsp:nvSpPr>
      <dsp:spPr>
        <a:xfrm>
          <a:off x="4851600" y="2515"/>
          <a:ext cx="1417515" cy="5670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100" b="1" kern="1200" dirty="0"/>
            <a:t>2025</a:t>
          </a:r>
        </a:p>
      </dsp:txBody>
      <dsp:txXfrm>
        <a:off x="4851600" y="2515"/>
        <a:ext cx="1417515" cy="567006"/>
      </dsp:txXfrm>
    </dsp:sp>
    <dsp:sp modelId="{FD162D3A-1177-4F1B-9F5D-C4AE692DD6E1}">
      <dsp:nvSpPr>
        <dsp:cNvPr id="0" name=""/>
        <dsp:cNvSpPr/>
      </dsp:nvSpPr>
      <dsp:spPr>
        <a:xfrm>
          <a:off x="4851600" y="569521"/>
          <a:ext cx="1417515" cy="11419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672" tIns="42672" rIns="56896" bIns="64008" numCol="1" spcCol="1270" anchor="ctr" anchorCtr="0">
          <a:noAutofit/>
        </a:bodyPr>
        <a:lstStyle/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800" b="0" kern="1200" dirty="0" err="1"/>
            <a:t>KaMpfumu</a:t>
          </a:r>
          <a:r>
            <a:rPr lang="pt-PT" sz="800" b="1" kern="1200" dirty="0"/>
            <a:t>:		</a:t>
          </a:r>
          <a:r>
            <a:rPr lang="en-US" sz="800" kern="1200" dirty="0"/>
            <a:t>43</a:t>
          </a:r>
          <a:endParaRPr lang="pt-PT" sz="80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Nhlamankulu</a:t>
          </a:r>
          <a:r>
            <a:rPr lang="pt-PT" sz="800" b="1" kern="1200" dirty="0"/>
            <a:t>:		</a:t>
          </a:r>
          <a:r>
            <a:rPr lang="en-US" sz="800" b="0" kern="1200" dirty="0"/>
            <a:t>147</a:t>
          </a:r>
          <a:endParaRPr lang="pt-PT" sz="800" b="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KaMaxakeni</a:t>
          </a:r>
          <a:r>
            <a:rPr lang="en-US" sz="800" kern="1200" dirty="0"/>
            <a:t>: 		34</a:t>
          </a:r>
          <a:endParaRPr lang="pt-PT" sz="800" b="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KaMavota</a:t>
          </a:r>
          <a:r>
            <a:rPr lang="en-US" sz="800" kern="1200" dirty="0"/>
            <a:t>: 		209</a:t>
          </a:r>
          <a:endParaRPr lang="pt-PT" sz="800" b="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KaMubukwana</a:t>
          </a:r>
          <a:r>
            <a:rPr lang="en-US" sz="800" kern="1200" dirty="0"/>
            <a:t>: 	74</a:t>
          </a:r>
          <a:endParaRPr lang="pt-PT" sz="800" b="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KaTembe</a:t>
          </a:r>
          <a:r>
            <a:rPr lang="en-US" sz="800" kern="1200" dirty="0"/>
            <a:t>: 		6</a:t>
          </a:r>
          <a:endParaRPr lang="pt-PT" sz="800" b="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KaNyaka		0</a:t>
          </a:r>
          <a:endParaRPr lang="pt-PT" sz="800" b="0" kern="1200" dirty="0"/>
        </a:p>
      </dsp:txBody>
      <dsp:txXfrm>
        <a:off x="4851600" y="569521"/>
        <a:ext cx="1417515" cy="1141920"/>
      </dsp:txXfrm>
    </dsp:sp>
    <dsp:sp modelId="{24FF062F-D877-4551-A036-E72B18BD438A}">
      <dsp:nvSpPr>
        <dsp:cNvPr id="0" name=""/>
        <dsp:cNvSpPr/>
      </dsp:nvSpPr>
      <dsp:spPr>
        <a:xfrm>
          <a:off x="6467568" y="2515"/>
          <a:ext cx="1417515" cy="5670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latin typeface="Arial"/>
              <a:ea typeface="+mn-ea"/>
              <a:cs typeface="+mn-cs"/>
            </a:rPr>
            <a:t>2026</a:t>
          </a:r>
        </a:p>
      </dsp:txBody>
      <dsp:txXfrm>
        <a:off x="6467568" y="2515"/>
        <a:ext cx="1417515" cy="567006"/>
      </dsp:txXfrm>
    </dsp:sp>
    <dsp:sp modelId="{1D35C112-7484-42D4-9A82-C64061AC73AD}">
      <dsp:nvSpPr>
        <dsp:cNvPr id="0" name=""/>
        <dsp:cNvSpPr/>
      </dsp:nvSpPr>
      <dsp:spPr>
        <a:xfrm>
          <a:off x="6467568" y="569521"/>
          <a:ext cx="1417515" cy="11419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672" tIns="42672" rIns="56896" bIns="64008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800" b="0" kern="1200" dirty="0" err="1"/>
            <a:t>KaMpfumu</a:t>
          </a:r>
          <a:r>
            <a:rPr lang="pt-PT" sz="800" b="1" kern="1200" dirty="0"/>
            <a:t>: 		</a:t>
          </a:r>
          <a:r>
            <a:rPr lang="en-US" sz="800" kern="1200" dirty="0"/>
            <a:t>29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Nhlamankulu</a:t>
          </a:r>
          <a:r>
            <a:rPr lang="pt-PT" sz="800" b="1" kern="1200" dirty="0"/>
            <a:t>: 	</a:t>
          </a:r>
          <a:r>
            <a:rPr lang="pt-PT" sz="800" b="0" kern="1200" dirty="0"/>
            <a:t>74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KaMaxakeni</a:t>
          </a:r>
          <a:r>
            <a:rPr lang="en-US" sz="800" kern="1200" dirty="0"/>
            <a:t>: 		13</a:t>
          </a:r>
          <a:endParaRPr lang="pt-PT" sz="800" b="0" kern="1200" dirty="0"/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KaMavota</a:t>
          </a:r>
          <a:r>
            <a:rPr lang="en-US" sz="800" kern="1200" dirty="0"/>
            <a:t>: 		90</a:t>
          </a:r>
          <a:endParaRPr lang="pt-PT" sz="800" b="0" kern="1200" dirty="0"/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KaMubukwana</a:t>
          </a:r>
          <a:r>
            <a:rPr lang="en-US" sz="800" kern="1200" dirty="0"/>
            <a:t>: 	61</a:t>
          </a:r>
          <a:endParaRPr lang="pt-PT" sz="800" b="0" kern="1200" dirty="0"/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KaTembe</a:t>
          </a:r>
          <a:r>
            <a:rPr lang="en-US" sz="800" kern="1200" dirty="0"/>
            <a:t>: 		3</a:t>
          </a:r>
          <a:endParaRPr lang="pt-PT" sz="800" b="0" kern="1200" dirty="0"/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KaNyaka		0</a:t>
          </a:r>
          <a:endParaRPr lang="pt-PT" sz="800" b="0" kern="1200" dirty="0"/>
        </a:p>
      </dsp:txBody>
      <dsp:txXfrm>
        <a:off x="6467568" y="569521"/>
        <a:ext cx="1417515" cy="11419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CC311C-3919-4641-BC63-F2C27F3911F7}">
      <dsp:nvSpPr>
        <dsp:cNvPr id="0" name=""/>
        <dsp:cNvSpPr/>
      </dsp:nvSpPr>
      <dsp:spPr>
        <a:xfrm>
          <a:off x="2965" y="4914"/>
          <a:ext cx="1783450" cy="662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100" b="1" kern="1200" dirty="0"/>
            <a:t>2012</a:t>
          </a:r>
        </a:p>
      </dsp:txBody>
      <dsp:txXfrm>
        <a:off x="2965" y="4914"/>
        <a:ext cx="1783450" cy="662400"/>
      </dsp:txXfrm>
    </dsp:sp>
    <dsp:sp modelId="{0ABEC532-CB64-47AE-B338-676E4DEF4AE8}">
      <dsp:nvSpPr>
        <dsp:cNvPr id="0" name=""/>
        <dsp:cNvSpPr/>
      </dsp:nvSpPr>
      <dsp:spPr>
        <a:xfrm>
          <a:off x="2965" y="667314"/>
          <a:ext cx="1783450" cy="104172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35560" bIns="40005" numCol="1" spcCol="1270" anchor="t" anchorCtr="0">
          <a:noAutofit/>
        </a:bodyPr>
        <a:lstStyle/>
        <a:p>
          <a:pPr marL="57150" lvl="1" indent="-57150" algn="l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800" b="0" kern="1200" dirty="0" err="1"/>
            <a:t>KaMpfumu</a:t>
          </a:r>
          <a:r>
            <a:rPr lang="pt-PT" sz="800" b="1" kern="1200" dirty="0"/>
            <a:t>: 		</a:t>
          </a:r>
          <a:r>
            <a:rPr lang="en-US" sz="800" kern="1200" dirty="0"/>
            <a:t>253</a:t>
          </a:r>
          <a:endParaRPr lang="pt-PT" sz="800" kern="1200" dirty="0"/>
        </a:p>
        <a:p>
          <a:pPr marL="57150" lvl="1" indent="-57150" algn="l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Nhlamankulu</a:t>
          </a:r>
          <a:r>
            <a:rPr lang="pt-PT" sz="800" b="1" kern="1200" dirty="0"/>
            <a:t>: 	</a:t>
          </a:r>
          <a:r>
            <a:rPr lang="en-US" sz="800" b="0" kern="1200" dirty="0"/>
            <a:t>189</a:t>
          </a:r>
          <a:endParaRPr lang="pt-PT" sz="800" b="0" kern="1200" dirty="0"/>
        </a:p>
        <a:p>
          <a:pPr marL="57150" lvl="1" indent="-57150" algn="l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800" kern="1200" dirty="0" err="1"/>
            <a:t>KaMaxakeni</a:t>
          </a:r>
          <a:r>
            <a:rPr lang="en-US" sz="800" kern="1200" dirty="0"/>
            <a:t>: 		2</a:t>
          </a:r>
          <a:endParaRPr lang="pt-PT" sz="800" b="0" kern="1200" dirty="0"/>
        </a:p>
        <a:p>
          <a:pPr marL="57150" lvl="1" indent="-57150" algn="l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800" kern="1200" dirty="0" err="1"/>
            <a:t>KaMavota</a:t>
          </a:r>
          <a:r>
            <a:rPr lang="en-US" sz="800" kern="1200" dirty="0"/>
            <a:t>: 		162</a:t>
          </a:r>
          <a:endParaRPr lang="pt-PT" sz="800" b="0" kern="1200" dirty="0"/>
        </a:p>
        <a:p>
          <a:pPr marL="57150" lvl="1" indent="-57150" algn="l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800" kern="1200" dirty="0" err="1"/>
            <a:t>KaMubukwana</a:t>
          </a:r>
          <a:r>
            <a:rPr lang="en-US" sz="800" kern="1200" dirty="0"/>
            <a:t>: 	7</a:t>
          </a:r>
          <a:endParaRPr lang="pt-PT" sz="800" b="0" kern="1200" dirty="0"/>
        </a:p>
        <a:p>
          <a:pPr marL="57150" lvl="1" indent="-57150" algn="l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800" kern="1200" dirty="0" err="1"/>
            <a:t>KaTembe</a:t>
          </a:r>
          <a:r>
            <a:rPr lang="en-US" sz="800" kern="1200" dirty="0"/>
            <a:t>: 		0</a:t>
          </a:r>
          <a:endParaRPr lang="pt-PT" sz="800" b="0" kern="1200" dirty="0"/>
        </a:p>
        <a:p>
          <a:pPr marL="57150" lvl="1" indent="-57150" algn="l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800" kern="1200" dirty="0"/>
            <a:t>KaNyaka		1</a:t>
          </a:r>
          <a:endParaRPr lang="pt-PT" sz="800" b="0" kern="1200" dirty="0"/>
        </a:p>
      </dsp:txBody>
      <dsp:txXfrm>
        <a:off x="2965" y="667314"/>
        <a:ext cx="1783450" cy="1041727"/>
      </dsp:txXfrm>
    </dsp:sp>
    <dsp:sp modelId="{442A170E-5354-45BE-8146-0D4F1C9FE201}">
      <dsp:nvSpPr>
        <dsp:cNvPr id="0" name=""/>
        <dsp:cNvSpPr/>
      </dsp:nvSpPr>
      <dsp:spPr>
        <a:xfrm>
          <a:off x="2036099" y="4914"/>
          <a:ext cx="1783450" cy="662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100" b="1" kern="1200" dirty="0"/>
            <a:t>2023</a:t>
          </a:r>
        </a:p>
      </dsp:txBody>
      <dsp:txXfrm>
        <a:off x="2036099" y="4914"/>
        <a:ext cx="1783450" cy="662400"/>
      </dsp:txXfrm>
    </dsp:sp>
    <dsp:sp modelId="{199B5677-DCF4-445E-8E90-D7A80ACE74D6}">
      <dsp:nvSpPr>
        <dsp:cNvPr id="0" name=""/>
        <dsp:cNvSpPr/>
      </dsp:nvSpPr>
      <dsp:spPr>
        <a:xfrm>
          <a:off x="2036099" y="667314"/>
          <a:ext cx="1783450" cy="104172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672" tIns="42672" rIns="56896" bIns="64008" numCol="1" spcCol="1270" anchor="ctr" anchorCtr="0">
          <a:noAutofit/>
        </a:bodyPr>
        <a:lstStyle/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800" b="0" kern="1200" dirty="0" err="1"/>
            <a:t>KaMpfumu</a:t>
          </a:r>
          <a:r>
            <a:rPr lang="pt-PT" sz="800" b="1" kern="1200" dirty="0"/>
            <a:t>::		</a:t>
          </a:r>
          <a:r>
            <a:rPr lang="en-US" sz="800" b="1" kern="1200" dirty="0"/>
            <a:t>415</a:t>
          </a:r>
          <a:endParaRPr lang="pt-PT" sz="80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Nhlamankulu</a:t>
          </a:r>
          <a:r>
            <a:rPr lang="pt-PT" sz="800" b="1" kern="1200" dirty="0"/>
            <a:t>: 	</a:t>
          </a:r>
          <a:r>
            <a:rPr lang="en-US" sz="800" b="0" kern="1200" dirty="0"/>
            <a:t>236</a:t>
          </a:r>
          <a:endParaRPr lang="pt-PT" sz="800" b="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KaMaxakeni</a:t>
          </a:r>
          <a:r>
            <a:rPr lang="en-US" sz="800" kern="1200" dirty="0"/>
            <a:t>: 		4</a:t>
          </a:r>
          <a:endParaRPr lang="pt-PT" sz="800" b="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KaMavota</a:t>
          </a:r>
          <a:r>
            <a:rPr lang="en-US" sz="800" kern="1200" dirty="0"/>
            <a:t>: 		185</a:t>
          </a:r>
          <a:endParaRPr lang="pt-PT" sz="800" b="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KaMubukwana</a:t>
          </a:r>
          <a:r>
            <a:rPr lang="en-US" sz="800" kern="1200" dirty="0"/>
            <a:t>: 	11</a:t>
          </a:r>
          <a:endParaRPr lang="pt-PT" sz="800" b="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KaTembe</a:t>
          </a:r>
          <a:r>
            <a:rPr lang="en-US" sz="800" kern="1200" dirty="0"/>
            <a:t>: 		6</a:t>
          </a:r>
          <a:endParaRPr lang="pt-PT" sz="800" b="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KaNyaka		1</a:t>
          </a:r>
          <a:endParaRPr lang="pt-PT" sz="800" b="0" kern="1200" dirty="0"/>
        </a:p>
      </dsp:txBody>
      <dsp:txXfrm>
        <a:off x="2036099" y="667314"/>
        <a:ext cx="1783450" cy="1041727"/>
      </dsp:txXfrm>
    </dsp:sp>
    <dsp:sp modelId="{7D1C3BE7-B630-41F4-9BA8-24F013FC4CCD}">
      <dsp:nvSpPr>
        <dsp:cNvPr id="0" name=""/>
        <dsp:cNvSpPr/>
      </dsp:nvSpPr>
      <dsp:spPr>
        <a:xfrm>
          <a:off x="4069232" y="4914"/>
          <a:ext cx="1783450" cy="662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100" b="1" kern="1200" dirty="0"/>
            <a:t>2024</a:t>
          </a:r>
        </a:p>
      </dsp:txBody>
      <dsp:txXfrm>
        <a:off x="4069232" y="4914"/>
        <a:ext cx="1783450" cy="662400"/>
      </dsp:txXfrm>
    </dsp:sp>
    <dsp:sp modelId="{CDF39851-ADBF-4393-9AB2-98DDEE3237B2}">
      <dsp:nvSpPr>
        <dsp:cNvPr id="0" name=""/>
        <dsp:cNvSpPr/>
      </dsp:nvSpPr>
      <dsp:spPr>
        <a:xfrm>
          <a:off x="4069232" y="667314"/>
          <a:ext cx="1783450" cy="104172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672" tIns="42672" rIns="56896" bIns="64008" numCol="1" spcCol="1270" anchor="ctr" anchorCtr="0">
          <a:noAutofit/>
        </a:bodyPr>
        <a:lstStyle/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800" b="0" kern="1200" dirty="0" err="1"/>
            <a:t>KaMpfumu</a:t>
          </a:r>
          <a:r>
            <a:rPr lang="pt-PT" sz="800" b="1" kern="1200" dirty="0"/>
            <a:t>: 		</a:t>
          </a:r>
          <a:r>
            <a:rPr lang="en-US" sz="800" kern="1200" dirty="0"/>
            <a:t>314</a:t>
          </a:r>
          <a:endParaRPr lang="pt-PT" sz="80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Nhlamankulu</a:t>
          </a:r>
          <a:r>
            <a:rPr lang="pt-PT" sz="800" b="1" kern="1200" dirty="0"/>
            <a:t>:		168</a:t>
          </a:r>
          <a:endParaRPr lang="pt-PT" sz="800" b="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KaMaxakeni</a:t>
          </a:r>
          <a:r>
            <a:rPr lang="en-US" sz="800" kern="1200" dirty="0"/>
            <a:t>: 		12</a:t>
          </a:r>
          <a:endParaRPr lang="pt-PT" sz="800" b="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KaMavota</a:t>
          </a:r>
          <a:r>
            <a:rPr lang="en-US" sz="800" kern="1200" dirty="0"/>
            <a:t>: 		235</a:t>
          </a:r>
          <a:endParaRPr lang="pt-PT" sz="800" b="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KaMubukwana</a:t>
          </a:r>
          <a:r>
            <a:rPr lang="en-US" sz="800" kern="1200" dirty="0"/>
            <a:t>: 	10</a:t>
          </a:r>
          <a:endParaRPr lang="pt-PT" sz="800" b="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KaTembe</a:t>
          </a:r>
          <a:r>
            <a:rPr lang="en-US" sz="800" kern="1200" dirty="0"/>
            <a:t>: 		7</a:t>
          </a:r>
          <a:endParaRPr lang="pt-PT" sz="800" b="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KaNyaka		0</a:t>
          </a:r>
          <a:endParaRPr lang="pt-PT" sz="800" b="0" kern="1200" dirty="0"/>
        </a:p>
      </dsp:txBody>
      <dsp:txXfrm>
        <a:off x="4069232" y="667314"/>
        <a:ext cx="1783450" cy="1041727"/>
      </dsp:txXfrm>
    </dsp:sp>
    <dsp:sp modelId="{6CA5CB89-965F-46F4-AB63-5A87591C812D}">
      <dsp:nvSpPr>
        <dsp:cNvPr id="0" name=""/>
        <dsp:cNvSpPr/>
      </dsp:nvSpPr>
      <dsp:spPr>
        <a:xfrm>
          <a:off x="6102365" y="4914"/>
          <a:ext cx="1783450" cy="662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100" b="1" kern="1200" dirty="0"/>
            <a:t>2025</a:t>
          </a:r>
        </a:p>
      </dsp:txBody>
      <dsp:txXfrm>
        <a:off x="6102365" y="4914"/>
        <a:ext cx="1783450" cy="662400"/>
      </dsp:txXfrm>
    </dsp:sp>
    <dsp:sp modelId="{FD162D3A-1177-4F1B-9F5D-C4AE692DD6E1}">
      <dsp:nvSpPr>
        <dsp:cNvPr id="0" name=""/>
        <dsp:cNvSpPr/>
      </dsp:nvSpPr>
      <dsp:spPr>
        <a:xfrm>
          <a:off x="6102365" y="667314"/>
          <a:ext cx="1783450" cy="104172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672" tIns="42672" rIns="56896" bIns="64008" numCol="1" spcCol="1270" anchor="ctr" anchorCtr="0">
          <a:noAutofit/>
        </a:bodyPr>
        <a:lstStyle/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800" b="0" kern="1200" dirty="0" err="1"/>
            <a:t>KaMpfumu</a:t>
          </a:r>
          <a:r>
            <a:rPr lang="pt-PT" sz="800" b="1" kern="1200" dirty="0"/>
            <a:t>:		</a:t>
          </a:r>
          <a:r>
            <a:rPr lang="en-US" sz="800" kern="1200" dirty="0"/>
            <a:t>428</a:t>
          </a:r>
          <a:endParaRPr lang="pt-PT" sz="80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Nhlamankulu</a:t>
          </a:r>
          <a:r>
            <a:rPr lang="pt-PT" sz="800" b="1" kern="1200" dirty="0"/>
            <a:t>:		</a:t>
          </a:r>
          <a:r>
            <a:rPr lang="en-US" sz="800" b="0" kern="1200" dirty="0"/>
            <a:t>177</a:t>
          </a:r>
          <a:endParaRPr lang="pt-PT" sz="800" b="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KaMaxakeni</a:t>
          </a:r>
          <a:r>
            <a:rPr lang="en-US" sz="800" kern="1200" dirty="0"/>
            <a:t>: 		12</a:t>
          </a:r>
          <a:endParaRPr lang="pt-PT" sz="800" b="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KaMavota</a:t>
          </a:r>
          <a:r>
            <a:rPr lang="en-US" sz="800" kern="1200" dirty="0"/>
            <a:t>: 		230</a:t>
          </a:r>
          <a:endParaRPr lang="pt-PT" sz="800" b="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KaMubukwana</a:t>
          </a:r>
          <a:r>
            <a:rPr lang="en-US" sz="800" kern="1200" dirty="0"/>
            <a:t>: 	11</a:t>
          </a:r>
          <a:endParaRPr lang="pt-PT" sz="800" b="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KaTembe</a:t>
          </a:r>
          <a:r>
            <a:rPr lang="en-US" sz="800" kern="1200" dirty="0"/>
            <a:t>: 		4</a:t>
          </a:r>
          <a:endParaRPr lang="pt-PT" sz="800" b="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KaNyaka		0</a:t>
          </a:r>
          <a:endParaRPr lang="pt-PT" sz="800" b="0" kern="1200" dirty="0"/>
        </a:p>
      </dsp:txBody>
      <dsp:txXfrm>
        <a:off x="6102365" y="667314"/>
        <a:ext cx="1783450" cy="104172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CC311C-3919-4641-BC63-F2C27F3911F7}">
      <dsp:nvSpPr>
        <dsp:cNvPr id="0" name=""/>
        <dsp:cNvSpPr/>
      </dsp:nvSpPr>
      <dsp:spPr>
        <a:xfrm>
          <a:off x="2965" y="4914"/>
          <a:ext cx="1783450" cy="662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100" b="1" kern="1200" dirty="0"/>
            <a:t>2012</a:t>
          </a:r>
        </a:p>
      </dsp:txBody>
      <dsp:txXfrm>
        <a:off x="2965" y="4914"/>
        <a:ext cx="1783450" cy="662400"/>
      </dsp:txXfrm>
    </dsp:sp>
    <dsp:sp modelId="{0ABEC532-CB64-47AE-B338-676E4DEF4AE8}">
      <dsp:nvSpPr>
        <dsp:cNvPr id="0" name=""/>
        <dsp:cNvSpPr/>
      </dsp:nvSpPr>
      <dsp:spPr>
        <a:xfrm>
          <a:off x="2965" y="667314"/>
          <a:ext cx="1783450" cy="104172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35560" bIns="40005" numCol="1" spcCol="1270" anchor="t" anchorCtr="0">
          <a:noAutofit/>
        </a:bodyPr>
        <a:lstStyle/>
        <a:p>
          <a:pPr marL="57150" lvl="1" indent="-57150" algn="l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800" b="0" kern="1200" dirty="0" err="1"/>
            <a:t>KaMpfumu</a:t>
          </a:r>
          <a:r>
            <a:rPr lang="pt-PT" sz="800" b="1" kern="1200" dirty="0"/>
            <a:t>: 		</a:t>
          </a:r>
          <a:r>
            <a:rPr lang="en-US" sz="800" kern="1200" dirty="0"/>
            <a:t>12</a:t>
          </a:r>
          <a:endParaRPr lang="pt-PT" sz="800" kern="1200" dirty="0"/>
        </a:p>
        <a:p>
          <a:pPr marL="57150" lvl="1" indent="-57150" algn="l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Nhlamankulu</a:t>
          </a:r>
          <a:r>
            <a:rPr lang="pt-PT" sz="800" b="1" kern="1200" dirty="0"/>
            <a:t>: 	</a:t>
          </a:r>
          <a:r>
            <a:rPr lang="en-US" sz="800" b="0" kern="1200" dirty="0"/>
            <a:t>35</a:t>
          </a:r>
          <a:endParaRPr lang="pt-PT" sz="800" b="0" kern="1200" dirty="0"/>
        </a:p>
        <a:p>
          <a:pPr marL="57150" lvl="1" indent="-57150" algn="l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800" kern="1200" dirty="0" err="1"/>
            <a:t>KaMaxakeni</a:t>
          </a:r>
          <a:r>
            <a:rPr lang="en-US" sz="800" kern="1200" dirty="0"/>
            <a:t>: 		2</a:t>
          </a:r>
          <a:endParaRPr lang="pt-PT" sz="800" b="0" kern="1200" dirty="0"/>
        </a:p>
        <a:p>
          <a:pPr marL="57150" lvl="1" indent="-57150" algn="l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800" kern="1200" dirty="0" err="1"/>
            <a:t>KaMavota</a:t>
          </a:r>
          <a:r>
            <a:rPr lang="en-US" sz="800" kern="1200" dirty="0"/>
            <a:t>: 		10</a:t>
          </a:r>
          <a:endParaRPr lang="pt-PT" sz="800" b="0" kern="1200" dirty="0"/>
        </a:p>
        <a:p>
          <a:pPr marL="57150" lvl="1" indent="-57150" algn="l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800" kern="1200" dirty="0" err="1"/>
            <a:t>KaMubukwana</a:t>
          </a:r>
          <a:r>
            <a:rPr lang="en-US" sz="800" kern="1200" dirty="0"/>
            <a:t>: 	2</a:t>
          </a:r>
          <a:endParaRPr lang="pt-PT" sz="800" b="0" kern="1200" dirty="0"/>
        </a:p>
        <a:p>
          <a:pPr marL="57150" lvl="1" indent="-57150" algn="l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800" kern="1200" dirty="0" err="1"/>
            <a:t>KaTembe</a:t>
          </a:r>
          <a:r>
            <a:rPr lang="en-US" sz="800" kern="1200" dirty="0"/>
            <a:t>: 		0</a:t>
          </a:r>
          <a:endParaRPr lang="pt-PT" sz="800" b="0" kern="1200" dirty="0"/>
        </a:p>
        <a:p>
          <a:pPr marL="57150" lvl="1" indent="-57150" algn="l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800" kern="1200" dirty="0"/>
            <a:t>KaNyaka		1</a:t>
          </a:r>
          <a:endParaRPr lang="pt-PT" sz="800" b="0" kern="1200" dirty="0"/>
        </a:p>
      </dsp:txBody>
      <dsp:txXfrm>
        <a:off x="2965" y="667314"/>
        <a:ext cx="1783450" cy="1041727"/>
      </dsp:txXfrm>
    </dsp:sp>
    <dsp:sp modelId="{442A170E-5354-45BE-8146-0D4F1C9FE201}">
      <dsp:nvSpPr>
        <dsp:cNvPr id="0" name=""/>
        <dsp:cNvSpPr/>
      </dsp:nvSpPr>
      <dsp:spPr>
        <a:xfrm>
          <a:off x="2036099" y="4914"/>
          <a:ext cx="1783450" cy="662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100" b="1" kern="1200" dirty="0"/>
            <a:t>2023</a:t>
          </a:r>
        </a:p>
      </dsp:txBody>
      <dsp:txXfrm>
        <a:off x="2036099" y="4914"/>
        <a:ext cx="1783450" cy="662400"/>
      </dsp:txXfrm>
    </dsp:sp>
    <dsp:sp modelId="{199B5677-DCF4-445E-8E90-D7A80ACE74D6}">
      <dsp:nvSpPr>
        <dsp:cNvPr id="0" name=""/>
        <dsp:cNvSpPr/>
      </dsp:nvSpPr>
      <dsp:spPr>
        <a:xfrm>
          <a:off x="2036099" y="667314"/>
          <a:ext cx="1783450" cy="104172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672" tIns="42672" rIns="56896" bIns="64008" numCol="1" spcCol="1270" anchor="ctr" anchorCtr="0">
          <a:noAutofit/>
        </a:bodyPr>
        <a:lstStyle/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800" b="0" kern="1200" dirty="0" err="1"/>
            <a:t>KaMpfumu</a:t>
          </a:r>
          <a:r>
            <a:rPr lang="pt-PT" sz="800" b="1" kern="1200" dirty="0"/>
            <a:t>::		</a:t>
          </a:r>
          <a:r>
            <a:rPr lang="en-US" sz="800" b="1" kern="1200" dirty="0"/>
            <a:t>46</a:t>
          </a:r>
          <a:endParaRPr lang="pt-PT" sz="80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Nhlamankulu</a:t>
          </a:r>
          <a:r>
            <a:rPr lang="pt-PT" sz="800" b="1" kern="1200" dirty="0"/>
            <a:t>: 	</a:t>
          </a:r>
          <a:r>
            <a:rPr lang="en-US" sz="800" b="0" kern="1200" dirty="0"/>
            <a:t>46</a:t>
          </a:r>
          <a:endParaRPr lang="pt-PT" sz="800" b="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KaMaxakeni</a:t>
          </a:r>
          <a:r>
            <a:rPr lang="en-US" sz="800" kern="1200" dirty="0"/>
            <a:t>: 		0</a:t>
          </a:r>
          <a:endParaRPr lang="pt-PT" sz="800" b="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KaMavota</a:t>
          </a:r>
          <a:r>
            <a:rPr lang="en-US" sz="800" kern="1200" dirty="0"/>
            <a:t>: 		14</a:t>
          </a:r>
          <a:endParaRPr lang="pt-PT" sz="800" b="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KaMubukwana</a:t>
          </a:r>
          <a:r>
            <a:rPr lang="en-US" sz="800" kern="1200" dirty="0"/>
            <a:t>: 	2</a:t>
          </a:r>
          <a:endParaRPr lang="pt-PT" sz="800" b="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KaTembe</a:t>
          </a:r>
          <a:r>
            <a:rPr lang="en-US" sz="800" kern="1200" dirty="0"/>
            <a:t>: 		0</a:t>
          </a:r>
          <a:endParaRPr lang="pt-PT" sz="800" b="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KaNyaka		1</a:t>
          </a:r>
          <a:endParaRPr lang="pt-PT" sz="800" b="0" kern="1200" dirty="0"/>
        </a:p>
      </dsp:txBody>
      <dsp:txXfrm>
        <a:off x="2036099" y="667314"/>
        <a:ext cx="1783450" cy="1041727"/>
      </dsp:txXfrm>
    </dsp:sp>
    <dsp:sp modelId="{7D1C3BE7-B630-41F4-9BA8-24F013FC4CCD}">
      <dsp:nvSpPr>
        <dsp:cNvPr id="0" name=""/>
        <dsp:cNvSpPr/>
      </dsp:nvSpPr>
      <dsp:spPr>
        <a:xfrm>
          <a:off x="4069232" y="4914"/>
          <a:ext cx="1783450" cy="662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100" b="1" kern="1200" dirty="0"/>
            <a:t>2024</a:t>
          </a:r>
        </a:p>
      </dsp:txBody>
      <dsp:txXfrm>
        <a:off x="4069232" y="4914"/>
        <a:ext cx="1783450" cy="662400"/>
      </dsp:txXfrm>
    </dsp:sp>
    <dsp:sp modelId="{CDF39851-ADBF-4393-9AB2-98DDEE3237B2}">
      <dsp:nvSpPr>
        <dsp:cNvPr id="0" name=""/>
        <dsp:cNvSpPr/>
      </dsp:nvSpPr>
      <dsp:spPr>
        <a:xfrm>
          <a:off x="4069232" y="667314"/>
          <a:ext cx="1783450" cy="104172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672" tIns="42672" rIns="56896" bIns="64008" numCol="1" spcCol="1270" anchor="ctr" anchorCtr="0">
          <a:noAutofit/>
        </a:bodyPr>
        <a:lstStyle/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800" b="0" kern="1200" dirty="0" err="1"/>
            <a:t>KaMpfumu</a:t>
          </a:r>
          <a:r>
            <a:rPr lang="pt-PT" sz="800" b="1" kern="1200" dirty="0"/>
            <a:t>: 		</a:t>
          </a:r>
          <a:r>
            <a:rPr lang="en-US" sz="800" kern="1200" dirty="0"/>
            <a:t>62</a:t>
          </a:r>
          <a:endParaRPr lang="pt-PT" sz="80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Nhlamankulu</a:t>
          </a:r>
          <a:r>
            <a:rPr lang="pt-PT" sz="800" b="1" kern="1200" dirty="0"/>
            <a:t>:		</a:t>
          </a:r>
          <a:r>
            <a:rPr lang="en-US" sz="800" b="0" kern="1200" dirty="0"/>
            <a:t>19</a:t>
          </a:r>
          <a:endParaRPr lang="pt-PT" sz="800" b="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KaMaxakeni</a:t>
          </a:r>
          <a:r>
            <a:rPr lang="en-US" sz="800" kern="1200" dirty="0"/>
            <a:t>: 		0</a:t>
          </a:r>
          <a:endParaRPr lang="pt-PT" sz="800" b="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KaMavota</a:t>
          </a:r>
          <a:r>
            <a:rPr lang="en-US" sz="800" kern="1200" dirty="0"/>
            <a:t>: 		13</a:t>
          </a:r>
          <a:endParaRPr lang="pt-PT" sz="800" b="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KaMubukwana</a:t>
          </a:r>
          <a:r>
            <a:rPr lang="en-US" sz="800" kern="1200" dirty="0"/>
            <a:t>: 	2</a:t>
          </a:r>
          <a:endParaRPr lang="pt-PT" sz="800" b="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KaTembe</a:t>
          </a:r>
          <a:r>
            <a:rPr lang="en-US" sz="800" kern="1200" dirty="0"/>
            <a:t>: 		0</a:t>
          </a:r>
          <a:endParaRPr lang="pt-PT" sz="800" b="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KaNyaka		0</a:t>
          </a:r>
          <a:endParaRPr lang="pt-PT" sz="800" b="0" kern="1200" dirty="0"/>
        </a:p>
      </dsp:txBody>
      <dsp:txXfrm>
        <a:off x="4069232" y="667314"/>
        <a:ext cx="1783450" cy="1041727"/>
      </dsp:txXfrm>
    </dsp:sp>
    <dsp:sp modelId="{6CA5CB89-965F-46F4-AB63-5A87591C812D}">
      <dsp:nvSpPr>
        <dsp:cNvPr id="0" name=""/>
        <dsp:cNvSpPr/>
      </dsp:nvSpPr>
      <dsp:spPr>
        <a:xfrm>
          <a:off x="6102365" y="4914"/>
          <a:ext cx="1783450" cy="662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100" b="1" kern="1200" dirty="0"/>
            <a:t>2025</a:t>
          </a:r>
        </a:p>
      </dsp:txBody>
      <dsp:txXfrm>
        <a:off x="6102365" y="4914"/>
        <a:ext cx="1783450" cy="662400"/>
      </dsp:txXfrm>
    </dsp:sp>
    <dsp:sp modelId="{FD162D3A-1177-4F1B-9F5D-C4AE692DD6E1}">
      <dsp:nvSpPr>
        <dsp:cNvPr id="0" name=""/>
        <dsp:cNvSpPr/>
      </dsp:nvSpPr>
      <dsp:spPr>
        <a:xfrm>
          <a:off x="6102365" y="667314"/>
          <a:ext cx="1783450" cy="104172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672" tIns="42672" rIns="56896" bIns="64008" numCol="1" spcCol="1270" anchor="ctr" anchorCtr="0">
          <a:noAutofit/>
        </a:bodyPr>
        <a:lstStyle/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800" b="0" kern="1200" dirty="0" err="1"/>
            <a:t>KaMpfumu</a:t>
          </a:r>
          <a:r>
            <a:rPr lang="pt-PT" sz="800" b="1" kern="1200" dirty="0"/>
            <a:t>:		</a:t>
          </a:r>
          <a:r>
            <a:rPr lang="en-US" sz="800" kern="1200" dirty="0"/>
            <a:t>80</a:t>
          </a:r>
          <a:endParaRPr lang="pt-PT" sz="80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Nhlamankulu</a:t>
          </a:r>
          <a:r>
            <a:rPr lang="pt-PT" sz="800" b="1" kern="1200" dirty="0"/>
            <a:t>:		</a:t>
          </a:r>
          <a:r>
            <a:rPr lang="en-US" sz="800" b="0" kern="1200" dirty="0"/>
            <a:t>14</a:t>
          </a:r>
          <a:endParaRPr lang="pt-PT" sz="800" b="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KaMaxakeni</a:t>
          </a:r>
          <a:r>
            <a:rPr lang="en-US" sz="800" kern="1200" dirty="0"/>
            <a:t>: 		0</a:t>
          </a:r>
          <a:endParaRPr lang="pt-PT" sz="800" b="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KaMavota</a:t>
          </a:r>
          <a:r>
            <a:rPr lang="en-US" sz="800" kern="1200" dirty="0"/>
            <a:t>: 		10</a:t>
          </a:r>
          <a:endParaRPr lang="pt-PT" sz="800" b="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KaMubukwana</a:t>
          </a:r>
          <a:r>
            <a:rPr lang="en-US" sz="800" kern="1200" dirty="0"/>
            <a:t>: 	0</a:t>
          </a:r>
          <a:endParaRPr lang="pt-PT" sz="800" b="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KaTembe</a:t>
          </a:r>
          <a:r>
            <a:rPr lang="en-US" sz="800" kern="1200" dirty="0"/>
            <a:t>: 		1</a:t>
          </a:r>
          <a:endParaRPr lang="pt-PT" sz="800" b="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KaNyaka		0</a:t>
          </a:r>
          <a:endParaRPr lang="pt-PT" sz="800" b="0" kern="1200" dirty="0"/>
        </a:p>
      </dsp:txBody>
      <dsp:txXfrm>
        <a:off x="6102365" y="667314"/>
        <a:ext cx="1783450" cy="104172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CC311C-3919-4641-BC63-F2C27F3911F7}">
      <dsp:nvSpPr>
        <dsp:cNvPr id="0" name=""/>
        <dsp:cNvSpPr/>
      </dsp:nvSpPr>
      <dsp:spPr>
        <a:xfrm>
          <a:off x="1647" y="12192"/>
          <a:ext cx="1731448" cy="518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100" b="1" kern="1200" dirty="0"/>
            <a:t>2022</a:t>
          </a:r>
        </a:p>
      </dsp:txBody>
      <dsp:txXfrm>
        <a:off x="1647" y="12192"/>
        <a:ext cx="1731448" cy="518400"/>
      </dsp:txXfrm>
    </dsp:sp>
    <dsp:sp modelId="{0ABEC532-CB64-47AE-B338-676E4DEF4AE8}">
      <dsp:nvSpPr>
        <dsp:cNvPr id="0" name=""/>
        <dsp:cNvSpPr/>
      </dsp:nvSpPr>
      <dsp:spPr>
        <a:xfrm>
          <a:off x="1647" y="530592"/>
          <a:ext cx="1731448" cy="11711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35560" bIns="40005" numCol="1" spcCol="1270" anchor="t" anchorCtr="0">
          <a:noAutofit/>
        </a:bodyPr>
        <a:lstStyle/>
        <a:p>
          <a:pPr marL="57150" lvl="1" indent="-57150" algn="l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800" b="0" kern="1200" dirty="0" err="1"/>
            <a:t>KaMpfumu</a:t>
          </a:r>
          <a:r>
            <a:rPr lang="pt-PT" sz="800" b="1" kern="1200" dirty="0"/>
            <a:t>: 		</a:t>
          </a:r>
          <a:r>
            <a:rPr lang="pt-PT" sz="800" b="0" kern="1200" dirty="0">
              <a:solidFill>
                <a:srgbClr val="000000"/>
              </a:solidFill>
            </a:rPr>
            <a:t>34174</a:t>
          </a:r>
        </a:p>
        <a:p>
          <a:pPr marL="57150" lvl="1" indent="-57150" algn="l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Nhlamankulu</a:t>
          </a:r>
          <a:r>
            <a:rPr lang="pt-PT" sz="800" b="1" kern="1200" dirty="0"/>
            <a:t>:		</a:t>
          </a:r>
          <a:r>
            <a:rPr lang="en-US" sz="800" b="0" kern="1200" dirty="0"/>
            <a:t>36532</a:t>
          </a:r>
          <a:endParaRPr lang="pt-PT" sz="800" b="0" kern="1200" dirty="0"/>
        </a:p>
        <a:p>
          <a:pPr marL="57150" lvl="1" indent="-57150" algn="l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800" kern="1200" dirty="0" err="1"/>
            <a:t>KaMaxakene</a:t>
          </a:r>
          <a:r>
            <a:rPr lang="en-US" sz="800" kern="1200" dirty="0"/>
            <a:t>:		64115</a:t>
          </a:r>
          <a:endParaRPr lang="pt-PT" sz="800" b="0" kern="1200" dirty="0"/>
        </a:p>
        <a:p>
          <a:pPr marL="57150" lvl="1" indent="-57150" algn="l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800" kern="1200" dirty="0" err="1"/>
            <a:t>KaMavota</a:t>
          </a:r>
          <a:r>
            <a:rPr lang="en-US" sz="800" kern="1200" dirty="0"/>
            <a:t>: 		75982</a:t>
          </a:r>
          <a:endParaRPr lang="pt-PT" sz="800" b="0" kern="1200" dirty="0"/>
        </a:p>
        <a:p>
          <a:pPr marL="57150" lvl="1" indent="-57150" algn="l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800" kern="1200" dirty="0" err="1"/>
            <a:t>KaMubukwana</a:t>
          </a:r>
          <a:r>
            <a:rPr lang="en-US" sz="800" kern="1200" dirty="0"/>
            <a:t>: 	80666</a:t>
          </a:r>
          <a:endParaRPr lang="pt-PT" sz="800" b="0" kern="1200" dirty="0"/>
        </a:p>
        <a:p>
          <a:pPr marL="57150" lvl="1" indent="-57150" algn="l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800" kern="1200" dirty="0" err="1"/>
            <a:t>KaTembe</a:t>
          </a:r>
          <a:r>
            <a:rPr lang="en-US" sz="800" kern="1200" dirty="0"/>
            <a:t>: 		14252</a:t>
          </a:r>
          <a:endParaRPr lang="pt-PT" sz="800" b="0" kern="1200" dirty="0"/>
        </a:p>
        <a:p>
          <a:pPr marL="57150" lvl="1" indent="-57150" algn="l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800" kern="1200" dirty="0"/>
            <a:t>KaNyaka		1311</a:t>
          </a:r>
          <a:endParaRPr lang="pt-PT" sz="800" b="0" kern="1200" dirty="0"/>
        </a:p>
      </dsp:txBody>
      <dsp:txXfrm>
        <a:off x="1647" y="530592"/>
        <a:ext cx="1731448" cy="1171171"/>
      </dsp:txXfrm>
    </dsp:sp>
    <dsp:sp modelId="{442A170E-5354-45BE-8146-0D4F1C9FE201}">
      <dsp:nvSpPr>
        <dsp:cNvPr id="0" name=""/>
        <dsp:cNvSpPr/>
      </dsp:nvSpPr>
      <dsp:spPr>
        <a:xfrm>
          <a:off x="1975499" y="12192"/>
          <a:ext cx="1731448" cy="518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100" b="1" kern="1200" dirty="0"/>
            <a:t>2023</a:t>
          </a:r>
        </a:p>
      </dsp:txBody>
      <dsp:txXfrm>
        <a:off x="1975499" y="12192"/>
        <a:ext cx="1731448" cy="518400"/>
      </dsp:txXfrm>
    </dsp:sp>
    <dsp:sp modelId="{199B5677-DCF4-445E-8E90-D7A80ACE74D6}">
      <dsp:nvSpPr>
        <dsp:cNvPr id="0" name=""/>
        <dsp:cNvSpPr/>
      </dsp:nvSpPr>
      <dsp:spPr>
        <a:xfrm>
          <a:off x="1975499" y="530592"/>
          <a:ext cx="1731448" cy="11711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672" tIns="42672" rIns="56896" bIns="64008" numCol="1" spcCol="1270" anchor="t" anchorCtr="0">
          <a:noAutofit/>
        </a:bodyPr>
        <a:lstStyle/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KaMpfumu</a:t>
          </a:r>
          <a:r>
            <a:rPr lang="en-US" sz="800" b="0" kern="1200" dirty="0"/>
            <a:t>: 		22827</a:t>
          </a:r>
          <a:endParaRPr lang="pt-PT" sz="80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Nhlamankulu</a:t>
          </a:r>
          <a:r>
            <a:rPr lang="en-US" sz="800" b="0" kern="1200" dirty="0"/>
            <a:t>:		26086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KaMaxakene</a:t>
          </a:r>
          <a:r>
            <a:rPr lang="en-US" sz="800" b="0" kern="1200" dirty="0"/>
            <a:t>:		17124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KaMavota</a:t>
          </a:r>
          <a:r>
            <a:rPr lang="en-US" sz="800" b="0" kern="1200" dirty="0"/>
            <a:t>: 		38281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KaMubukwana</a:t>
          </a:r>
          <a:r>
            <a:rPr lang="en-US" sz="800" b="0" kern="1200" dirty="0"/>
            <a:t>: 	65935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KaTembe</a:t>
          </a:r>
          <a:r>
            <a:rPr lang="en-US" sz="800" b="0" kern="1200" dirty="0"/>
            <a:t>: 		7024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/>
            <a:t>KaNyaka: 	            641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pt-PT" sz="800" b="0" kern="1200" dirty="0"/>
        </a:p>
      </dsp:txBody>
      <dsp:txXfrm>
        <a:off x="1975499" y="530592"/>
        <a:ext cx="1731448" cy="1171171"/>
      </dsp:txXfrm>
    </dsp:sp>
    <dsp:sp modelId="{7D1C3BE7-B630-41F4-9BA8-24F013FC4CCD}">
      <dsp:nvSpPr>
        <dsp:cNvPr id="0" name=""/>
        <dsp:cNvSpPr/>
      </dsp:nvSpPr>
      <dsp:spPr>
        <a:xfrm>
          <a:off x="3949351" y="12192"/>
          <a:ext cx="1963930" cy="518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100" b="1" kern="1200" dirty="0"/>
            <a:t>2024</a:t>
          </a:r>
        </a:p>
      </dsp:txBody>
      <dsp:txXfrm>
        <a:off x="3949351" y="12192"/>
        <a:ext cx="1963930" cy="518400"/>
      </dsp:txXfrm>
    </dsp:sp>
    <dsp:sp modelId="{CDF39851-ADBF-4393-9AB2-98DDEE3237B2}">
      <dsp:nvSpPr>
        <dsp:cNvPr id="0" name=""/>
        <dsp:cNvSpPr/>
      </dsp:nvSpPr>
      <dsp:spPr>
        <a:xfrm>
          <a:off x="3960727" y="530592"/>
          <a:ext cx="1941179" cy="11711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672" tIns="42672" rIns="56896" bIns="64008" numCol="1" spcCol="1270" anchor="t" anchorCtr="0">
          <a:noAutofit/>
        </a:bodyPr>
        <a:lstStyle/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KaMpfumu</a:t>
          </a:r>
          <a:r>
            <a:rPr lang="en-US" sz="800" b="0" kern="1200" dirty="0"/>
            <a:t>: 		20898</a:t>
          </a:r>
          <a:endParaRPr lang="pt-PT" sz="80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Nhlamankulu</a:t>
          </a:r>
          <a:r>
            <a:rPr lang="en-US" sz="800" b="0" kern="1200" dirty="0"/>
            <a:t>:		29723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KaMaxakene</a:t>
          </a:r>
          <a:r>
            <a:rPr lang="en-US" sz="800" b="0" kern="1200" dirty="0"/>
            <a:t>:		13190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KaMavota</a:t>
          </a:r>
          <a:r>
            <a:rPr lang="en-US" sz="800" b="0" kern="1200" dirty="0"/>
            <a:t>: 		40552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KaMubukwana</a:t>
          </a:r>
          <a:r>
            <a:rPr lang="en-US" sz="800" b="0" kern="1200" dirty="0"/>
            <a:t>: 	72723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KaTembe</a:t>
          </a:r>
          <a:r>
            <a:rPr lang="en-US" sz="800" b="0" kern="1200" dirty="0"/>
            <a:t>: 		5567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/>
            <a:t>KaNyaka: 		760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pt-PT" sz="800" b="0" kern="1200" dirty="0"/>
        </a:p>
      </dsp:txBody>
      <dsp:txXfrm>
        <a:off x="3960727" y="530592"/>
        <a:ext cx="1941179" cy="1171171"/>
      </dsp:txXfrm>
    </dsp:sp>
    <dsp:sp modelId="{6CA5CB89-965F-46F4-AB63-5A87591C812D}">
      <dsp:nvSpPr>
        <dsp:cNvPr id="0" name=""/>
        <dsp:cNvSpPr/>
      </dsp:nvSpPr>
      <dsp:spPr>
        <a:xfrm>
          <a:off x="6155685" y="12192"/>
          <a:ext cx="1731448" cy="518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100" b="1" kern="1200" dirty="0"/>
            <a:t>2025</a:t>
          </a:r>
        </a:p>
      </dsp:txBody>
      <dsp:txXfrm>
        <a:off x="6155685" y="12192"/>
        <a:ext cx="1731448" cy="518400"/>
      </dsp:txXfrm>
    </dsp:sp>
    <dsp:sp modelId="{FD162D3A-1177-4F1B-9F5D-C4AE692DD6E1}">
      <dsp:nvSpPr>
        <dsp:cNvPr id="0" name=""/>
        <dsp:cNvSpPr/>
      </dsp:nvSpPr>
      <dsp:spPr>
        <a:xfrm>
          <a:off x="6155685" y="530592"/>
          <a:ext cx="1731448" cy="11711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672" tIns="42672" rIns="56896" bIns="64008" numCol="1" spcCol="1270" anchor="t" anchorCtr="0">
          <a:noAutofit/>
        </a:bodyPr>
        <a:lstStyle/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KaMpfumu</a:t>
          </a:r>
          <a:r>
            <a:rPr lang="en-US" sz="800" b="0" kern="1200" dirty="0"/>
            <a:t>: 		25647</a:t>
          </a:r>
          <a:endParaRPr lang="pt-PT" sz="80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Nhlamankulu</a:t>
          </a:r>
          <a:r>
            <a:rPr lang="en-US" sz="800" b="0" kern="1200" dirty="0"/>
            <a:t>:		31220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KaMaxakene</a:t>
          </a:r>
          <a:r>
            <a:rPr lang="en-US" sz="800" b="0" kern="1200" dirty="0"/>
            <a:t>:		15768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KaMavota</a:t>
          </a:r>
          <a:r>
            <a:rPr lang="en-US" sz="800" b="0" kern="1200" dirty="0"/>
            <a:t>: 		35748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KaMubukwana</a:t>
          </a:r>
          <a:r>
            <a:rPr lang="en-US" sz="800" b="0" kern="1200" dirty="0"/>
            <a:t>: 	72189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KaTembe</a:t>
          </a:r>
          <a:r>
            <a:rPr lang="en-US" sz="800" b="0" kern="1200" dirty="0"/>
            <a:t>: 		8669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/>
            <a:t>KaNyaka		706</a:t>
          </a:r>
        </a:p>
      </dsp:txBody>
      <dsp:txXfrm>
        <a:off x="6155685" y="530592"/>
        <a:ext cx="1731448" cy="117117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CC311C-3919-4641-BC63-F2C27F3911F7}">
      <dsp:nvSpPr>
        <dsp:cNvPr id="0" name=""/>
        <dsp:cNvSpPr/>
      </dsp:nvSpPr>
      <dsp:spPr>
        <a:xfrm>
          <a:off x="1647" y="12192"/>
          <a:ext cx="1731448" cy="518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100" b="1" kern="1200" dirty="0"/>
            <a:t>2022</a:t>
          </a:r>
        </a:p>
      </dsp:txBody>
      <dsp:txXfrm>
        <a:off x="1647" y="12192"/>
        <a:ext cx="1731448" cy="518400"/>
      </dsp:txXfrm>
    </dsp:sp>
    <dsp:sp modelId="{0ABEC532-CB64-47AE-B338-676E4DEF4AE8}">
      <dsp:nvSpPr>
        <dsp:cNvPr id="0" name=""/>
        <dsp:cNvSpPr/>
      </dsp:nvSpPr>
      <dsp:spPr>
        <a:xfrm>
          <a:off x="1647" y="530592"/>
          <a:ext cx="1731448" cy="11711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35560" bIns="40005" numCol="1" spcCol="1270" anchor="t" anchorCtr="0">
          <a:noAutofit/>
        </a:bodyPr>
        <a:lstStyle/>
        <a:p>
          <a:pPr marL="57150" lvl="1" indent="-57150" algn="l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800" b="0" kern="1200" dirty="0" err="1"/>
            <a:t>KaMpfumu</a:t>
          </a:r>
          <a:r>
            <a:rPr lang="pt-PT" sz="800" b="1" kern="1200" dirty="0"/>
            <a:t>: 		</a:t>
          </a:r>
          <a:r>
            <a:rPr lang="en-US" sz="800" b="0" kern="1200" dirty="0">
              <a:solidFill>
                <a:srgbClr val="000000"/>
              </a:solidFill>
            </a:rPr>
            <a:t>27183</a:t>
          </a:r>
          <a:endParaRPr lang="pt-PT" sz="800" b="0" kern="1200" dirty="0">
            <a:solidFill>
              <a:srgbClr val="000000"/>
            </a:solidFill>
          </a:endParaRPr>
        </a:p>
        <a:p>
          <a:pPr marL="57150" lvl="1" indent="-57150" algn="l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Nhlamankulu</a:t>
          </a:r>
          <a:r>
            <a:rPr lang="pt-PT" sz="800" b="1" kern="1200" dirty="0"/>
            <a:t>:		</a:t>
          </a:r>
          <a:r>
            <a:rPr lang="en-US" sz="800" b="0" kern="1200" dirty="0"/>
            <a:t>31876</a:t>
          </a:r>
          <a:endParaRPr lang="pt-PT" sz="800" b="0" kern="1200" dirty="0"/>
        </a:p>
        <a:p>
          <a:pPr marL="57150" lvl="1" indent="-57150" algn="l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800" kern="1200" dirty="0" err="1"/>
            <a:t>KaMaxakene</a:t>
          </a:r>
          <a:r>
            <a:rPr lang="en-US" sz="800" kern="1200" dirty="0"/>
            <a:t>:		45782</a:t>
          </a:r>
          <a:endParaRPr lang="pt-PT" sz="800" b="0" kern="1200" dirty="0"/>
        </a:p>
        <a:p>
          <a:pPr marL="57150" lvl="1" indent="-57150" algn="l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800" kern="1200" dirty="0" err="1"/>
            <a:t>KaMavota</a:t>
          </a:r>
          <a:r>
            <a:rPr lang="en-US" sz="800" kern="1200" dirty="0"/>
            <a:t>: 		54372</a:t>
          </a:r>
          <a:endParaRPr lang="pt-PT" sz="800" b="0" kern="1200" dirty="0"/>
        </a:p>
        <a:p>
          <a:pPr marL="57150" lvl="1" indent="-57150" algn="l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800" kern="1200" dirty="0" err="1"/>
            <a:t>KaMubukwana</a:t>
          </a:r>
          <a:r>
            <a:rPr lang="en-US" sz="800" kern="1200" dirty="0"/>
            <a:t>: 	58863</a:t>
          </a:r>
          <a:endParaRPr lang="pt-PT" sz="800" b="0" kern="1200" dirty="0"/>
        </a:p>
        <a:p>
          <a:pPr marL="57150" lvl="1" indent="-57150" algn="l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800" kern="1200" dirty="0" err="1"/>
            <a:t>KaTembe</a:t>
          </a:r>
          <a:r>
            <a:rPr lang="en-US" sz="800" kern="1200" dirty="0"/>
            <a:t>: 		10993</a:t>
          </a:r>
          <a:endParaRPr lang="pt-PT" sz="800" b="0" kern="1200" dirty="0"/>
        </a:p>
        <a:p>
          <a:pPr marL="57150" lvl="1" indent="-57150" algn="l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800" kern="1200" dirty="0"/>
            <a:t>KaNyaka		1105</a:t>
          </a:r>
          <a:endParaRPr lang="pt-PT" sz="800" b="0" kern="1200" dirty="0"/>
        </a:p>
      </dsp:txBody>
      <dsp:txXfrm>
        <a:off x="1647" y="530592"/>
        <a:ext cx="1731448" cy="1171171"/>
      </dsp:txXfrm>
    </dsp:sp>
    <dsp:sp modelId="{442A170E-5354-45BE-8146-0D4F1C9FE201}">
      <dsp:nvSpPr>
        <dsp:cNvPr id="0" name=""/>
        <dsp:cNvSpPr/>
      </dsp:nvSpPr>
      <dsp:spPr>
        <a:xfrm>
          <a:off x="1975499" y="12192"/>
          <a:ext cx="1731448" cy="518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100" b="1" kern="1200" dirty="0"/>
            <a:t>2023</a:t>
          </a:r>
        </a:p>
      </dsp:txBody>
      <dsp:txXfrm>
        <a:off x="1975499" y="12192"/>
        <a:ext cx="1731448" cy="518400"/>
      </dsp:txXfrm>
    </dsp:sp>
    <dsp:sp modelId="{199B5677-DCF4-445E-8E90-D7A80ACE74D6}">
      <dsp:nvSpPr>
        <dsp:cNvPr id="0" name=""/>
        <dsp:cNvSpPr/>
      </dsp:nvSpPr>
      <dsp:spPr>
        <a:xfrm>
          <a:off x="1975499" y="530592"/>
          <a:ext cx="1731448" cy="11711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672" tIns="42672" rIns="56896" bIns="64008" numCol="1" spcCol="1270" anchor="t" anchorCtr="0">
          <a:noAutofit/>
        </a:bodyPr>
        <a:lstStyle/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KaMpfumu</a:t>
          </a:r>
          <a:r>
            <a:rPr lang="en-US" sz="800" b="0" kern="1200" dirty="0"/>
            <a:t>: 		22882</a:t>
          </a:r>
          <a:endParaRPr lang="pt-PT" sz="80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Nhlamankulu</a:t>
          </a:r>
          <a:r>
            <a:rPr lang="en-US" sz="800" b="0" kern="1200" dirty="0"/>
            <a:t>:		20787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KaMaxakene</a:t>
          </a:r>
          <a:r>
            <a:rPr lang="en-US" sz="800" b="0" kern="1200" dirty="0"/>
            <a:t>:		15127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KaMavota</a:t>
          </a:r>
          <a:r>
            <a:rPr lang="en-US" sz="800" b="0" kern="1200" dirty="0"/>
            <a:t>: 		30350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KaMubukwana</a:t>
          </a:r>
          <a:r>
            <a:rPr lang="en-US" sz="800" b="0" kern="1200" dirty="0"/>
            <a:t>: 	47916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KaTembe</a:t>
          </a:r>
          <a:r>
            <a:rPr lang="en-US" sz="800" b="0" kern="1200" dirty="0"/>
            <a:t>: 		4605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/>
            <a:t>KaNyaka: 	            625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pt-PT" sz="800" b="0" kern="1200" dirty="0"/>
        </a:p>
      </dsp:txBody>
      <dsp:txXfrm>
        <a:off x="1975499" y="530592"/>
        <a:ext cx="1731448" cy="1171171"/>
      </dsp:txXfrm>
    </dsp:sp>
    <dsp:sp modelId="{7D1C3BE7-B630-41F4-9BA8-24F013FC4CCD}">
      <dsp:nvSpPr>
        <dsp:cNvPr id="0" name=""/>
        <dsp:cNvSpPr/>
      </dsp:nvSpPr>
      <dsp:spPr>
        <a:xfrm>
          <a:off x="3949351" y="12192"/>
          <a:ext cx="1963930" cy="518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100" b="1" kern="1200" dirty="0"/>
            <a:t>2024</a:t>
          </a:r>
        </a:p>
      </dsp:txBody>
      <dsp:txXfrm>
        <a:off x="3949351" y="12192"/>
        <a:ext cx="1963930" cy="518400"/>
      </dsp:txXfrm>
    </dsp:sp>
    <dsp:sp modelId="{CDF39851-ADBF-4393-9AB2-98DDEE3237B2}">
      <dsp:nvSpPr>
        <dsp:cNvPr id="0" name=""/>
        <dsp:cNvSpPr/>
      </dsp:nvSpPr>
      <dsp:spPr>
        <a:xfrm>
          <a:off x="3960727" y="530592"/>
          <a:ext cx="1941179" cy="11711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672" tIns="42672" rIns="56896" bIns="64008" numCol="1" spcCol="1270" anchor="t" anchorCtr="0">
          <a:noAutofit/>
        </a:bodyPr>
        <a:lstStyle/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KaMpfumu</a:t>
          </a:r>
          <a:r>
            <a:rPr lang="en-US" sz="800" b="0" kern="1200" dirty="0"/>
            <a:t>: 		19477</a:t>
          </a:r>
          <a:endParaRPr lang="pt-PT" sz="80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Nhlamankulu</a:t>
          </a:r>
          <a:r>
            <a:rPr lang="en-US" sz="800" b="0" kern="1200" dirty="0"/>
            <a:t>:		24370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KaMaxakene</a:t>
          </a:r>
          <a:r>
            <a:rPr lang="en-US" sz="800" b="0" kern="1200" dirty="0"/>
            <a:t>:		13267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KaMavota</a:t>
          </a:r>
          <a:r>
            <a:rPr lang="en-US" sz="800" b="0" kern="1200" dirty="0"/>
            <a:t>: 		31060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KaMubukwana</a:t>
          </a:r>
          <a:r>
            <a:rPr lang="en-US" sz="800" b="0" kern="1200" dirty="0"/>
            <a:t>: 	55931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KaTembe</a:t>
          </a:r>
          <a:r>
            <a:rPr lang="en-US" sz="800" b="0" kern="1200" dirty="0"/>
            <a:t>: 		3701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/>
            <a:t>KaNyaka: 		1460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pt-PT" sz="800" b="0" kern="1200" dirty="0"/>
        </a:p>
      </dsp:txBody>
      <dsp:txXfrm>
        <a:off x="3960727" y="530592"/>
        <a:ext cx="1941179" cy="1171171"/>
      </dsp:txXfrm>
    </dsp:sp>
    <dsp:sp modelId="{6CA5CB89-965F-46F4-AB63-5A87591C812D}">
      <dsp:nvSpPr>
        <dsp:cNvPr id="0" name=""/>
        <dsp:cNvSpPr/>
      </dsp:nvSpPr>
      <dsp:spPr>
        <a:xfrm>
          <a:off x="6155685" y="12192"/>
          <a:ext cx="1731448" cy="518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100" b="1" kern="1200" dirty="0"/>
            <a:t>2025</a:t>
          </a:r>
        </a:p>
      </dsp:txBody>
      <dsp:txXfrm>
        <a:off x="6155685" y="12192"/>
        <a:ext cx="1731448" cy="518400"/>
      </dsp:txXfrm>
    </dsp:sp>
    <dsp:sp modelId="{FD162D3A-1177-4F1B-9F5D-C4AE692DD6E1}">
      <dsp:nvSpPr>
        <dsp:cNvPr id="0" name=""/>
        <dsp:cNvSpPr/>
      </dsp:nvSpPr>
      <dsp:spPr>
        <a:xfrm>
          <a:off x="6155685" y="530592"/>
          <a:ext cx="1731448" cy="11711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672" tIns="42672" rIns="56896" bIns="64008" numCol="1" spcCol="1270" anchor="t" anchorCtr="0">
          <a:noAutofit/>
        </a:bodyPr>
        <a:lstStyle/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KaMpfumu</a:t>
          </a:r>
          <a:r>
            <a:rPr lang="en-US" sz="800" b="0" kern="1200" dirty="0"/>
            <a:t>: 		20391</a:t>
          </a:r>
          <a:endParaRPr lang="pt-PT" sz="80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Nhlamankulu</a:t>
          </a:r>
          <a:r>
            <a:rPr lang="en-US" sz="800" b="0" kern="1200" dirty="0"/>
            <a:t>:		21692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KaMaxakene</a:t>
          </a:r>
          <a:r>
            <a:rPr lang="en-US" sz="800" b="0" kern="1200" dirty="0"/>
            <a:t>:		12711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KaMavota</a:t>
          </a:r>
          <a:r>
            <a:rPr lang="en-US" sz="800" b="0" kern="1200" dirty="0"/>
            <a:t>: 		26379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KaMubukwana</a:t>
          </a:r>
          <a:r>
            <a:rPr lang="en-US" sz="800" b="0" kern="1200" dirty="0"/>
            <a:t>: 	57746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KaTembe</a:t>
          </a:r>
          <a:r>
            <a:rPr lang="en-US" sz="800" b="0" kern="1200" dirty="0"/>
            <a:t>: 		6138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/>
            <a:t>KaNyaka		712</a:t>
          </a:r>
        </a:p>
      </dsp:txBody>
      <dsp:txXfrm>
        <a:off x="6155685" y="530592"/>
        <a:ext cx="1731448" cy="117117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CC311C-3919-4641-BC63-F2C27F3911F7}">
      <dsp:nvSpPr>
        <dsp:cNvPr id="0" name=""/>
        <dsp:cNvSpPr/>
      </dsp:nvSpPr>
      <dsp:spPr>
        <a:xfrm>
          <a:off x="1647" y="12192"/>
          <a:ext cx="1731448" cy="518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100" b="1" kern="1200" dirty="0"/>
            <a:t>2022</a:t>
          </a:r>
        </a:p>
      </dsp:txBody>
      <dsp:txXfrm>
        <a:off x="1647" y="12192"/>
        <a:ext cx="1731448" cy="518400"/>
      </dsp:txXfrm>
    </dsp:sp>
    <dsp:sp modelId="{0ABEC532-CB64-47AE-B338-676E4DEF4AE8}">
      <dsp:nvSpPr>
        <dsp:cNvPr id="0" name=""/>
        <dsp:cNvSpPr/>
      </dsp:nvSpPr>
      <dsp:spPr>
        <a:xfrm>
          <a:off x="1647" y="530592"/>
          <a:ext cx="1731448" cy="11711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35560" bIns="40005" numCol="1" spcCol="1270" anchor="t" anchorCtr="0">
          <a:noAutofit/>
        </a:bodyPr>
        <a:lstStyle/>
        <a:p>
          <a:pPr marL="57150" lvl="1" indent="-57150" algn="l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800" b="0" kern="1200" dirty="0" err="1"/>
            <a:t>KaMpfumu</a:t>
          </a:r>
          <a:r>
            <a:rPr lang="pt-PT" sz="800" b="1" kern="1200" dirty="0"/>
            <a:t>: 		4%</a:t>
          </a:r>
          <a:endParaRPr lang="pt-PT" sz="800" b="0" kern="1200" dirty="0">
            <a:solidFill>
              <a:srgbClr val="000000"/>
            </a:solidFill>
          </a:endParaRPr>
        </a:p>
        <a:p>
          <a:pPr marL="57150" lvl="1" indent="-57150" algn="l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Nhlamankulu</a:t>
          </a:r>
          <a:r>
            <a:rPr lang="pt-PT" sz="800" b="1" kern="1200" dirty="0"/>
            <a:t>:		4%</a:t>
          </a:r>
          <a:endParaRPr lang="pt-PT" sz="800" b="0" kern="1200" dirty="0"/>
        </a:p>
        <a:p>
          <a:pPr marL="57150" lvl="1" indent="-57150" algn="l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800" kern="1200" dirty="0" err="1"/>
            <a:t>KaMaxakene</a:t>
          </a:r>
          <a:r>
            <a:rPr lang="en-US" sz="800" kern="1200" dirty="0"/>
            <a:t>:		0%</a:t>
          </a:r>
          <a:endParaRPr lang="pt-PT" sz="800" b="0" kern="1200" dirty="0"/>
        </a:p>
        <a:p>
          <a:pPr marL="57150" lvl="1" indent="-57150" algn="l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800" kern="1200" dirty="0" err="1"/>
            <a:t>KaMavota</a:t>
          </a:r>
          <a:r>
            <a:rPr lang="en-US" sz="800" kern="1200" dirty="0"/>
            <a:t>: 		36%</a:t>
          </a:r>
          <a:endParaRPr lang="pt-PT" sz="800" b="0" kern="1200" dirty="0"/>
        </a:p>
        <a:p>
          <a:pPr marL="57150" lvl="1" indent="-57150" algn="l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800" kern="1200" dirty="0" err="1"/>
            <a:t>KaMubukwana</a:t>
          </a:r>
          <a:r>
            <a:rPr lang="en-US" sz="800" kern="1200" dirty="0"/>
            <a:t>: 	2%</a:t>
          </a:r>
          <a:endParaRPr lang="pt-PT" sz="800" b="0" kern="1200" dirty="0"/>
        </a:p>
        <a:p>
          <a:pPr marL="57150" lvl="1" indent="-57150" algn="l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800" kern="1200" dirty="0" err="1"/>
            <a:t>KaTembe</a:t>
          </a:r>
          <a:r>
            <a:rPr lang="en-US" sz="800" kern="1200" dirty="0"/>
            <a:t>: 		9%</a:t>
          </a:r>
          <a:endParaRPr lang="pt-PT" sz="800" b="0" kern="1200" dirty="0"/>
        </a:p>
        <a:p>
          <a:pPr marL="57150" lvl="1" indent="-57150" algn="l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800" kern="1200" dirty="0"/>
            <a:t>KaNyaka		12%</a:t>
          </a:r>
          <a:endParaRPr lang="pt-PT" sz="800" b="0" kern="1200" dirty="0"/>
        </a:p>
      </dsp:txBody>
      <dsp:txXfrm>
        <a:off x="1647" y="530592"/>
        <a:ext cx="1731448" cy="1171171"/>
      </dsp:txXfrm>
    </dsp:sp>
    <dsp:sp modelId="{442A170E-5354-45BE-8146-0D4F1C9FE201}">
      <dsp:nvSpPr>
        <dsp:cNvPr id="0" name=""/>
        <dsp:cNvSpPr/>
      </dsp:nvSpPr>
      <dsp:spPr>
        <a:xfrm>
          <a:off x="1975499" y="12192"/>
          <a:ext cx="1731448" cy="518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100" b="1" kern="1200" dirty="0"/>
            <a:t>2023</a:t>
          </a:r>
        </a:p>
      </dsp:txBody>
      <dsp:txXfrm>
        <a:off x="1975499" y="12192"/>
        <a:ext cx="1731448" cy="518400"/>
      </dsp:txXfrm>
    </dsp:sp>
    <dsp:sp modelId="{199B5677-DCF4-445E-8E90-D7A80ACE74D6}">
      <dsp:nvSpPr>
        <dsp:cNvPr id="0" name=""/>
        <dsp:cNvSpPr/>
      </dsp:nvSpPr>
      <dsp:spPr>
        <a:xfrm>
          <a:off x="1975499" y="530592"/>
          <a:ext cx="1731448" cy="11711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672" tIns="42672" rIns="56896" bIns="64008" numCol="1" spcCol="1270" anchor="t" anchorCtr="0">
          <a:noAutofit/>
        </a:bodyPr>
        <a:lstStyle/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KaMpfumu</a:t>
          </a:r>
          <a:r>
            <a:rPr lang="en-US" sz="800" b="0" kern="1200" dirty="0"/>
            <a:t>: 		18%</a:t>
          </a:r>
          <a:endParaRPr lang="pt-PT" sz="80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Nhlamankulu</a:t>
          </a:r>
          <a:r>
            <a:rPr lang="en-US" sz="800" b="0" kern="1200" dirty="0"/>
            <a:t>:		8%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KaMaxakene</a:t>
          </a:r>
          <a:r>
            <a:rPr lang="en-US" sz="800" b="0" kern="1200" dirty="0"/>
            <a:t>:		5%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KaMavota</a:t>
          </a:r>
          <a:r>
            <a:rPr lang="en-US" sz="800" b="0" kern="1200" dirty="0"/>
            <a:t>: 		17%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KaMubukwana</a:t>
          </a:r>
          <a:r>
            <a:rPr lang="en-US" sz="800" b="0" kern="1200" dirty="0"/>
            <a:t>: 	14%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KaTembe</a:t>
          </a:r>
          <a:r>
            <a:rPr lang="en-US" sz="800" b="0" kern="1200" dirty="0"/>
            <a:t>: 		16%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/>
            <a:t>KaNyaka: 		0%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pt-PT" sz="800" b="0" kern="1200" dirty="0"/>
        </a:p>
      </dsp:txBody>
      <dsp:txXfrm>
        <a:off x="1975499" y="530592"/>
        <a:ext cx="1731448" cy="1171171"/>
      </dsp:txXfrm>
    </dsp:sp>
    <dsp:sp modelId="{7D1C3BE7-B630-41F4-9BA8-24F013FC4CCD}">
      <dsp:nvSpPr>
        <dsp:cNvPr id="0" name=""/>
        <dsp:cNvSpPr/>
      </dsp:nvSpPr>
      <dsp:spPr>
        <a:xfrm>
          <a:off x="3949351" y="12192"/>
          <a:ext cx="1963930" cy="518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100" b="1" kern="1200" dirty="0"/>
            <a:t>2024</a:t>
          </a:r>
        </a:p>
      </dsp:txBody>
      <dsp:txXfrm>
        <a:off x="3949351" y="12192"/>
        <a:ext cx="1963930" cy="518400"/>
      </dsp:txXfrm>
    </dsp:sp>
    <dsp:sp modelId="{CDF39851-ADBF-4393-9AB2-98DDEE3237B2}">
      <dsp:nvSpPr>
        <dsp:cNvPr id="0" name=""/>
        <dsp:cNvSpPr/>
      </dsp:nvSpPr>
      <dsp:spPr>
        <a:xfrm>
          <a:off x="3960727" y="530592"/>
          <a:ext cx="1941179" cy="11711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672" tIns="42672" rIns="56896" bIns="64008" numCol="1" spcCol="1270" anchor="t" anchorCtr="0">
          <a:noAutofit/>
        </a:bodyPr>
        <a:lstStyle/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KaMpfumu</a:t>
          </a:r>
          <a:r>
            <a:rPr lang="en-US" sz="800" b="0" kern="1200" dirty="0"/>
            <a:t>: 		6%</a:t>
          </a:r>
          <a:endParaRPr lang="pt-PT" sz="80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Nhlamankulu</a:t>
          </a:r>
          <a:r>
            <a:rPr lang="en-US" sz="800" b="0" kern="1200" dirty="0"/>
            <a:t>:		0%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KaMaxakene</a:t>
          </a:r>
          <a:r>
            <a:rPr lang="en-US" sz="800" b="0" kern="1200" dirty="0"/>
            <a:t>:		0%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KaMavota</a:t>
          </a:r>
          <a:r>
            <a:rPr lang="en-US" sz="800" b="0" kern="1200" dirty="0"/>
            <a:t>: 		20%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KaMubukwana</a:t>
          </a:r>
          <a:r>
            <a:rPr lang="en-US" sz="800" b="0" kern="1200" dirty="0"/>
            <a:t>: 	8%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KaTembe</a:t>
          </a:r>
          <a:r>
            <a:rPr lang="en-US" sz="800" b="0" kern="1200" dirty="0"/>
            <a:t>: 		4%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/>
            <a:t>KaNyaka: 		6%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pt-PT" sz="800" b="0" kern="1200" dirty="0"/>
        </a:p>
      </dsp:txBody>
      <dsp:txXfrm>
        <a:off x="3960727" y="530592"/>
        <a:ext cx="1941179" cy="1171171"/>
      </dsp:txXfrm>
    </dsp:sp>
    <dsp:sp modelId="{6CA5CB89-965F-46F4-AB63-5A87591C812D}">
      <dsp:nvSpPr>
        <dsp:cNvPr id="0" name=""/>
        <dsp:cNvSpPr/>
      </dsp:nvSpPr>
      <dsp:spPr>
        <a:xfrm>
          <a:off x="6155685" y="12192"/>
          <a:ext cx="1731448" cy="518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100" b="1" kern="1200" dirty="0"/>
            <a:t>2025</a:t>
          </a:r>
        </a:p>
      </dsp:txBody>
      <dsp:txXfrm>
        <a:off x="6155685" y="12192"/>
        <a:ext cx="1731448" cy="518400"/>
      </dsp:txXfrm>
    </dsp:sp>
    <dsp:sp modelId="{FD162D3A-1177-4F1B-9F5D-C4AE692DD6E1}">
      <dsp:nvSpPr>
        <dsp:cNvPr id="0" name=""/>
        <dsp:cNvSpPr/>
      </dsp:nvSpPr>
      <dsp:spPr>
        <a:xfrm>
          <a:off x="6155685" y="530592"/>
          <a:ext cx="1731448" cy="11711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672" tIns="42672" rIns="56896" bIns="64008" numCol="1" spcCol="1270" anchor="t" anchorCtr="0">
          <a:noAutofit/>
        </a:bodyPr>
        <a:lstStyle/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KaMpfumu</a:t>
          </a:r>
          <a:r>
            <a:rPr lang="en-US" sz="800" b="0" kern="1200" dirty="0"/>
            <a:t>: 		5%</a:t>
          </a:r>
          <a:endParaRPr lang="pt-PT" sz="80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Nhlamankulu</a:t>
          </a:r>
          <a:r>
            <a:rPr lang="en-US" sz="800" b="0" kern="1200" dirty="0"/>
            <a:t>:		8%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KaMaxakene</a:t>
          </a:r>
          <a:r>
            <a:rPr lang="en-US" sz="800" b="0" kern="1200" dirty="0"/>
            <a:t>:		3%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KaMavota</a:t>
          </a:r>
          <a:r>
            <a:rPr lang="en-US" sz="800" b="0" kern="1200" dirty="0"/>
            <a:t>: 		3%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KaMubukwana</a:t>
          </a:r>
          <a:r>
            <a:rPr lang="en-US" sz="800" b="0" kern="1200" dirty="0"/>
            <a:t>: 	0%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KaTembe</a:t>
          </a:r>
          <a:r>
            <a:rPr lang="en-US" sz="800" b="0" kern="1200" dirty="0"/>
            <a:t>: 		0%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/>
            <a:t>KaNyaka		7%</a:t>
          </a:r>
        </a:p>
      </dsp:txBody>
      <dsp:txXfrm>
        <a:off x="6155685" y="530592"/>
        <a:ext cx="1731448" cy="117117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CC311C-3919-4641-BC63-F2C27F3911F7}">
      <dsp:nvSpPr>
        <dsp:cNvPr id="0" name=""/>
        <dsp:cNvSpPr/>
      </dsp:nvSpPr>
      <dsp:spPr>
        <a:xfrm>
          <a:off x="1647" y="12192"/>
          <a:ext cx="1731448" cy="518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100" b="1" kern="1200" dirty="0"/>
            <a:t>2022</a:t>
          </a:r>
        </a:p>
      </dsp:txBody>
      <dsp:txXfrm>
        <a:off x="1647" y="12192"/>
        <a:ext cx="1731448" cy="518400"/>
      </dsp:txXfrm>
    </dsp:sp>
    <dsp:sp modelId="{0ABEC532-CB64-47AE-B338-676E4DEF4AE8}">
      <dsp:nvSpPr>
        <dsp:cNvPr id="0" name=""/>
        <dsp:cNvSpPr/>
      </dsp:nvSpPr>
      <dsp:spPr>
        <a:xfrm>
          <a:off x="1647" y="530592"/>
          <a:ext cx="1731448" cy="11711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35560" bIns="40005" numCol="1" spcCol="1270" anchor="t" anchorCtr="0">
          <a:noAutofit/>
        </a:bodyPr>
        <a:lstStyle/>
        <a:p>
          <a:pPr marL="57150" lvl="1" indent="-57150" algn="l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800" b="0" kern="1200" dirty="0" err="1"/>
            <a:t>KaMpfumu</a:t>
          </a:r>
          <a:r>
            <a:rPr lang="pt-PT" sz="800" b="1" kern="1200" dirty="0"/>
            <a:t>: 		32%</a:t>
          </a:r>
          <a:endParaRPr lang="pt-PT" sz="800" b="0" kern="1200" dirty="0">
            <a:solidFill>
              <a:srgbClr val="000000"/>
            </a:solidFill>
          </a:endParaRPr>
        </a:p>
        <a:p>
          <a:pPr marL="57150" lvl="1" indent="-57150" algn="l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Nhlamankulu</a:t>
          </a:r>
          <a:r>
            <a:rPr lang="pt-PT" sz="800" b="1" kern="1200" dirty="0"/>
            <a:t>:		90%</a:t>
          </a:r>
          <a:endParaRPr lang="pt-PT" sz="800" b="0" kern="1200" dirty="0"/>
        </a:p>
        <a:p>
          <a:pPr marL="57150" lvl="1" indent="-57150" algn="l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800" kern="1200" dirty="0" err="1"/>
            <a:t>KaMaxakene</a:t>
          </a:r>
          <a:r>
            <a:rPr lang="en-US" sz="800" kern="1200" dirty="0"/>
            <a:t>:		248%</a:t>
          </a:r>
          <a:endParaRPr lang="pt-PT" sz="800" b="0" kern="1200" dirty="0"/>
        </a:p>
        <a:p>
          <a:pPr marL="57150" lvl="1" indent="-57150" algn="l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800" kern="1200" dirty="0" err="1"/>
            <a:t>KaMavota</a:t>
          </a:r>
          <a:r>
            <a:rPr lang="en-US" sz="800" kern="1200" dirty="0"/>
            <a:t>: 		90%</a:t>
          </a:r>
          <a:endParaRPr lang="pt-PT" sz="800" b="0" kern="1200" dirty="0"/>
        </a:p>
        <a:p>
          <a:pPr marL="57150" lvl="1" indent="-57150" algn="l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800" kern="1200" dirty="0" err="1"/>
            <a:t>KaMubukwana</a:t>
          </a:r>
          <a:r>
            <a:rPr lang="en-US" sz="800" kern="1200" dirty="0"/>
            <a:t>: 	84%</a:t>
          </a:r>
          <a:endParaRPr lang="pt-PT" sz="800" b="0" kern="1200" dirty="0"/>
        </a:p>
        <a:p>
          <a:pPr marL="57150" lvl="1" indent="-57150" algn="l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800" kern="1200" dirty="0" err="1"/>
            <a:t>KaTembe</a:t>
          </a:r>
          <a:r>
            <a:rPr lang="en-US" sz="800" kern="1200" dirty="0"/>
            <a:t>: 		95%</a:t>
          </a:r>
          <a:endParaRPr lang="pt-PT" sz="800" b="0" kern="1200" dirty="0"/>
        </a:p>
        <a:p>
          <a:pPr marL="57150" lvl="1" indent="-57150" algn="l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800" kern="1200" dirty="0"/>
            <a:t>KaNyaka		29%</a:t>
          </a:r>
          <a:endParaRPr lang="pt-PT" sz="800" b="0" kern="1200" dirty="0"/>
        </a:p>
      </dsp:txBody>
      <dsp:txXfrm>
        <a:off x="1647" y="530592"/>
        <a:ext cx="1731448" cy="1171171"/>
      </dsp:txXfrm>
    </dsp:sp>
    <dsp:sp modelId="{442A170E-5354-45BE-8146-0D4F1C9FE201}">
      <dsp:nvSpPr>
        <dsp:cNvPr id="0" name=""/>
        <dsp:cNvSpPr/>
      </dsp:nvSpPr>
      <dsp:spPr>
        <a:xfrm>
          <a:off x="1975499" y="12192"/>
          <a:ext cx="1731448" cy="518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100" b="1" kern="1200" dirty="0"/>
            <a:t>2023</a:t>
          </a:r>
        </a:p>
      </dsp:txBody>
      <dsp:txXfrm>
        <a:off x="1975499" y="12192"/>
        <a:ext cx="1731448" cy="518400"/>
      </dsp:txXfrm>
    </dsp:sp>
    <dsp:sp modelId="{199B5677-DCF4-445E-8E90-D7A80ACE74D6}">
      <dsp:nvSpPr>
        <dsp:cNvPr id="0" name=""/>
        <dsp:cNvSpPr/>
      </dsp:nvSpPr>
      <dsp:spPr>
        <a:xfrm>
          <a:off x="1975499" y="530592"/>
          <a:ext cx="1731448" cy="11711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672" tIns="42672" rIns="56896" bIns="64008" numCol="1" spcCol="1270" anchor="t" anchorCtr="0">
          <a:noAutofit/>
        </a:bodyPr>
        <a:lstStyle/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KaMpfumu</a:t>
          </a:r>
          <a:r>
            <a:rPr lang="en-US" sz="800" b="0" kern="1200" dirty="0"/>
            <a:t>: 		43%</a:t>
          </a:r>
          <a:endParaRPr lang="pt-PT" sz="80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Nhlamankulu</a:t>
          </a:r>
          <a:r>
            <a:rPr lang="en-US" sz="800" b="0" kern="1200" dirty="0"/>
            <a:t>:		79%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KaMaxakene</a:t>
          </a:r>
          <a:r>
            <a:rPr lang="en-US" sz="800" b="0" kern="1200" dirty="0"/>
            <a:t>:		8%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KaMavota</a:t>
          </a:r>
          <a:r>
            <a:rPr lang="en-US" sz="800" b="0" kern="1200" dirty="0"/>
            <a:t>: 		112%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KaMubukwana</a:t>
          </a:r>
          <a:r>
            <a:rPr lang="en-US" sz="800" b="0" kern="1200" dirty="0"/>
            <a:t>: 	105%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KaTembe</a:t>
          </a:r>
          <a:r>
            <a:rPr lang="en-US" sz="800" b="0" kern="1200" dirty="0"/>
            <a:t>: 		68%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/>
            <a:t>KaNyaka: 		71%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pt-PT" sz="800" b="0" kern="1200" dirty="0"/>
        </a:p>
      </dsp:txBody>
      <dsp:txXfrm>
        <a:off x="1975499" y="530592"/>
        <a:ext cx="1731448" cy="1171171"/>
      </dsp:txXfrm>
    </dsp:sp>
    <dsp:sp modelId="{7D1C3BE7-B630-41F4-9BA8-24F013FC4CCD}">
      <dsp:nvSpPr>
        <dsp:cNvPr id="0" name=""/>
        <dsp:cNvSpPr/>
      </dsp:nvSpPr>
      <dsp:spPr>
        <a:xfrm>
          <a:off x="3949351" y="12192"/>
          <a:ext cx="1963930" cy="518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100" b="1" kern="1200" dirty="0"/>
            <a:t>2024</a:t>
          </a:r>
        </a:p>
      </dsp:txBody>
      <dsp:txXfrm>
        <a:off x="3949351" y="12192"/>
        <a:ext cx="1963930" cy="518400"/>
      </dsp:txXfrm>
    </dsp:sp>
    <dsp:sp modelId="{CDF39851-ADBF-4393-9AB2-98DDEE3237B2}">
      <dsp:nvSpPr>
        <dsp:cNvPr id="0" name=""/>
        <dsp:cNvSpPr/>
      </dsp:nvSpPr>
      <dsp:spPr>
        <a:xfrm>
          <a:off x="3960727" y="530592"/>
          <a:ext cx="1941179" cy="11711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672" tIns="42672" rIns="56896" bIns="64008" numCol="1" spcCol="1270" anchor="t" anchorCtr="0">
          <a:noAutofit/>
        </a:bodyPr>
        <a:lstStyle/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KaMpfumu</a:t>
          </a:r>
          <a:r>
            <a:rPr lang="en-US" sz="800" b="0" kern="1200" dirty="0"/>
            <a:t>: 		53%</a:t>
          </a:r>
          <a:endParaRPr lang="pt-PT" sz="80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Nhlamankulu</a:t>
          </a:r>
          <a:r>
            <a:rPr lang="en-US" sz="800" b="0" kern="1200" dirty="0"/>
            <a:t>:		86%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KaMaxakene</a:t>
          </a:r>
          <a:r>
            <a:rPr lang="en-US" sz="800" b="0" kern="1200" dirty="0"/>
            <a:t>:		100%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KaMavota</a:t>
          </a:r>
          <a:r>
            <a:rPr lang="en-US" sz="800" b="0" kern="1200" dirty="0"/>
            <a:t>: 		96%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KaMubukwana</a:t>
          </a:r>
          <a:r>
            <a:rPr lang="en-US" sz="800" b="0" kern="1200" dirty="0"/>
            <a:t>: 	78%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KaTembe</a:t>
          </a:r>
          <a:r>
            <a:rPr lang="en-US" sz="800" b="0" kern="1200" dirty="0"/>
            <a:t>: 		65%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/>
            <a:t>KaNyaka: 		65%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pt-PT" sz="800" b="0" kern="1200" dirty="0"/>
        </a:p>
      </dsp:txBody>
      <dsp:txXfrm>
        <a:off x="3960727" y="530592"/>
        <a:ext cx="1941179" cy="1171171"/>
      </dsp:txXfrm>
    </dsp:sp>
    <dsp:sp modelId="{6CA5CB89-965F-46F4-AB63-5A87591C812D}">
      <dsp:nvSpPr>
        <dsp:cNvPr id="0" name=""/>
        <dsp:cNvSpPr/>
      </dsp:nvSpPr>
      <dsp:spPr>
        <a:xfrm>
          <a:off x="6155685" y="12192"/>
          <a:ext cx="1731448" cy="518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100" b="1" kern="1200" dirty="0"/>
            <a:t>2025</a:t>
          </a:r>
        </a:p>
      </dsp:txBody>
      <dsp:txXfrm>
        <a:off x="6155685" y="12192"/>
        <a:ext cx="1731448" cy="518400"/>
      </dsp:txXfrm>
    </dsp:sp>
    <dsp:sp modelId="{FD162D3A-1177-4F1B-9F5D-C4AE692DD6E1}">
      <dsp:nvSpPr>
        <dsp:cNvPr id="0" name=""/>
        <dsp:cNvSpPr/>
      </dsp:nvSpPr>
      <dsp:spPr>
        <a:xfrm>
          <a:off x="6155685" y="530592"/>
          <a:ext cx="1731448" cy="11711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672" tIns="42672" rIns="56896" bIns="64008" numCol="1" spcCol="1270" anchor="t" anchorCtr="0">
          <a:noAutofit/>
        </a:bodyPr>
        <a:lstStyle/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KaMpfumu</a:t>
          </a:r>
          <a:r>
            <a:rPr lang="en-US" sz="800" b="0" kern="1200" dirty="0"/>
            <a:t>: 		68%</a:t>
          </a:r>
          <a:endParaRPr lang="pt-PT" sz="80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Nhlamankulu</a:t>
          </a:r>
          <a:r>
            <a:rPr lang="en-US" sz="800" b="0" kern="1200" dirty="0"/>
            <a:t>:		63%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KaMaxakene</a:t>
          </a:r>
          <a:r>
            <a:rPr lang="en-US" sz="800" b="0" kern="1200" dirty="0"/>
            <a:t>:		56%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KaMavota</a:t>
          </a:r>
          <a:r>
            <a:rPr lang="en-US" sz="800" b="0" kern="1200" dirty="0"/>
            <a:t>: 		80%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KaMubukwana</a:t>
          </a:r>
          <a:r>
            <a:rPr lang="en-US" sz="800" b="0" kern="1200" dirty="0"/>
            <a:t>: 	92%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KaTembe</a:t>
          </a:r>
          <a:r>
            <a:rPr lang="en-US" sz="800" b="0" kern="1200" dirty="0"/>
            <a:t>: 		115%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/>
            <a:t>KaNyaka		64%</a:t>
          </a:r>
        </a:p>
      </dsp:txBody>
      <dsp:txXfrm>
        <a:off x="6155685" y="530592"/>
        <a:ext cx="1731448" cy="1171171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CC311C-3919-4641-BC63-F2C27F3911F7}">
      <dsp:nvSpPr>
        <dsp:cNvPr id="0" name=""/>
        <dsp:cNvSpPr/>
      </dsp:nvSpPr>
      <dsp:spPr>
        <a:xfrm>
          <a:off x="2965" y="4914"/>
          <a:ext cx="1783450" cy="662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100" b="1" kern="1200" dirty="0"/>
            <a:t>2022</a:t>
          </a:r>
        </a:p>
      </dsp:txBody>
      <dsp:txXfrm>
        <a:off x="2965" y="4914"/>
        <a:ext cx="1783450" cy="662400"/>
      </dsp:txXfrm>
    </dsp:sp>
    <dsp:sp modelId="{0ABEC532-CB64-47AE-B338-676E4DEF4AE8}">
      <dsp:nvSpPr>
        <dsp:cNvPr id="0" name=""/>
        <dsp:cNvSpPr/>
      </dsp:nvSpPr>
      <dsp:spPr>
        <a:xfrm>
          <a:off x="2965" y="667314"/>
          <a:ext cx="1783450" cy="104172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35560" bIns="40005" numCol="1" spcCol="1270" anchor="t" anchorCtr="0">
          <a:noAutofit/>
        </a:bodyPr>
        <a:lstStyle/>
        <a:p>
          <a:pPr marL="57150" lvl="1" indent="-57150" algn="l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800" b="0" kern="1200" dirty="0" err="1"/>
            <a:t>KaMpfumu</a:t>
          </a:r>
          <a:r>
            <a:rPr lang="pt-PT" sz="800" b="1" kern="1200" dirty="0"/>
            <a:t>: 		1</a:t>
          </a:r>
          <a:r>
            <a:rPr lang="pt-PT" sz="800" kern="1200" dirty="0"/>
            <a:t>097</a:t>
          </a:r>
        </a:p>
        <a:p>
          <a:pPr marL="57150" lvl="1" indent="-57150" algn="l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Nhlamankulu</a:t>
          </a:r>
          <a:r>
            <a:rPr lang="pt-PT" sz="800" b="1" kern="1200" dirty="0"/>
            <a:t>:		</a:t>
          </a:r>
          <a:r>
            <a:rPr lang="pt-PT" sz="800" b="0" kern="1200" dirty="0"/>
            <a:t>2954</a:t>
          </a:r>
        </a:p>
        <a:p>
          <a:pPr marL="57150" lvl="1" indent="-57150" algn="l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800" kern="1200" dirty="0" err="1"/>
            <a:t>KaMaxakene</a:t>
          </a:r>
          <a:r>
            <a:rPr lang="en-US" sz="800" kern="1200" dirty="0"/>
            <a:t>:		691</a:t>
          </a:r>
          <a:endParaRPr lang="pt-PT" sz="800" b="0" kern="1200" dirty="0"/>
        </a:p>
        <a:p>
          <a:pPr marL="57150" lvl="1" indent="-57150" algn="l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800" kern="1200" dirty="0" err="1"/>
            <a:t>KaMavota</a:t>
          </a:r>
          <a:r>
            <a:rPr lang="en-US" sz="800" kern="1200" dirty="0"/>
            <a:t>: 		1767</a:t>
          </a:r>
          <a:endParaRPr lang="pt-PT" sz="800" b="0" kern="1200" dirty="0"/>
        </a:p>
        <a:p>
          <a:pPr marL="57150" lvl="1" indent="-57150" algn="l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800" kern="1200" dirty="0" err="1"/>
            <a:t>KaMubukwana</a:t>
          </a:r>
          <a:r>
            <a:rPr lang="en-US" sz="800" kern="1200" dirty="0"/>
            <a:t>: 	1343</a:t>
          </a:r>
          <a:endParaRPr lang="pt-PT" sz="800" b="0" kern="1200" dirty="0"/>
        </a:p>
        <a:p>
          <a:pPr marL="57150" lvl="1" indent="-57150" algn="l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800" kern="1200" dirty="0" err="1"/>
            <a:t>KaTembe</a:t>
          </a:r>
          <a:r>
            <a:rPr lang="en-US" sz="800" kern="1200" dirty="0"/>
            <a:t>: 		211</a:t>
          </a:r>
          <a:endParaRPr lang="pt-PT" sz="800" b="0" kern="1200" dirty="0"/>
        </a:p>
        <a:p>
          <a:pPr marL="57150" lvl="1" indent="-57150" algn="l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800" kern="1200" dirty="0"/>
            <a:t>KaNyaka		31</a:t>
          </a:r>
          <a:endParaRPr lang="pt-PT" sz="800" b="0" kern="1200" dirty="0"/>
        </a:p>
      </dsp:txBody>
      <dsp:txXfrm>
        <a:off x="2965" y="667314"/>
        <a:ext cx="1783450" cy="1041727"/>
      </dsp:txXfrm>
    </dsp:sp>
    <dsp:sp modelId="{442A170E-5354-45BE-8146-0D4F1C9FE201}">
      <dsp:nvSpPr>
        <dsp:cNvPr id="0" name=""/>
        <dsp:cNvSpPr/>
      </dsp:nvSpPr>
      <dsp:spPr>
        <a:xfrm>
          <a:off x="2036099" y="4914"/>
          <a:ext cx="1783450" cy="662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100" b="1" kern="1200" dirty="0"/>
            <a:t>2023</a:t>
          </a:r>
        </a:p>
      </dsp:txBody>
      <dsp:txXfrm>
        <a:off x="2036099" y="4914"/>
        <a:ext cx="1783450" cy="662400"/>
      </dsp:txXfrm>
    </dsp:sp>
    <dsp:sp modelId="{199B5677-DCF4-445E-8E90-D7A80ACE74D6}">
      <dsp:nvSpPr>
        <dsp:cNvPr id="0" name=""/>
        <dsp:cNvSpPr/>
      </dsp:nvSpPr>
      <dsp:spPr>
        <a:xfrm>
          <a:off x="2036099" y="667314"/>
          <a:ext cx="1783450" cy="104172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672" tIns="42672" rIns="56896" bIns="64008" numCol="1" spcCol="1270" anchor="t" anchorCtr="0">
          <a:noAutofit/>
        </a:bodyPr>
        <a:lstStyle/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800" b="0" kern="1200" dirty="0" err="1"/>
            <a:t>KaMpfumu</a:t>
          </a:r>
          <a:r>
            <a:rPr lang="pt-PT" sz="800" b="1" kern="1200" dirty="0"/>
            <a:t>: 		</a:t>
          </a:r>
          <a:r>
            <a:rPr lang="pt-PT" sz="800" kern="1200" dirty="0"/>
            <a:t>1092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Nhlamankulu</a:t>
          </a:r>
          <a:r>
            <a:rPr lang="pt-PT" sz="800" b="1" kern="1200" dirty="0"/>
            <a:t>: 	</a:t>
          </a:r>
          <a:r>
            <a:rPr lang="pt-PT" sz="800" b="0" kern="1200" dirty="0"/>
            <a:t>1239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KaMaxakeni</a:t>
          </a:r>
          <a:r>
            <a:rPr lang="en-US" sz="800" kern="1200" dirty="0"/>
            <a:t>: 		785</a:t>
          </a:r>
          <a:endParaRPr lang="pt-PT" sz="800" b="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KaMavota</a:t>
          </a:r>
          <a:r>
            <a:rPr lang="en-US" sz="800" kern="1200" dirty="0"/>
            <a:t>: 		1513</a:t>
          </a:r>
          <a:endParaRPr lang="pt-PT" sz="800" b="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KaMubukwana</a:t>
          </a:r>
          <a:r>
            <a:rPr lang="en-US" sz="800" kern="1200" dirty="0"/>
            <a:t>: 	1188</a:t>
          </a:r>
          <a:endParaRPr lang="pt-PT" sz="800" b="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KaTembe</a:t>
          </a:r>
          <a:r>
            <a:rPr lang="en-US" sz="800" kern="1200" dirty="0"/>
            <a:t>: 		232</a:t>
          </a:r>
          <a:endParaRPr lang="pt-PT" sz="800" b="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KaNyaka		17</a:t>
          </a:r>
          <a:endParaRPr lang="pt-PT" sz="800" b="0" kern="1200" dirty="0"/>
        </a:p>
      </dsp:txBody>
      <dsp:txXfrm>
        <a:off x="2036099" y="667314"/>
        <a:ext cx="1783450" cy="1041727"/>
      </dsp:txXfrm>
    </dsp:sp>
    <dsp:sp modelId="{7D1C3BE7-B630-41F4-9BA8-24F013FC4CCD}">
      <dsp:nvSpPr>
        <dsp:cNvPr id="0" name=""/>
        <dsp:cNvSpPr/>
      </dsp:nvSpPr>
      <dsp:spPr>
        <a:xfrm>
          <a:off x="4069232" y="4914"/>
          <a:ext cx="1783450" cy="662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100" b="1" kern="1200" dirty="0"/>
            <a:t>2024</a:t>
          </a:r>
        </a:p>
      </dsp:txBody>
      <dsp:txXfrm>
        <a:off x="4069232" y="4914"/>
        <a:ext cx="1783450" cy="662400"/>
      </dsp:txXfrm>
    </dsp:sp>
    <dsp:sp modelId="{CDF39851-ADBF-4393-9AB2-98DDEE3237B2}">
      <dsp:nvSpPr>
        <dsp:cNvPr id="0" name=""/>
        <dsp:cNvSpPr/>
      </dsp:nvSpPr>
      <dsp:spPr>
        <a:xfrm>
          <a:off x="4069232" y="667314"/>
          <a:ext cx="1783450" cy="104172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672" tIns="42672" rIns="56896" bIns="64008" numCol="1" spcCol="1270" anchor="t" anchorCtr="0">
          <a:noAutofit/>
        </a:bodyPr>
        <a:lstStyle/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800" b="0" kern="1200" dirty="0" err="1"/>
            <a:t>KaMpfumu</a:t>
          </a:r>
          <a:r>
            <a:rPr lang="pt-PT" sz="800" b="1" kern="1200" dirty="0"/>
            <a:t>: 		</a:t>
          </a:r>
          <a:r>
            <a:rPr lang="pt-PT" sz="800" kern="1200" dirty="0"/>
            <a:t>1013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Nhlamankulu</a:t>
          </a:r>
          <a:r>
            <a:rPr lang="pt-PT" sz="800" b="1" kern="1200" dirty="0"/>
            <a:t>: 	</a:t>
          </a:r>
          <a:r>
            <a:rPr lang="pt-PT" sz="800" b="0" kern="1200" dirty="0"/>
            <a:t>1251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KaMaxakeni</a:t>
          </a:r>
          <a:r>
            <a:rPr lang="en-US" sz="800" kern="1200" dirty="0"/>
            <a:t>: 		700</a:t>
          </a:r>
          <a:endParaRPr lang="pt-PT" sz="800" b="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KaMavota</a:t>
          </a:r>
          <a:r>
            <a:rPr lang="en-US" sz="800" kern="1200" dirty="0"/>
            <a:t>: 		1280</a:t>
          </a:r>
          <a:endParaRPr lang="pt-PT" sz="800" b="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KaMubukwana</a:t>
          </a:r>
          <a:r>
            <a:rPr lang="en-US" sz="800" kern="1200" dirty="0"/>
            <a:t>: 	1151</a:t>
          </a:r>
          <a:endParaRPr lang="pt-PT" sz="800" b="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KaTembe</a:t>
          </a:r>
          <a:r>
            <a:rPr lang="en-US" sz="800" kern="1200" dirty="0"/>
            <a:t>: 		224</a:t>
          </a:r>
          <a:endParaRPr lang="pt-PT" sz="800" b="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KaNyaka		26</a:t>
          </a:r>
          <a:endParaRPr lang="pt-PT" sz="800" b="0" kern="1200" dirty="0"/>
        </a:p>
      </dsp:txBody>
      <dsp:txXfrm>
        <a:off x="4069232" y="667314"/>
        <a:ext cx="1783450" cy="1041727"/>
      </dsp:txXfrm>
    </dsp:sp>
    <dsp:sp modelId="{6CA5CB89-965F-46F4-AB63-5A87591C812D}">
      <dsp:nvSpPr>
        <dsp:cNvPr id="0" name=""/>
        <dsp:cNvSpPr/>
      </dsp:nvSpPr>
      <dsp:spPr>
        <a:xfrm>
          <a:off x="6102365" y="4914"/>
          <a:ext cx="1783450" cy="662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100" b="1" kern="1200" dirty="0"/>
            <a:t>2025</a:t>
          </a:r>
        </a:p>
      </dsp:txBody>
      <dsp:txXfrm>
        <a:off x="6102365" y="4914"/>
        <a:ext cx="1783450" cy="662400"/>
      </dsp:txXfrm>
    </dsp:sp>
    <dsp:sp modelId="{FD162D3A-1177-4F1B-9F5D-C4AE692DD6E1}">
      <dsp:nvSpPr>
        <dsp:cNvPr id="0" name=""/>
        <dsp:cNvSpPr/>
      </dsp:nvSpPr>
      <dsp:spPr>
        <a:xfrm>
          <a:off x="6102365" y="667314"/>
          <a:ext cx="1783450" cy="104172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672" tIns="42672" rIns="56896" bIns="64008" numCol="1" spcCol="1270" anchor="t" anchorCtr="0">
          <a:noAutofit/>
        </a:bodyPr>
        <a:lstStyle/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800" b="0" kern="1200" dirty="0" err="1"/>
            <a:t>KaMpfumu</a:t>
          </a:r>
          <a:r>
            <a:rPr lang="pt-PT" sz="800" b="1" kern="1200" dirty="0"/>
            <a:t>: 		</a:t>
          </a:r>
          <a:r>
            <a:rPr lang="pt-PT" sz="800" kern="1200" dirty="0"/>
            <a:t>774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Nhlamankulu</a:t>
          </a:r>
          <a:r>
            <a:rPr lang="pt-PT" sz="800" b="1" kern="1200" dirty="0"/>
            <a:t>: 	1160</a:t>
          </a:r>
          <a:endParaRPr lang="pt-PT" sz="800" b="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KaMaxakeni</a:t>
          </a:r>
          <a:r>
            <a:rPr lang="en-US" sz="800" kern="1200" dirty="0"/>
            <a:t>: 		662</a:t>
          </a:r>
          <a:endParaRPr lang="pt-PT" sz="800" b="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KaMavota</a:t>
          </a:r>
          <a:r>
            <a:rPr lang="en-US" sz="800" kern="1200" dirty="0"/>
            <a:t>: 		1311</a:t>
          </a:r>
          <a:endParaRPr lang="pt-PT" sz="800" b="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KaMubukwana</a:t>
          </a:r>
          <a:r>
            <a:rPr lang="en-US" sz="800" kern="1200" dirty="0"/>
            <a:t>: 	1056</a:t>
          </a:r>
          <a:endParaRPr lang="pt-PT" sz="800" b="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KaTembe</a:t>
          </a:r>
          <a:r>
            <a:rPr lang="en-US" sz="800" kern="1200" dirty="0"/>
            <a:t>: 		251</a:t>
          </a:r>
          <a:endParaRPr lang="pt-PT" sz="800" b="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KaNyaka		21</a:t>
          </a:r>
          <a:endParaRPr lang="pt-PT" sz="800" b="0" kern="1200" dirty="0"/>
        </a:p>
      </dsp:txBody>
      <dsp:txXfrm>
        <a:off x="6102365" y="667314"/>
        <a:ext cx="1783450" cy="1041727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CC311C-3919-4641-BC63-F2C27F3911F7}">
      <dsp:nvSpPr>
        <dsp:cNvPr id="0" name=""/>
        <dsp:cNvSpPr/>
      </dsp:nvSpPr>
      <dsp:spPr>
        <a:xfrm>
          <a:off x="1647" y="12192"/>
          <a:ext cx="1731448" cy="518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100" b="1" kern="1200" dirty="0"/>
            <a:t>2022</a:t>
          </a:r>
        </a:p>
      </dsp:txBody>
      <dsp:txXfrm>
        <a:off x="1647" y="12192"/>
        <a:ext cx="1731448" cy="518400"/>
      </dsp:txXfrm>
    </dsp:sp>
    <dsp:sp modelId="{0ABEC532-CB64-47AE-B338-676E4DEF4AE8}">
      <dsp:nvSpPr>
        <dsp:cNvPr id="0" name=""/>
        <dsp:cNvSpPr/>
      </dsp:nvSpPr>
      <dsp:spPr>
        <a:xfrm>
          <a:off x="1647" y="530592"/>
          <a:ext cx="1731448" cy="11711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35560" bIns="40005" numCol="1" spcCol="1270" anchor="t" anchorCtr="0">
          <a:noAutofit/>
        </a:bodyPr>
        <a:lstStyle/>
        <a:p>
          <a:pPr marL="57150" lvl="1" indent="-57150" algn="l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800" b="0" kern="1200" dirty="0" err="1"/>
            <a:t>KaMpfumu</a:t>
          </a:r>
          <a:r>
            <a:rPr lang="pt-PT" sz="800" b="1" kern="1200" dirty="0"/>
            <a:t>: 		82%</a:t>
          </a:r>
          <a:endParaRPr lang="pt-PT" sz="800" kern="1200" dirty="0"/>
        </a:p>
        <a:p>
          <a:pPr marL="57150" lvl="1" indent="-57150" algn="l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 err="1"/>
            <a:t>Nhlamankulu</a:t>
          </a:r>
          <a:r>
            <a:rPr lang="pt-PT" sz="800" b="1" kern="1200" dirty="0"/>
            <a:t>:		</a:t>
          </a:r>
          <a:r>
            <a:rPr lang="pt-PT" sz="800" b="0" kern="1200" dirty="0"/>
            <a:t>88%</a:t>
          </a:r>
        </a:p>
        <a:p>
          <a:pPr marL="57150" lvl="1" indent="-57150" algn="l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800" kern="1200" dirty="0" err="1"/>
            <a:t>KaMaxakene</a:t>
          </a:r>
          <a:r>
            <a:rPr lang="en-US" sz="800" kern="1200" dirty="0"/>
            <a:t>:		81%</a:t>
          </a:r>
          <a:endParaRPr lang="pt-PT" sz="800" b="0" kern="1200" dirty="0"/>
        </a:p>
        <a:p>
          <a:pPr marL="57150" lvl="1" indent="-57150" algn="l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800" kern="1200" dirty="0" err="1"/>
            <a:t>KaMavota</a:t>
          </a:r>
          <a:r>
            <a:rPr lang="en-US" sz="800" kern="1200" dirty="0"/>
            <a:t>: 		81%</a:t>
          </a:r>
          <a:endParaRPr lang="pt-PT" sz="800" b="0" kern="1200" dirty="0"/>
        </a:p>
        <a:p>
          <a:pPr marL="57150" lvl="1" indent="-57150" algn="l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800" kern="1200" dirty="0" err="1"/>
            <a:t>KaMubukwana</a:t>
          </a:r>
          <a:r>
            <a:rPr lang="en-US" sz="800" kern="1200" dirty="0"/>
            <a:t>: 	90%</a:t>
          </a:r>
          <a:endParaRPr lang="pt-PT" sz="800" b="0" kern="1200" dirty="0"/>
        </a:p>
        <a:p>
          <a:pPr marL="57150" lvl="1" indent="-57150" algn="l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800" kern="1200" dirty="0" err="1"/>
            <a:t>KaTembe</a:t>
          </a:r>
          <a:r>
            <a:rPr lang="en-US" sz="800" kern="1200" dirty="0"/>
            <a:t>: 		88%</a:t>
          </a:r>
          <a:endParaRPr lang="pt-PT" sz="800" b="0" kern="1200" dirty="0"/>
        </a:p>
        <a:p>
          <a:pPr marL="57150" lvl="1" indent="-57150" algn="l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800" kern="1200" dirty="0"/>
            <a:t>KaNyaka		91</a:t>
          </a:r>
          <a:endParaRPr lang="pt-PT" sz="800" b="0" kern="1200" dirty="0"/>
        </a:p>
      </dsp:txBody>
      <dsp:txXfrm>
        <a:off x="1647" y="530592"/>
        <a:ext cx="1731448" cy="1171171"/>
      </dsp:txXfrm>
    </dsp:sp>
    <dsp:sp modelId="{442A170E-5354-45BE-8146-0D4F1C9FE201}">
      <dsp:nvSpPr>
        <dsp:cNvPr id="0" name=""/>
        <dsp:cNvSpPr/>
      </dsp:nvSpPr>
      <dsp:spPr>
        <a:xfrm>
          <a:off x="1975499" y="12192"/>
          <a:ext cx="1731448" cy="518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100" b="1" kern="1200" dirty="0"/>
            <a:t>2023</a:t>
          </a:r>
        </a:p>
      </dsp:txBody>
      <dsp:txXfrm>
        <a:off x="1975499" y="12192"/>
        <a:ext cx="1731448" cy="518400"/>
      </dsp:txXfrm>
    </dsp:sp>
    <dsp:sp modelId="{199B5677-DCF4-445E-8E90-D7A80ACE74D6}">
      <dsp:nvSpPr>
        <dsp:cNvPr id="0" name=""/>
        <dsp:cNvSpPr/>
      </dsp:nvSpPr>
      <dsp:spPr>
        <a:xfrm>
          <a:off x="1975499" y="530592"/>
          <a:ext cx="1731448" cy="11711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672" tIns="42672" rIns="56896" bIns="64008" numCol="1" spcCol="1270" anchor="t" anchorCtr="0">
          <a:noAutofit/>
        </a:bodyPr>
        <a:lstStyle/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KaMpfumu</a:t>
          </a:r>
          <a:r>
            <a:rPr lang="en-US" sz="800" b="0" kern="1200" dirty="0"/>
            <a:t>: 		88%</a:t>
          </a:r>
          <a:endParaRPr lang="pt-PT" sz="80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Nhlamankulu</a:t>
          </a:r>
          <a:r>
            <a:rPr lang="en-US" sz="800" b="0" kern="1200" dirty="0"/>
            <a:t>:		92%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KaMaxakene</a:t>
          </a:r>
          <a:r>
            <a:rPr lang="en-US" sz="800" b="0" kern="1200" dirty="0"/>
            <a:t>:		77%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KaMavota</a:t>
          </a:r>
          <a:r>
            <a:rPr lang="en-US" sz="800" b="0" kern="1200" dirty="0"/>
            <a:t>: 		88%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KaMubukwana</a:t>
          </a:r>
          <a:r>
            <a:rPr lang="en-US" sz="800" b="0" kern="1200" dirty="0"/>
            <a:t>: 	88%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KaTembe</a:t>
          </a:r>
          <a:r>
            <a:rPr lang="en-US" sz="800" b="0" kern="1200" dirty="0"/>
            <a:t>: 		91%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/>
            <a:t>KaNyaka: 	            100%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pt-PT" sz="800" b="0" kern="1200" dirty="0"/>
        </a:p>
      </dsp:txBody>
      <dsp:txXfrm>
        <a:off x="1975499" y="530592"/>
        <a:ext cx="1731448" cy="1171171"/>
      </dsp:txXfrm>
    </dsp:sp>
    <dsp:sp modelId="{7D1C3BE7-B630-41F4-9BA8-24F013FC4CCD}">
      <dsp:nvSpPr>
        <dsp:cNvPr id="0" name=""/>
        <dsp:cNvSpPr/>
      </dsp:nvSpPr>
      <dsp:spPr>
        <a:xfrm>
          <a:off x="3949351" y="12192"/>
          <a:ext cx="1963930" cy="518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100" b="1" kern="1200" dirty="0"/>
            <a:t>2024</a:t>
          </a:r>
        </a:p>
      </dsp:txBody>
      <dsp:txXfrm>
        <a:off x="3949351" y="12192"/>
        <a:ext cx="1963930" cy="518400"/>
      </dsp:txXfrm>
    </dsp:sp>
    <dsp:sp modelId="{CDF39851-ADBF-4393-9AB2-98DDEE3237B2}">
      <dsp:nvSpPr>
        <dsp:cNvPr id="0" name=""/>
        <dsp:cNvSpPr/>
      </dsp:nvSpPr>
      <dsp:spPr>
        <a:xfrm>
          <a:off x="3960727" y="530592"/>
          <a:ext cx="1941179" cy="11711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672" tIns="42672" rIns="56896" bIns="64008" numCol="1" spcCol="1270" anchor="t" anchorCtr="0">
          <a:noAutofit/>
        </a:bodyPr>
        <a:lstStyle/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KaMpfumu</a:t>
          </a:r>
          <a:r>
            <a:rPr lang="en-US" sz="800" b="0" kern="1200" dirty="0"/>
            <a:t>: 		92%</a:t>
          </a:r>
          <a:endParaRPr lang="pt-PT" sz="80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Nhlamankulu</a:t>
          </a:r>
          <a:r>
            <a:rPr lang="en-US" sz="800" b="0" kern="1200" dirty="0"/>
            <a:t>:		92%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KaMaxakene</a:t>
          </a:r>
          <a:r>
            <a:rPr lang="en-US" sz="800" b="0" kern="1200" dirty="0"/>
            <a:t>:		85%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KaMavota</a:t>
          </a:r>
          <a:r>
            <a:rPr lang="en-US" sz="800" b="0" kern="1200" dirty="0"/>
            <a:t>: 		91%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KaMubukwana</a:t>
          </a:r>
          <a:r>
            <a:rPr lang="en-US" sz="800" b="0" kern="1200" dirty="0"/>
            <a:t>: 	88%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KaTembe</a:t>
          </a:r>
          <a:r>
            <a:rPr lang="en-US" sz="800" b="0" kern="1200" dirty="0"/>
            <a:t>: 		90%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/>
            <a:t>KaNyaka	           100%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pt-PT" sz="800" b="0" kern="1200" dirty="0"/>
        </a:p>
      </dsp:txBody>
      <dsp:txXfrm>
        <a:off x="3960727" y="530592"/>
        <a:ext cx="1941179" cy="1171171"/>
      </dsp:txXfrm>
    </dsp:sp>
    <dsp:sp modelId="{6CA5CB89-965F-46F4-AB63-5A87591C812D}">
      <dsp:nvSpPr>
        <dsp:cNvPr id="0" name=""/>
        <dsp:cNvSpPr/>
      </dsp:nvSpPr>
      <dsp:spPr>
        <a:xfrm>
          <a:off x="6155685" y="12192"/>
          <a:ext cx="1731448" cy="518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8232" tIns="44704" rIns="78232" bIns="44704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100" b="1" kern="1200" dirty="0"/>
            <a:t>2025</a:t>
          </a:r>
        </a:p>
      </dsp:txBody>
      <dsp:txXfrm>
        <a:off x="6155685" y="12192"/>
        <a:ext cx="1731448" cy="518400"/>
      </dsp:txXfrm>
    </dsp:sp>
    <dsp:sp modelId="{FD162D3A-1177-4F1B-9F5D-C4AE692DD6E1}">
      <dsp:nvSpPr>
        <dsp:cNvPr id="0" name=""/>
        <dsp:cNvSpPr/>
      </dsp:nvSpPr>
      <dsp:spPr>
        <a:xfrm>
          <a:off x="6155685" y="530592"/>
          <a:ext cx="1731448" cy="11711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672" tIns="42672" rIns="56896" bIns="64008" numCol="1" spcCol="1270" anchor="t" anchorCtr="0">
          <a:noAutofit/>
        </a:bodyPr>
        <a:lstStyle/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KaMpfumu</a:t>
          </a:r>
          <a:r>
            <a:rPr lang="en-US" sz="800" b="0" kern="1200" dirty="0"/>
            <a:t>: 		92%</a:t>
          </a:r>
          <a:endParaRPr lang="pt-PT" sz="800" kern="1200" dirty="0"/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Nhlamankulu</a:t>
          </a:r>
          <a:r>
            <a:rPr lang="en-US" sz="800" b="0" kern="1200" dirty="0"/>
            <a:t>:		93%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KaMaxakene</a:t>
          </a:r>
          <a:r>
            <a:rPr lang="en-US" sz="800" b="0" kern="1200" dirty="0"/>
            <a:t>:		86%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KaMavota</a:t>
          </a:r>
          <a:r>
            <a:rPr lang="en-US" sz="800" b="0" kern="1200" dirty="0"/>
            <a:t>: 		91%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KaMubukwana</a:t>
          </a:r>
          <a:r>
            <a:rPr lang="en-US" sz="800" b="0" kern="1200" dirty="0"/>
            <a:t>: 	83%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 err="1"/>
            <a:t>KaTembe</a:t>
          </a:r>
          <a:r>
            <a:rPr lang="en-US" sz="800" b="0" kern="1200" dirty="0"/>
            <a:t>: 		90%</a:t>
          </a:r>
        </a:p>
        <a:p>
          <a:pPr marL="57150" lvl="1" indent="-57150" algn="just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/>
            <a:t>KaNyaka		96%</a:t>
          </a:r>
        </a:p>
      </dsp:txBody>
      <dsp:txXfrm>
        <a:off x="6155685" y="530592"/>
        <a:ext cx="1731448" cy="11711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39A425B-5968-4CD5-AE1D-D41E8EAAB025}" type="slidenum">
              <a:rPr lang="en-US" altLang="en-US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en-US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23903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8F78127F-4C15-CF3D-6164-AB4B3C41A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606f1c2d_30:notes">
            <a:extLst>
              <a:ext uri="{FF2B5EF4-FFF2-40B4-BE49-F238E27FC236}">
                <a16:creationId xmlns:a16="http://schemas.microsoft.com/office/drawing/2014/main" id="{2FB4CF55-BDF6-BC61-4EB4-A9E4E79D56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606f1c2d_30:notes">
            <a:extLst>
              <a:ext uri="{FF2B5EF4-FFF2-40B4-BE49-F238E27FC236}">
                <a16:creationId xmlns:a16="http://schemas.microsoft.com/office/drawing/2014/main" id="{EDC2F18A-5445-77E5-DF5F-441DC88ED1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285750" lvl="0" indent="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None/>
              <a:tabLst>
                <a:tab pos="857250" algn="l"/>
              </a:tabLst>
            </a:pPr>
            <a:endParaRPr lang="pt-PT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98437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285750" lvl="0" indent="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None/>
              <a:tabLst>
                <a:tab pos="857250" algn="l"/>
              </a:tabLst>
            </a:pPr>
            <a:endParaRPr lang="pt-PT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20680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1066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94628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774903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6C8E1FF5-9890-E667-D8FF-A7EF9CF84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606f1c2d_30:notes">
            <a:extLst>
              <a:ext uri="{FF2B5EF4-FFF2-40B4-BE49-F238E27FC236}">
                <a16:creationId xmlns:a16="http://schemas.microsoft.com/office/drawing/2014/main" id="{E7FE5B47-E168-C93C-4F12-046CBAD6E4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606f1c2d_30:notes">
            <a:extLst>
              <a:ext uri="{FF2B5EF4-FFF2-40B4-BE49-F238E27FC236}">
                <a16:creationId xmlns:a16="http://schemas.microsoft.com/office/drawing/2014/main" id="{626EAF9A-FDB7-AD6F-052B-92B6124A54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711607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50100D9D-3DDD-0557-700D-C16641609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606f1c2d_30:notes">
            <a:extLst>
              <a:ext uri="{FF2B5EF4-FFF2-40B4-BE49-F238E27FC236}">
                <a16:creationId xmlns:a16="http://schemas.microsoft.com/office/drawing/2014/main" id="{C69A5D09-10BC-63CC-8CF9-18ECEDF9F0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606f1c2d_30:notes">
            <a:extLst>
              <a:ext uri="{FF2B5EF4-FFF2-40B4-BE49-F238E27FC236}">
                <a16:creationId xmlns:a16="http://schemas.microsoft.com/office/drawing/2014/main" id="{D42314CE-EB3C-3738-396A-03AE369FF0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797231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B9AE3D16-DFAD-9D41-CA6B-F30A25042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5f391192_029:notes">
            <a:extLst>
              <a:ext uri="{FF2B5EF4-FFF2-40B4-BE49-F238E27FC236}">
                <a16:creationId xmlns:a16="http://schemas.microsoft.com/office/drawing/2014/main" id="{1C93B289-E637-369A-4CDA-D23A04CD01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5f391192_029:notes">
            <a:extLst>
              <a:ext uri="{FF2B5EF4-FFF2-40B4-BE49-F238E27FC236}">
                <a16:creationId xmlns:a16="http://schemas.microsoft.com/office/drawing/2014/main" id="{94489299-B6E0-962A-92E5-6A57B8E893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43141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E9ABF63C-6CE9-FDEA-EC2C-2E74755B6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606f1c2d_30:notes">
            <a:extLst>
              <a:ext uri="{FF2B5EF4-FFF2-40B4-BE49-F238E27FC236}">
                <a16:creationId xmlns:a16="http://schemas.microsoft.com/office/drawing/2014/main" id="{F16CF723-AA0D-AA6D-681C-CC439B75F3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606f1c2d_30:notes">
            <a:extLst>
              <a:ext uri="{FF2B5EF4-FFF2-40B4-BE49-F238E27FC236}">
                <a16:creationId xmlns:a16="http://schemas.microsoft.com/office/drawing/2014/main" id="{34911BC6-CFD0-CF41-E5FC-E1A6A11F97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Pedir</a:t>
            </a:r>
            <a:r>
              <a:rPr lang="en-US" dirty="0"/>
              <a:t> </a:t>
            </a:r>
            <a:r>
              <a:rPr lang="en-US" dirty="0" err="1"/>
              <a:t>fotos</a:t>
            </a:r>
            <a:r>
              <a:rPr lang="en-US" dirty="0"/>
              <a:t> </a:t>
            </a:r>
            <a:r>
              <a:rPr lang="en-US" dirty="0" err="1"/>
              <a:t>destas</a:t>
            </a:r>
            <a:r>
              <a:rPr lang="en-US" dirty="0"/>
              <a:t> US para </a:t>
            </a:r>
            <a:r>
              <a:rPr lang="en-US" dirty="0" err="1"/>
              <a:t>inserir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436175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Pedir</a:t>
            </a:r>
            <a:r>
              <a:rPr lang="en-US" dirty="0"/>
              <a:t> </a:t>
            </a:r>
            <a:r>
              <a:rPr lang="en-US" dirty="0" err="1"/>
              <a:t>fotos</a:t>
            </a:r>
            <a:r>
              <a:rPr lang="en-US" dirty="0"/>
              <a:t> </a:t>
            </a:r>
            <a:r>
              <a:rPr lang="en-US" dirty="0" err="1"/>
              <a:t>destas</a:t>
            </a:r>
            <a:r>
              <a:rPr lang="en-US" dirty="0"/>
              <a:t> US para </a:t>
            </a:r>
            <a:r>
              <a:rPr lang="en-US" dirty="0" err="1"/>
              <a:t>inserir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380347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CB7992CD-8EEC-B505-FA9A-AF1D07C76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606f1c2d_30:notes">
            <a:extLst>
              <a:ext uri="{FF2B5EF4-FFF2-40B4-BE49-F238E27FC236}">
                <a16:creationId xmlns:a16="http://schemas.microsoft.com/office/drawing/2014/main" id="{11B03CAE-83EC-2C53-3C76-E2532B5F11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606f1c2d_30:notes">
            <a:extLst>
              <a:ext uri="{FF2B5EF4-FFF2-40B4-BE49-F238E27FC236}">
                <a16:creationId xmlns:a16="http://schemas.microsoft.com/office/drawing/2014/main" id="{83A42EA5-1B2F-1934-2B88-3E0A94F698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Pedir</a:t>
            </a:r>
            <a:r>
              <a:rPr lang="en-US" dirty="0"/>
              <a:t> </a:t>
            </a:r>
            <a:r>
              <a:rPr lang="en-US" dirty="0" err="1"/>
              <a:t>fotos</a:t>
            </a:r>
            <a:r>
              <a:rPr lang="en-US" dirty="0"/>
              <a:t> </a:t>
            </a:r>
            <a:r>
              <a:rPr lang="en-US" dirty="0" err="1"/>
              <a:t>destas</a:t>
            </a:r>
            <a:r>
              <a:rPr lang="en-US" dirty="0"/>
              <a:t> US para </a:t>
            </a:r>
            <a:r>
              <a:rPr lang="en-US" dirty="0" err="1"/>
              <a:t>inserir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550171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FB80A6D0-0CC8-3EAF-FB55-D1E38D32F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606f1c2d_30:notes">
            <a:extLst>
              <a:ext uri="{FF2B5EF4-FFF2-40B4-BE49-F238E27FC236}">
                <a16:creationId xmlns:a16="http://schemas.microsoft.com/office/drawing/2014/main" id="{9111AD7F-A299-5D47-C48F-FA276D78DF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606f1c2d_30:notes">
            <a:extLst>
              <a:ext uri="{FF2B5EF4-FFF2-40B4-BE49-F238E27FC236}">
                <a16:creationId xmlns:a16="http://schemas.microsoft.com/office/drawing/2014/main" id="{F3820DCC-A838-F63B-09C3-4A7FC96CAA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Pedir</a:t>
            </a:r>
            <a:r>
              <a:rPr lang="en-US" dirty="0"/>
              <a:t> </a:t>
            </a:r>
            <a:r>
              <a:rPr lang="en-US" dirty="0" err="1"/>
              <a:t>fotos</a:t>
            </a:r>
            <a:r>
              <a:rPr lang="en-US" dirty="0"/>
              <a:t> </a:t>
            </a:r>
            <a:r>
              <a:rPr lang="en-US" dirty="0" err="1"/>
              <a:t>destas</a:t>
            </a:r>
            <a:r>
              <a:rPr lang="en-US" dirty="0"/>
              <a:t> US para </a:t>
            </a:r>
            <a:r>
              <a:rPr lang="en-US" dirty="0" err="1"/>
              <a:t>inserir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391450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02ABE18C-1DEC-3BA3-72BF-DFBF94DA0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606f1c2d_30:notes">
            <a:extLst>
              <a:ext uri="{FF2B5EF4-FFF2-40B4-BE49-F238E27FC236}">
                <a16:creationId xmlns:a16="http://schemas.microsoft.com/office/drawing/2014/main" id="{39557049-8E60-53CA-2734-AB8DEF8DA5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606f1c2d_30:notes">
            <a:extLst>
              <a:ext uri="{FF2B5EF4-FFF2-40B4-BE49-F238E27FC236}">
                <a16:creationId xmlns:a16="http://schemas.microsoft.com/office/drawing/2014/main" id="{5AE09A9D-B2B1-F94E-9A06-D8A18DAD81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Pedir</a:t>
            </a:r>
            <a:r>
              <a:rPr lang="en-US" dirty="0"/>
              <a:t> </a:t>
            </a:r>
            <a:r>
              <a:rPr lang="en-US" dirty="0" err="1"/>
              <a:t>fotos</a:t>
            </a:r>
            <a:r>
              <a:rPr lang="en-US" dirty="0"/>
              <a:t> </a:t>
            </a:r>
            <a:r>
              <a:rPr lang="en-US" dirty="0" err="1"/>
              <a:t>destas</a:t>
            </a:r>
            <a:r>
              <a:rPr lang="en-US" dirty="0"/>
              <a:t> US para </a:t>
            </a:r>
            <a:r>
              <a:rPr lang="en-US" dirty="0" err="1"/>
              <a:t>inserir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38398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63248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8CAACAE3-8279-483D-59CE-0C0129D4C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606f1c2d_30:notes">
            <a:extLst>
              <a:ext uri="{FF2B5EF4-FFF2-40B4-BE49-F238E27FC236}">
                <a16:creationId xmlns:a16="http://schemas.microsoft.com/office/drawing/2014/main" id="{190E7473-8842-717F-96F0-4157F76554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606f1c2d_30:notes">
            <a:extLst>
              <a:ext uri="{FF2B5EF4-FFF2-40B4-BE49-F238E27FC236}">
                <a16:creationId xmlns:a16="http://schemas.microsoft.com/office/drawing/2014/main" id="{CD591054-648D-3B83-F4C7-FE3FA84AB2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Pedir</a:t>
            </a:r>
            <a:r>
              <a:rPr lang="en-US" dirty="0"/>
              <a:t> </a:t>
            </a:r>
            <a:r>
              <a:rPr lang="en-US" dirty="0" err="1"/>
              <a:t>fotos</a:t>
            </a:r>
            <a:r>
              <a:rPr lang="en-US" dirty="0"/>
              <a:t> </a:t>
            </a:r>
            <a:r>
              <a:rPr lang="en-US" dirty="0" err="1"/>
              <a:t>destas</a:t>
            </a:r>
            <a:r>
              <a:rPr lang="en-US" dirty="0"/>
              <a:t> US para </a:t>
            </a:r>
            <a:r>
              <a:rPr lang="en-US" dirty="0" err="1"/>
              <a:t>inserir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278631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EE3BDC6D-83F2-FB64-A118-90A51582D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606f1c2d_30:notes">
            <a:extLst>
              <a:ext uri="{FF2B5EF4-FFF2-40B4-BE49-F238E27FC236}">
                <a16:creationId xmlns:a16="http://schemas.microsoft.com/office/drawing/2014/main" id="{2B778512-0A8C-7C88-B656-41518A64B0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606f1c2d_30:notes">
            <a:extLst>
              <a:ext uri="{FF2B5EF4-FFF2-40B4-BE49-F238E27FC236}">
                <a16:creationId xmlns:a16="http://schemas.microsoft.com/office/drawing/2014/main" id="{CA24212F-5C9C-FA27-1F85-A73BEF53BA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Pedir</a:t>
            </a:r>
            <a:r>
              <a:rPr lang="en-US" dirty="0"/>
              <a:t> </a:t>
            </a:r>
            <a:r>
              <a:rPr lang="en-US" dirty="0" err="1"/>
              <a:t>fotos</a:t>
            </a:r>
            <a:r>
              <a:rPr lang="en-US" dirty="0"/>
              <a:t> </a:t>
            </a:r>
            <a:r>
              <a:rPr lang="en-US" dirty="0" err="1"/>
              <a:t>destas</a:t>
            </a:r>
            <a:r>
              <a:rPr lang="en-US" dirty="0"/>
              <a:t> US para </a:t>
            </a:r>
            <a:r>
              <a:rPr lang="en-US" dirty="0" err="1"/>
              <a:t>inserir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773274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68493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18FAE7B9-C09A-B849-B9FA-8246561BD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606f1c2d_30:notes">
            <a:extLst>
              <a:ext uri="{FF2B5EF4-FFF2-40B4-BE49-F238E27FC236}">
                <a16:creationId xmlns:a16="http://schemas.microsoft.com/office/drawing/2014/main" id="{72FC3109-9228-5C0E-FE82-35EFE7F714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606f1c2d_30:notes">
            <a:extLst>
              <a:ext uri="{FF2B5EF4-FFF2-40B4-BE49-F238E27FC236}">
                <a16:creationId xmlns:a16="http://schemas.microsoft.com/office/drawing/2014/main" id="{B1A0781A-755D-CC89-3859-368C8DE819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Pedir</a:t>
            </a:r>
            <a:r>
              <a:rPr lang="en-US" dirty="0"/>
              <a:t> </a:t>
            </a:r>
            <a:r>
              <a:rPr lang="en-US" dirty="0" err="1"/>
              <a:t>fotos</a:t>
            </a:r>
            <a:r>
              <a:rPr lang="en-US" dirty="0"/>
              <a:t> </a:t>
            </a:r>
            <a:r>
              <a:rPr lang="en-US" dirty="0" err="1"/>
              <a:t>destas</a:t>
            </a:r>
            <a:r>
              <a:rPr lang="en-US" dirty="0"/>
              <a:t> US para </a:t>
            </a:r>
            <a:r>
              <a:rPr lang="en-US" dirty="0" err="1"/>
              <a:t>inserir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67955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F4431F26-0428-8FB1-A2D6-9C4780D42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606f1c2d_30:notes">
            <a:extLst>
              <a:ext uri="{FF2B5EF4-FFF2-40B4-BE49-F238E27FC236}">
                <a16:creationId xmlns:a16="http://schemas.microsoft.com/office/drawing/2014/main" id="{D394C5FD-40FA-79B7-9628-9782755B45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606f1c2d_30:notes">
            <a:extLst>
              <a:ext uri="{FF2B5EF4-FFF2-40B4-BE49-F238E27FC236}">
                <a16:creationId xmlns:a16="http://schemas.microsoft.com/office/drawing/2014/main" id="{D0DA1C74-5344-770D-D7F7-8C35954B4B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Pedir</a:t>
            </a:r>
            <a:r>
              <a:rPr lang="en-US" dirty="0"/>
              <a:t> </a:t>
            </a:r>
            <a:r>
              <a:rPr lang="en-US" dirty="0" err="1"/>
              <a:t>fotos</a:t>
            </a:r>
            <a:r>
              <a:rPr lang="en-US" dirty="0"/>
              <a:t> </a:t>
            </a:r>
            <a:r>
              <a:rPr lang="en-US" dirty="0" err="1"/>
              <a:t>destas</a:t>
            </a:r>
            <a:r>
              <a:rPr lang="en-US" dirty="0"/>
              <a:t> US para </a:t>
            </a:r>
            <a:r>
              <a:rPr lang="en-US" dirty="0" err="1"/>
              <a:t>inserir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838904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362642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C0A13F0D-F815-79D9-F125-ABDD8FC33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606f1c2d_30:notes">
            <a:extLst>
              <a:ext uri="{FF2B5EF4-FFF2-40B4-BE49-F238E27FC236}">
                <a16:creationId xmlns:a16="http://schemas.microsoft.com/office/drawing/2014/main" id="{3B3D10FC-4533-040D-EC7D-D4B986ADBB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606f1c2d_30:notes">
            <a:extLst>
              <a:ext uri="{FF2B5EF4-FFF2-40B4-BE49-F238E27FC236}">
                <a16:creationId xmlns:a16="http://schemas.microsoft.com/office/drawing/2014/main" id="{57397CEB-81DD-C906-360E-6EBD76243B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Pedir</a:t>
            </a:r>
            <a:r>
              <a:rPr lang="en-US" dirty="0"/>
              <a:t> </a:t>
            </a:r>
            <a:r>
              <a:rPr lang="en-US" dirty="0" err="1"/>
              <a:t>fotos</a:t>
            </a:r>
            <a:r>
              <a:rPr lang="en-US" dirty="0"/>
              <a:t> </a:t>
            </a:r>
            <a:r>
              <a:rPr lang="en-US" dirty="0" err="1"/>
              <a:t>destas</a:t>
            </a:r>
            <a:r>
              <a:rPr lang="en-US" dirty="0"/>
              <a:t> US para </a:t>
            </a:r>
            <a:r>
              <a:rPr lang="en-US" dirty="0" err="1"/>
              <a:t>inserir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4804711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BF690597-3916-E2A6-7E4B-16822C747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606f1c2d_30:notes">
            <a:extLst>
              <a:ext uri="{FF2B5EF4-FFF2-40B4-BE49-F238E27FC236}">
                <a16:creationId xmlns:a16="http://schemas.microsoft.com/office/drawing/2014/main" id="{9D1B6DDF-E5D1-45F2-848B-8C43C6AF84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606f1c2d_30:notes">
            <a:extLst>
              <a:ext uri="{FF2B5EF4-FFF2-40B4-BE49-F238E27FC236}">
                <a16:creationId xmlns:a16="http://schemas.microsoft.com/office/drawing/2014/main" id="{9D0EBF2D-4892-CAA6-A189-326768ECE7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Pedir</a:t>
            </a:r>
            <a:r>
              <a:rPr lang="en-US" dirty="0"/>
              <a:t> </a:t>
            </a:r>
            <a:r>
              <a:rPr lang="en-US" dirty="0" err="1"/>
              <a:t>fotos</a:t>
            </a:r>
            <a:r>
              <a:rPr lang="en-US" dirty="0"/>
              <a:t> </a:t>
            </a:r>
            <a:r>
              <a:rPr lang="en-US" dirty="0" err="1"/>
              <a:t>destas</a:t>
            </a:r>
            <a:r>
              <a:rPr lang="en-US" dirty="0"/>
              <a:t> US para </a:t>
            </a:r>
            <a:r>
              <a:rPr lang="en-US" dirty="0" err="1"/>
              <a:t>inserir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0044495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82548DC7-019D-DEDE-2A14-31F185797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606f1c2d_30:notes">
            <a:extLst>
              <a:ext uri="{FF2B5EF4-FFF2-40B4-BE49-F238E27FC236}">
                <a16:creationId xmlns:a16="http://schemas.microsoft.com/office/drawing/2014/main" id="{2821C02E-3731-C01A-386F-B17FB53F27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606f1c2d_30:notes">
            <a:extLst>
              <a:ext uri="{FF2B5EF4-FFF2-40B4-BE49-F238E27FC236}">
                <a16:creationId xmlns:a16="http://schemas.microsoft.com/office/drawing/2014/main" id="{2A5A3FC6-2202-B778-97FC-E57FCF9FC8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Pedir</a:t>
            </a:r>
            <a:r>
              <a:rPr lang="en-US" dirty="0"/>
              <a:t> </a:t>
            </a:r>
            <a:r>
              <a:rPr lang="en-US" dirty="0" err="1"/>
              <a:t>fotos</a:t>
            </a:r>
            <a:r>
              <a:rPr lang="en-US" dirty="0"/>
              <a:t> </a:t>
            </a:r>
            <a:r>
              <a:rPr lang="en-US" dirty="0" err="1"/>
              <a:t>destas</a:t>
            </a:r>
            <a:r>
              <a:rPr lang="en-US" dirty="0"/>
              <a:t> US para </a:t>
            </a:r>
            <a:r>
              <a:rPr lang="en-US" dirty="0" err="1"/>
              <a:t>inserir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2032417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645308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7010925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409311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9095635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096638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04A7E7F9-D4B8-97EB-38DF-D798A130A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606f1c2d_30:notes">
            <a:extLst>
              <a:ext uri="{FF2B5EF4-FFF2-40B4-BE49-F238E27FC236}">
                <a16:creationId xmlns:a16="http://schemas.microsoft.com/office/drawing/2014/main" id="{B11E4EEC-ED04-F26A-4D2F-77D39836AA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606f1c2d_30:notes">
            <a:extLst>
              <a:ext uri="{FF2B5EF4-FFF2-40B4-BE49-F238E27FC236}">
                <a16:creationId xmlns:a16="http://schemas.microsoft.com/office/drawing/2014/main" id="{A0DCCE7A-0FC3-3793-6C6A-481B45E2CD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Pedir</a:t>
            </a:r>
            <a:r>
              <a:rPr lang="en-US" dirty="0"/>
              <a:t> </a:t>
            </a:r>
            <a:r>
              <a:rPr lang="en-US" dirty="0" err="1"/>
              <a:t>fotos</a:t>
            </a:r>
            <a:r>
              <a:rPr lang="en-US" dirty="0"/>
              <a:t> </a:t>
            </a:r>
            <a:r>
              <a:rPr lang="en-US" dirty="0" err="1"/>
              <a:t>destas</a:t>
            </a:r>
            <a:r>
              <a:rPr lang="en-US" dirty="0"/>
              <a:t> US para </a:t>
            </a:r>
            <a:r>
              <a:rPr lang="en-US" dirty="0" err="1"/>
              <a:t>inserir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6645817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58CF3005-0AB4-DDF2-EFD2-12C742667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606f1c2d_30:notes">
            <a:extLst>
              <a:ext uri="{FF2B5EF4-FFF2-40B4-BE49-F238E27FC236}">
                <a16:creationId xmlns:a16="http://schemas.microsoft.com/office/drawing/2014/main" id="{1E0841B8-F0B0-A7E9-5FE0-CB896DE22C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606f1c2d_30:notes">
            <a:extLst>
              <a:ext uri="{FF2B5EF4-FFF2-40B4-BE49-F238E27FC236}">
                <a16:creationId xmlns:a16="http://schemas.microsoft.com/office/drawing/2014/main" id="{A7C5DFCC-7F51-546D-7BFB-CA83DD2A97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Pedir</a:t>
            </a:r>
            <a:r>
              <a:rPr lang="en-US" dirty="0"/>
              <a:t> </a:t>
            </a:r>
            <a:r>
              <a:rPr lang="en-US" dirty="0" err="1"/>
              <a:t>fotos</a:t>
            </a:r>
            <a:r>
              <a:rPr lang="en-US" dirty="0"/>
              <a:t> </a:t>
            </a:r>
            <a:r>
              <a:rPr lang="en-US" dirty="0" err="1"/>
              <a:t>destas</a:t>
            </a:r>
            <a:r>
              <a:rPr lang="en-US" dirty="0"/>
              <a:t> US para </a:t>
            </a:r>
            <a:r>
              <a:rPr lang="en-US" dirty="0" err="1"/>
              <a:t>inserir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709358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54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pt-PT" altLang="pt-PT" dirty="0"/>
          </a:p>
        </p:txBody>
      </p:sp>
      <p:sp>
        <p:nvSpPr>
          <p:cNvPr id="275460" name="Date Placeholder 1"/>
          <p:cNvSpPr>
            <a:spLocks noGrp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rgbClr val="000000"/>
                </a:solidFill>
                <a:latin typeface="Gill Sans"/>
                <a:ea typeface="ヒラギノ角ゴ ProN W3"/>
                <a:cs typeface="ヒラギノ角ゴ ProN W3"/>
                <a:sym typeface="Gill Sans"/>
              </a:defRPr>
            </a:lvl1pPr>
            <a:lvl2pPr marL="742950" indent="-285750">
              <a:defRPr sz="3200">
                <a:solidFill>
                  <a:srgbClr val="000000"/>
                </a:solidFill>
                <a:latin typeface="Gill Sans"/>
                <a:ea typeface="ヒラギノ角ゴ ProN W3"/>
                <a:cs typeface="ヒラギノ角ゴ ProN W3"/>
                <a:sym typeface="Gill Sans"/>
              </a:defRPr>
            </a:lvl2pPr>
            <a:lvl3pPr marL="1143000" indent="-228600">
              <a:defRPr sz="3200">
                <a:solidFill>
                  <a:srgbClr val="000000"/>
                </a:solidFill>
                <a:latin typeface="Gill Sans"/>
                <a:ea typeface="ヒラギノ角ゴ ProN W3"/>
                <a:cs typeface="ヒラギノ角ゴ ProN W3"/>
                <a:sym typeface="Gill Sans"/>
              </a:defRPr>
            </a:lvl3pPr>
            <a:lvl4pPr marL="1600200" indent="-228600">
              <a:defRPr sz="3200">
                <a:solidFill>
                  <a:srgbClr val="000000"/>
                </a:solidFill>
                <a:latin typeface="Gill Sans"/>
                <a:ea typeface="ヒラギノ角ゴ ProN W3"/>
                <a:cs typeface="ヒラギノ角ゴ ProN W3"/>
                <a:sym typeface="Gill Sans"/>
              </a:defRPr>
            </a:lvl4pPr>
            <a:lvl5pPr marL="2057400" indent="-228600">
              <a:defRPr sz="3200">
                <a:solidFill>
                  <a:srgbClr val="000000"/>
                </a:solidFill>
                <a:latin typeface="Gill Sans"/>
                <a:ea typeface="ヒラギノ角ゴ ProN W3"/>
                <a:cs typeface="ヒラギノ角ゴ ProN W3"/>
                <a:sym typeface="Gill San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00"/>
                </a:solidFill>
                <a:latin typeface="Gill Sans"/>
                <a:ea typeface="ヒラギノ角ゴ ProN W3"/>
                <a:cs typeface="ヒラギノ角ゴ ProN W3"/>
                <a:sym typeface="Gill San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00"/>
                </a:solidFill>
                <a:latin typeface="Gill Sans"/>
                <a:ea typeface="ヒラギノ角ゴ ProN W3"/>
                <a:cs typeface="ヒラギノ角ゴ ProN W3"/>
                <a:sym typeface="Gill San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00"/>
                </a:solidFill>
                <a:latin typeface="Gill Sans"/>
                <a:ea typeface="ヒラギノ角ゴ ProN W3"/>
                <a:cs typeface="ヒラギノ角ゴ ProN W3"/>
                <a:sym typeface="Gill San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00"/>
                </a:solidFill>
                <a:latin typeface="Gill Sans"/>
                <a:ea typeface="ヒラギノ角ゴ ProN W3"/>
                <a:cs typeface="ヒラギノ角ゴ ProN W3"/>
                <a:sym typeface="Gill San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altLang="pt-PT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"/>
              <a:ea typeface="ヒラギノ角ゴ ProN W3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24033245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 rot="10800000">
            <a:off x="-150" y="3082200"/>
            <a:ext cx="9144000" cy="687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3"/>
          <p:cNvSpPr/>
          <p:nvPr/>
        </p:nvSpPr>
        <p:spPr>
          <a:xfrm flipH="1">
            <a:off x="-150" y="0"/>
            <a:ext cx="9144000" cy="3082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1907659"/>
            <a:ext cx="5008200" cy="10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685800" y="3082250"/>
            <a:ext cx="5008200" cy="6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-75" y="3420000"/>
            <a:ext cx="669600" cy="172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>
            <a:off x="-75" y="0"/>
            <a:ext cx="6696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6"/>
          <p:cNvSpPr/>
          <p:nvPr/>
        </p:nvSpPr>
        <p:spPr>
          <a:xfrm flipH="1">
            <a:off x="-75" y="0"/>
            <a:ext cx="669600" cy="1140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844425" y="5598"/>
            <a:ext cx="3552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844425" y="1534257"/>
            <a:ext cx="2804700" cy="332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▹"/>
              <a:defRPr sz="2000"/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Char char="▸"/>
              <a:defRPr sz="2000"/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SzPts val="2000"/>
              <a:buChar char="⬩"/>
              <a:defRPr sz="2000"/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SzPts val="2000"/>
              <a:buChar char="⬞"/>
              <a:defRPr sz="2000"/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3818123" y="1534257"/>
            <a:ext cx="2804700" cy="332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▹"/>
              <a:defRPr sz="2000"/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Char char="▸"/>
              <a:defRPr sz="2000"/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SzPts val="2000"/>
              <a:buChar char="⬩"/>
              <a:defRPr sz="2000"/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SzPts val="2000"/>
              <a:buChar char="⬞"/>
              <a:defRPr sz="2000"/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buNone/>
              <a:defRPr sz="2400"/>
            </a:lvl1pPr>
            <a:lvl2pPr lvl="1">
              <a:buNone/>
              <a:defRPr sz="2400"/>
            </a:lvl2pPr>
            <a:lvl3pPr lvl="2">
              <a:buNone/>
              <a:defRPr sz="2400"/>
            </a:lvl3pPr>
            <a:lvl4pPr lvl="3">
              <a:buNone/>
              <a:defRPr sz="2400"/>
            </a:lvl4pPr>
            <a:lvl5pPr lvl="4">
              <a:buNone/>
              <a:defRPr sz="2400"/>
            </a:lvl5pPr>
            <a:lvl6pPr lvl="5">
              <a:buNone/>
              <a:defRPr sz="2400"/>
            </a:lvl6pPr>
            <a:lvl7pPr lvl="6">
              <a:buNone/>
              <a:defRPr sz="2400"/>
            </a:lvl7pPr>
            <a:lvl8pPr lvl="7">
              <a:buNone/>
              <a:defRPr sz="2400"/>
            </a:lvl8pPr>
            <a:lvl9pPr lvl="8">
              <a:buNone/>
              <a:defRPr sz="24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7/2/2026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6" name="TextBox 12"/>
          <p:cNvSpPr txBox="1"/>
          <p:nvPr/>
        </p:nvSpPr>
        <p:spPr>
          <a:xfrm>
            <a:off x="1240268" y="3220141"/>
            <a:ext cx="6663464" cy="646331"/>
          </a:xfrm>
          <a:prstGeom prst="rect">
            <a:avLst/>
          </a:prstGeom>
          <a:solidFill>
            <a:schemeClr val="accent3">
              <a:lumMod val="40000"/>
              <a:lumOff val="60000"/>
              <a:alpha val="19000"/>
            </a:schemeClr>
          </a:solidFill>
          <a:ln>
            <a:solidFill>
              <a:schemeClr val="tx1"/>
            </a:solidFill>
          </a:ln>
          <a:effectLst>
            <a:reflection blurRad="6350" stA="52000" endA="300" endPos="35000" dir="5400000" sy="-100000" algn="bl" rotWithShape="0"/>
          </a:effectLst>
        </p:spPr>
        <p:txBody>
          <a:bodyPr wrap="square" lIns="0" tIns="0" rIns="0" bIns="0" rtlCol="0" anchor="t">
            <a:spAutoFit/>
          </a:bodyPr>
          <a:lstStyle/>
          <a:p>
            <a:pPr lvl="1" algn="ctr">
              <a:lnSpc>
                <a:spcPct val="100000"/>
              </a:lnSpc>
            </a:pPr>
            <a:r>
              <a:rPr lang="en-US" sz="2100" b="1" i="1" dirty="0">
                <a:solidFill>
                  <a:schemeClr val="tx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Lema: </a:t>
            </a:r>
            <a:r>
              <a:rPr lang="pt-BR" sz="2100" b="1" i="1" dirty="0">
                <a:solidFill>
                  <a:schemeClr val="tx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Único Plano, Único Orçamento, Única Monitoria e Avaliação</a:t>
            </a:r>
            <a:endParaRPr lang="en-US" sz="2100" b="1" i="1" dirty="0" err="1">
              <a:solidFill>
                <a:schemeClr val="tx1"/>
              </a:solidFill>
              <a:latin typeface="Garet Bold Italics"/>
              <a:ea typeface="Garet Bold Italics"/>
              <a:cs typeface="Garet Bold Italics"/>
              <a:sym typeface="Garet Bold Italics"/>
            </a:endParaRPr>
          </a:p>
        </p:txBody>
      </p:sp>
      <p:sp>
        <p:nvSpPr>
          <p:cNvPr id="7" name="TextBox 11"/>
          <p:cNvSpPr txBox="1"/>
          <p:nvPr/>
        </p:nvSpPr>
        <p:spPr>
          <a:xfrm>
            <a:off x="3276936" y="4812416"/>
            <a:ext cx="2590128" cy="199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1050" b="1" dirty="0">
                <a:solidFill>
                  <a:srgbClr val="050A30"/>
                </a:solidFill>
                <a:latin typeface="Garet Bold"/>
                <a:ea typeface="Garet Bold"/>
                <a:cs typeface="Garet Bold"/>
                <a:sym typeface="Garet Bold"/>
              </a:rPr>
              <a:t>Maputo, </a:t>
            </a:r>
            <a:r>
              <a:rPr lang="pt-PT" altLang="en-US" sz="1050" b="1" dirty="0">
                <a:solidFill>
                  <a:srgbClr val="050A30"/>
                </a:solidFill>
                <a:latin typeface="Garet Bold"/>
                <a:ea typeface="Garet Bold"/>
                <a:cs typeface="Garet Bold"/>
                <a:sym typeface="Garet Bold"/>
              </a:rPr>
              <a:t>Julho</a:t>
            </a:r>
            <a:r>
              <a:rPr lang="en-US" sz="1050" b="1" dirty="0">
                <a:solidFill>
                  <a:srgbClr val="050A30"/>
                </a:solidFill>
                <a:latin typeface="Garet Bold"/>
                <a:ea typeface="Garet Bold"/>
                <a:cs typeface="Garet Bold"/>
                <a:sym typeface="Garet Bold"/>
              </a:rPr>
              <a:t> de 2026</a:t>
            </a:r>
          </a:p>
        </p:txBody>
      </p:sp>
      <p:pic>
        <p:nvPicPr>
          <p:cNvPr id="12" name="Picture 11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8384" y="26521"/>
            <a:ext cx="950119" cy="592931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1749884" y="1140000"/>
            <a:ext cx="595855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REPÚBLICA DE MOÇAMBIQUE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CIDADE DE MAPUTO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CONSELHO DOS SERIVOS DE REPRESENTAÇÃO DO ESTADO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SERVIÇO</a:t>
            </a:r>
            <a:r>
              <a:rPr lang="pt-PT" altLang="en-US" sz="14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altLang="en-US" sz="14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SAÚDE DA CIDADE</a:t>
            </a:r>
            <a:endParaRPr lang="pt-PT" altLang="en-US" sz="14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80" y="4154584"/>
            <a:ext cx="937229" cy="96000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" name="Picture 7" descr="C:\Users\DACUNHA\Pictures\image_preview.png">
            <a:extLst>
              <a:ext uri="{FF2B5EF4-FFF2-40B4-BE49-F238E27FC236}">
                <a16:creationId xmlns:a16="http://schemas.microsoft.com/office/drawing/2014/main" id="{7966F097-C494-9405-7026-9A44F68DB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0519" y="279455"/>
            <a:ext cx="962961" cy="7575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E896824-9F5F-ECDD-06B3-0298E710BE34}"/>
              </a:ext>
            </a:extLst>
          </p:cNvPr>
          <p:cNvSpPr>
            <a:spLocks noGrp="1"/>
          </p:cNvSpPr>
          <p:nvPr/>
        </p:nvSpPr>
        <p:spPr>
          <a:xfrm>
            <a:off x="207169" y="2355319"/>
            <a:ext cx="8729663" cy="595219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68580" tIns="34290" rIns="68580" bIns="34290" rtlCol="0" anchor="ctr">
            <a:normAutofit fontScale="85000" lnSpcReduction="10000"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7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Reunião de </a:t>
            </a:r>
            <a:r>
              <a:rPr lang="en-US" sz="27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Planificação</a:t>
            </a:r>
            <a:r>
              <a:rPr lang="en-US" sz="27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Integrada</a:t>
            </a:r>
            <a:r>
              <a:rPr lang="en-US" sz="27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para </a:t>
            </a:r>
            <a:r>
              <a:rPr lang="en-US" sz="27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Elaboração</a:t>
            </a:r>
            <a:r>
              <a:rPr lang="en-US" sz="27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 PESOE 2027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BDF1CD3-6E98-816E-C4D4-5C5D32EC45A7}"/>
              </a:ext>
            </a:extLst>
          </p:cNvPr>
          <p:cNvGrpSpPr/>
          <p:nvPr userDrawn="1"/>
        </p:nvGrpSpPr>
        <p:grpSpPr>
          <a:xfrm>
            <a:off x="8265320" y="3277293"/>
            <a:ext cx="811888" cy="1791304"/>
            <a:chOff x="9206969" y="2963333"/>
            <a:chExt cx="2981858" cy="3208867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6F6BD87-9EB2-AA92-5FEF-CD78F8F9DD1F}"/>
                </a:ext>
              </a:extLst>
            </p:cNvPr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noFill/>
            <a:ln w="28575" cap="rnd" cmpd="sng" algn="ctr">
              <a:solidFill>
                <a:srgbClr val="14967C"/>
              </a:solidFill>
              <a:prstDash val="solid"/>
            </a:ln>
            <a:effectLst>
              <a:innerShdw blurRad="25400" dist="12700" dir="13500000">
                <a:srgbClr val="000000">
                  <a:alpha val="45000"/>
                </a:srgbClr>
              </a:innerShdw>
            </a:effectLst>
          </p:spPr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74647CA-7411-62F4-436E-38840156A69A}"/>
                </a:ext>
              </a:extLst>
            </p:cNvPr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noFill/>
            <a:ln w="15875" cap="rnd" cmpd="sng" algn="ctr">
              <a:solidFill>
                <a:srgbClr val="FFFF00"/>
              </a:solidFill>
              <a:prstDash val="solid"/>
            </a:ln>
            <a:effectLst/>
          </p:spPr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A11640B-9F9F-6174-9EB9-D7B37570D945}"/>
                </a:ext>
              </a:extLst>
            </p:cNvPr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noFill/>
            <a:ln w="15875" cap="rnd" cmpd="sng" algn="ctr">
              <a:solidFill>
                <a:srgbClr val="FFFF00"/>
              </a:solidFill>
              <a:prstDash val="solid"/>
            </a:ln>
            <a:effectLst/>
          </p:spPr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3027A58-B5FC-66DB-868D-8BFE40AF7CAC}"/>
                </a:ext>
              </a:extLst>
            </p:cNvPr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noFill/>
            <a:ln w="28575" cap="rnd" cmpd="sng" algn="ctr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9366871-12FC-CE76-A8AD-F2F93B8716CE}"/>
                </a:ext>
              </a:extLst>
            </p:cNvPr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noFill/>
            <a:ln w="28575" cap="rnd" cmpd="sng" algn="ctr">
              <a:solidFill>
                <a:srgbClr val="FF0000"/>
              </a:solidFill>
              <a:prstDash val="soli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1028299444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962BC6-A733-39D4-0B7D-1F1A97803A13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4945" y="24209"/>
            <a:ext cx="950119" cy="592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043679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>
            <a:off x="-150" y="4156675"/>
            <a:ext cx="9144000" cy="276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0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" name="Google Shape;11;p2"/>
          <p:cNvSpPr/>
          <p:nvPr/>
        </p:nvSpPr>
        <p:spPr>
          <a:xfrm flipH="1">
            <a:off x="-150" y="0"/>
            <a:ext cx="9144000" cy="4156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0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685800" y="2525225"/>
            <a:ext cx="53097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27800504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 preserve="1">
  <p:cSld name="Sub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 rot="10800000">
            <a:off x="-150" y="3082200"/>
            <a:ext cx="9144000" cy="687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0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" name="Google Shape;15;p3"/>
          <p:cNvSpPr/>
          <p:nvPr/>
        </p:nvSpPr>
        <p:spPr>
          <a:xfrm flipH="1">
            <a:off x="-150" y="0"/>
            <a:ext cx="9144000" cy="3082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0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1907659"/>
            <a:ext cx="5008200" cy="10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685800" y="3082250"/>
            <a:ext cx="5008200" cy="6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35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350"/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35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-75" y="3420000"/>
            <a:ext cx="669600" cy="172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pt-PT" smtClean="0">
                <a:solidFill>
                  <a:srgbClr val="0DB7C4"/>
                </a:solidFill>
              </a:rPr>
              <a:pPr/>
              <a:t>‹#›</a:t>
            </a:fld>
            <a:endParaRPr lang="pt-PT">
              <a:solidFill>
                <a:srgbClr val="0DB7C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1149557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 preserve="1">
  <p:cSld name="Title + 2 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>
            <a:off x="-75" y="0"/>
            <a:ext cx="6696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0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3" name="Google Shape;33;p6"/>
          <p:cNvSpPr/>
          <p:nvPr/>
        </p:nvSpPr>
        <p:spPr>
          <a:xfrm flipH="1">
            <a:off x="-75" y="0"/>
            <a:ext cx="669600" cy="1140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0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844425" y="5598"/>
            <a:ext cx="3552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844425" y="1534257"/>
            <a:ext cx="2804700" cy="332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342900" lvl="0" indent="-266700">
              <a:spcBef>
                <a:spcPts val="450"/>
              </a:spcBef>
              <a:spcAft>
                <a:spcPts val="0"/>
              </a:spcAft>
              <a:buSzPts val="2000"/>
              <a:buChar char="▹"/>
              <a:defRPr sz="1500"/>
            </a:lvl1pPr>
            <a:lvl2pPr marL="685800" lvl="1" indent="-266700">
              <a:spcBef>
                <a:spcPts val="0"/>
              </a:spcBef>
              <a:spcAft>
                <a:spcPts val="0"/>
              </a:spcAft>
              <a:buSzPts val="2000"/>
              <a:buChar char="▸"/>
              <a:defRPr sz="1500"/>
            </a:lvl2pPr>
            <a:lvl3pPr marL="1028700" lvl="2" indent="-266700">
              <a:spcBef>
                <a:spcPts val="0"/>
              </a:spcBef>
              <a:spcAft>
                <a:spcPts val="0"/>
              </a:spcAft>
              <a:buSzPts val="2000"/>
              <a:buChar char="⬩"/>
              <a:defRPr sz="1500"/>
            </a:lvl3pPr>
            <a:lvl4pPr marL="1371600" lvl="3" indent="-266700">
              <a:spcBef>
                <a:spcPts val="0"/>
              </a:spcBef>
              <a:spcAft>
                <a:spcPts val="0"/>
              </a:spcAft>
              <a:buSzPts val="2000"/>
              <a:buChar char="⬞"/>
              <a:defRPr sz="1500"/>
            </a:lvl4pPr>
            <a:lvl5pPr marL="1714500" lvl="4" indent="-2667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1500"/>
            </a:lvl5pPr>
            <a:lvl6pPr marL="2057400" lvl="5" indent="-2667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1500"/>
            </a:lvl6pPr>
            <a:lvl7pPr marL="2400300" lvl="6" indent="-2667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1500"/>
            </a:lvl7pPr>
            <a:lvl8pPr marL="2743200" lvl="7" indent="-2667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1500"/>
            </a:lvl8pPr>
            <a:lvl9pPr marL="3086100" lvl="8" indent="-2667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15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3818123" y="1534257"/>
            <a:ext cx="2804700" cy="332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342900" lvl="0" indent="-266700">
              <a:spcBef>
                <a:spcPts val="450"/>
              </a:spcBef>
              <a:spcAft>
                <a:spcPts val="0"/>
              </a:spcAft>
              <a:buSzPts val="2000"/>
              <a:buChar char="▹"/>
              <a:defRPr sz="1500"/>
            </a:lvl1pPr>
            <a:lvl2pPr marL="685800" lvl="1" indent="-266700">
              <a:spcBef>
                <a:spcPts val="0"/>
              </a:spcBef>
              <a:spcAft>
                <a:spcPts val="0"/>
              </a:spcAft>
              <a:buSzPts val="2000"/>
              <a:buChar char="▸"/>
              <a:defRPr sz="1500"/>
            </a:lvl2pPr>
            <a:lvl3pPr marL="1028700" lvl="2" indent="-266700">
              <a:spcBef>
                <a:spcPts val="0"/>
              </a:spcBef>
              <a:spcAft>
                <a:spcPts val="0"/>
              </a:spcAft>
              <a:buSzPts val="2000"/>
              <a:buChar char="⬩"/>
              <a:defRPr sz="1500"/>
            </a:lvl3pPr>
            <a:lvl4pPr marL="1371600" lvl="3" indent="-266700">
              <a:spcBef>
                <a:spcPts val="0"/>
              </a:spcBef>
              <a:spcAft>
                <a:spcPts val="0"/>
              </a:spcAft>
              <a:buSzPts val="2000"/>
              <a:buChar char="⬞"/>
              <a:defRPr sz="1500"/>
            </a:lvl4pPr>
            <a:lvl5pPr marL="1714500" lvl="4" indent="-2667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1500"/>
            </a:lvl5pPr>
            <a:lvl6pPr marL="2057400" lvl="5" indent="-2667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1500"/>
            </a:lvl6pPr>
            <a:lvl7pPr marL="2400300" lvl="6" indent="-2667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1500"/>
            </a:lvl7pPr>
            <a:lvl8pPr marL="2743200" lvl="7" indent="-2667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1500"/>
            </a:lvl8pPr>
            <a:lvl9pPr marL="3086100" lvl="8" indent="-2667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15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buNone/>
              <a:defRPr sz="1800"/>
            </a:lvl1pPr>
            <a:lvl2pPr lvl="1">
              <a:buNone/>
              <a:defRPr sz="1800"/>
            </a:lvl2pPr>
            <a:lvl3pPr lvl="2">
              <a:buNone/>
              <a:defRPr sz="1800"/>
            </a:lvl3pPr>
            <a:lvl4pPr lvl="3">
              <a:buNone/>
              <a:defRPr sz="1800"/>
            </a:lvl4pPr>
            <a:lvl5pPr lvl="4">
              <a:buNone/>
              <a:defRPr sz="1800"/>
            </a:lvl5pPr>
            <a:lvl6pPr lvl="5">
              <a:buNone/>
              <a:defRPr sz="1800"/>
            </a:lvl6pPr>
            <a:lvl7pPr lvl="6">
              <a:buNone/>
              <a:defRPr sz="1800"/>
            </a:lvl7pPr>
            <a:lvl8pPr lvl="7">
              <a:buNone/>
              <a:defRPr sz="1800"/>
            </a:lvl8pPr>
            <a:lvl9pPr lvl="8">
              <a:buNone/>
              <a:defRPr sz="1800"/>
            </a:lvl9pPr>
          </a:lstStyle>
          <a:p>
            <a:fld id="{00000000-1234-1234-1234-123412341234}" type="slidenum">
              <a:rPr lang="pt-PT" smtClean="0">
                <a:solidFill>
                  <a:srgbClr val="FFFFFF"/>
                </a:solidFill>
              </a:rPr>
              <a:pPr/>
              <a:t>‹#›</a:t>
            </a:fld>
            <a:endParaRPr lang="pt-PT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9926549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657350"/>
            <a:ext cx="7467600" cy="34861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xfrm>
            <a:off x="8199438" y="4838700"/>
            <a:ext cx="258762" cy="1905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1pPr>
          </a:lstStyle>
          <a:p>
            <a:pPr>
              <a:defRPr/>
            </a:pPr>
            <a:fld id="{194C4F62-98B4-46DD-9486-8196BCC3FC9F}" type="slidenum">
              <a:rPr lang="en-US" altLang="pt-PT" smtClean="0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altLang="pt-PT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9730761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ext Box 3"/>
          <p:cNvSpPr txBox="1">
            <a:spLocks noGrp="1" noChangeArrowheads="1"/>
          </p:cNvSpPr>
          <p:nvPr>
            <p:ph type="sldNum" sz="quarter" idx="10"/>
          </p:nvPr>
        </p:nvSpPr>
        <p:spPr>
          <a:xfrm>
            <a:off x="8199438" y="4838700"/>
            <a:ext cx="258762" cy="1905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latin typeface="Gill Sans" charset="0"/>
                <a:ea typeface="ヒラギノ角ゴ ProN W3" charset="-128"/>
                <a:cs typeface="+mn-cs"/>
                <a:sym typeface="Gill Sans" charset="0"/>
              </a:defRPr>
            </a:lvl1pPr>
          </a:lstStyle>
          <a:p>
            <a:pPr>
              <a:defRPr/>
            </a:pPr>
            <a:fld id="{75AC7C8E-9C8C-41D6-98C3-C245398ECA9F}" type="slidenum">
              <a:rPr lang="en-US" altLang="pt-PT"/>
              <a:t>‹#›</a:t>
            </a:fld>
            <a:endParaRPr lang="en-US" altLang="pt-PT"/>
          </a:p>
        </p:txBody>
      </p:sp>
    </p:spTree>
    <p:extLst>
      <p:ext uri="{BB962C8B-B14F-4D97-AF65-F5344CB8AC3E}">
        <p14:creationId xmlns:p14="http://schemas.microsoft.com/office/powerpoint/2010/main" val="3539972672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44425" y="5598"/>
            <a:ext cx="3552600" cy="11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osis"/>
              <a:buNone/>
              <a:defRPr sz="2400">
                <a:solidFill>
                  <a:schemeClr val="dk2"/>
                </a:solidFill>
                <a:latin typeface="Dosis"/>
                <a:ea typeface="Dosis"/>
                <a:cs typeface="Dosis"/>
                <a:sym typeface="Dosi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osis"/>
              <a:buNone/>
              <a:defRPr sz="2400">
                <a:solidFill>
                  <a:schemeClr val="dk2"/>
                </a:solidFill>
                <a:latin typeface="Dosis"/>
                <a:ea typeface="Dosis"/>
                <a:cs typeface="Dosis"/>
                <a:sym typeface="Dosi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osis"/>
              <a:buNone/>
              <a:defRPr sz="2400">
                <a:solidFill>
                  <a:schemeClr val="dk2"/>
                </a:solidFill>
                <a:latin typeface="Dosis"/>
                <a:ea typeface="Dosis"/>
                <a:cs typeface="Dosis"/>
                <a:sym typeface="Dosi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osis"/>
              <a:buNone/>
              <a:defRPr sz="2400">
                <a:solidFill>
                  <a:schemeClr val="dk2"/>
                </a:solidFill>
                <a:latin typeface="Dosis"/>
                <a:ea typeface="Dosis"/>
                <a:cs typeface="Dosis"/>
                <a:sym typeface="Dosi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osis"/>
              <a:buNone/>
              <a:defRPr sz="2400">
                <a:solidFill>
                  <a:schemeClr val="dk2"/>
                </a:solidFill>
                <a:latin typeface="Dosis"/>
                <a:ea typeface="Dosis"/>
                <a:cs typeface="Dosis"/>
                <a:sym typeface="Dosi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osis"/>
              <a:buNone/>
              <a:defRPr sz="2400">
                <a:solidFill>
                  <a:schemeClr val="dk2"/>
                </a:solidFill>
                <a:latin typeface="Dosis"/>
                <a:ea typeface="Dosis"/>
                <a:cs typeface="Dosis"/>
                <a:sym typeface="Dosi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osis"/>
              <a:buNone/>
              <a:defRPr sz="2400">
                <a:solidFill>
                  <a:schemeClr val="dk2"/>
                </a:solidFill>
                <a:latin typeface="Dosis"/>
                <a:ea typeface="Dosis"/>
                <a:cs typeface="Dosis"/>
                <a:sym typeface="Dosi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osis"/>
              <a:buNone/>
              <a:defRPr sz="2400">
                <a:solidFill>
                  <a:schemeClr val="dk2"/>
                </a:solidFill>
                <a:latin typeface="Dosis"/>
                <a:ea typeface="Dosis"/>
                <a:cs typeface="Dosis"/>
                <a:sym typeface="Dosi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osis"/>
              <a:buNone/>
              <a:defRPr sz="2400">
                <a:solidFill>
                  <a:schemeClr val="dk2"/>
                </a:solidFill>
                <a:latin typeface="Dosis"/>
                <a:ea typeface="Dosis"/>
                <a:cs typeface="Dosis"/>
                <a:sym typeface="Dosi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44425" y="1538075"/>
            <a:ext cx="5169000" cy="33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Source Sans Pro"/>
              <a:buChar char="▹"/>
              <a:defRPr sz="3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Source Sans Pro"/>
              <a:buChar char="▸"/>
              <a:defRPr sz="24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Source Sans Pro"/>
              <a:buChar char="⬩"/>
              <a:defRPr sz="24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⬞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1pPr>
            <a:lvl2pPr lvl="1" algn="ctr" rtl="0"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2pPr>
            <a:lvl3pPr lvl="2" algn="ctr" rtl="0"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3pPr>
            <a:lvl4pPr lvl="3" algn="ctr" rtl="0"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4pPr>
            <a:lvl5pPr lvl="4" algn="ctr" rtl="0"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5pPr>
            <a:lvl6pPr lvl="5" algn="ctr" rtl="0"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6pPr>
            <a:lvl7pPr lvl="6" algn="ctr" rtl="0"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7pPr>
            <a:lvl8pPr lvl="7" algn="ctr" rtl="0"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8pPr>
            <a:lvl9pPr lvl="8" algn="ctr" rtl="0"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66" r:id="rId3"/>
    <p:sldLayoutId id="2147483667" r:id="rId4"/>
  </p:sldLayoutIdLst>
  <p:transition spd="slow">
    <p:push dir="u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44425" y="5598"/>
            <a:ext cx="3552600" cy="11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osis"/>
              <a:buNone/>
              <a:defRPr sz="2400">
                <a:solidFill>
                  <a:schemeClr val="dk2"/>
                </a:solidFill>
                <a:latin typeface="Dosis"/>
                <a:ea typeface="Dosis"/>
                <a:cs typeface="Dosis"/>
                <a:sym typeface="Dosi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osis"/>
              <a:buNone/>
              <a:defRPr sz="2400">
                <a:solidFill>
                  <a:schemeClr val="dk2"/>
                </a:solidFill>
                <a:latin typeface="Dosis"/>
                <a:ea typeface="Dosis"/>
                <a:cs typeface="Dosis"/>
                <a:sym typeface="Dosi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osis"/>
              <a:buNone/>
              <a:defRPr sz="2400">
                <a:solidFill>
                  <a:schemeClr val="dk2"/>
                </a:solidFill>
                <a:latin typeface="Dosis"/>
                <a:ea typeface="Dosis"/>
                <a:cs typeface="Dosis"/>
                <a:sym typeface="Dosi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osis"/>
              <a:buNone/>
              <a:defRPr sz="2400">
                <a:solidFill>
                  <a:schemeClr val="dk2"/>
                </a:solidFill>
                <a:latin typeface="Dosis"/>
                <a:ea typeface="Dosis"/>
                <a:cs typeface="Dosis"/>
                <a:sym typeface="Dosi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osis"/>
              <a:buNone/>
              <a:defRPr sz="2400">
                <a:solidFill>
                  <a:schemeClr val="dk2"/>
                </a:solidFill>
                <a:latin typeface="Dosis"/>
                <a:ea typeface="Dosis"/>
                <a:cs typeface="Dosis"/>
                <a:sym typeface="Dosi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osis"/>
              <a:buNone/>
              <a:defRPr sz="2400">
                <a:solidFill>
                  <a:schemeClr val="dk2"/>
                </a:solidFill>
                <a:latin typeface="Dosis"/>
                <a:ea typeface="Dosis"/>
                <a:cs typeface="Dosis"/>
                <a:sym typeface="Dosi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osis"/>
              <a:buNone/>
              <a:defRPr sz="2400">
                <a:solidFill>
                  <a:schemeClr val="dk2"/>
                </a:solidFill>
                <a:latin typeface="Dosis"/>
                <a:ea typeface="Dosis"/>
                <a:cs typeface="Dosis"/>
                <a:sym typeface="Dosi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osis"/>
              <a:buNone/>
              <a:defRPr sz="2400">
                <a:solidFill>
                  <a:schemeClr val="dk2"/>
                </a:solidFill>
                <a:latin typeface="Dosis"/>
                <a:ea typeface="Dosis"/>
                <a:cs typeface="Dosis"/>
                <a:sym typeface="Dosi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osis"/>
              <a:buNone/>
              <a:defRPr sz="2400">
                <a:solidFill>
                  <a:schemeClr val="dk2"/>
                </a:solidFill>
                <a:latin typeface="Dosis"/>
                <a:ea typeface="Dosis"/>
                <a:cs typeface="Dosis"/>
                <a:sym typeface="Dosi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44425" y="1538075"/>
            <a:ext cx="5169000" cy="33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Source Sans Pro"/>
              <a:buChar char="▹"/>
              <a:defRPr sz="3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Source Sans Pro"/>
              <a:buChar char="▸"/>
              <a:defRPr sz="24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Source Sans Pro"/>
              <a:buChar char="⬩"/>
              <a:defRPr sz="24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⬞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buNone/>
              <a:defRPr sz="18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1pPr>
            <a:lvl2pPr lvl="1" algn="ctr" rtl="0">
              <a:buNone/>
              <a:defRPr sz="18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2pPr>
            <a:lvl3pPr lvl="2" algn="ctr" rtl="0">
              <a:buNone/>
              <a:defRPr sz="18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3pPr>
            <a:lvl4pPr lvl="3" algn="ctr" rtl="0">
              <a:buNone/>
              <a:defRPr sz="18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4pPr>
            <a:lvl5pPr lvl="4" algn="ctr" rtl="0">
              <a:buNone/>
              <a:defRPr sz="18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5pPr>
            <a:lvl6pPr lvl="5" algn="ctr" rtl="0">
              <a:buNone/>
              <a:defRPr sz="18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6pPr>
            <a:lvl7pPr lvl="6" algn="ctr" rtl="0">
              <a:buNone/>
              <a:defRPr sz="18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7pPr>
            <a:lvl8pPr lvl="7" algn="ctr" rtl="0">
              <a:buNone/>
              <a:defRPr sz="18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8pPr>
            <a:lvl9pPr lvl="8" algn="ctr" rtl="0">
              <a:buNone/>
              <a:defRPr sz="18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9pPr>
          </a:lstStyle>
          <a:p>
            <a:fld id="{00000000-1234-1234-1234-123412341234}" type="slidenum">
              <a:rPr lang="pt-PT" smtClean="0">
                <a:solidFill>
                  <a:srgbClr val="FFFFFF"/>
                </a:solidFill>
              </a:rPr>
              <a:pPr/>
              <a:t>‹#›</a:t>
            </a:fld>
            <a:endParaRPr lang="pt-PT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359987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ransition spd="slow">
    <p:push dir="u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g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gi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gi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gi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hart" Target="../charts/chart6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5.gi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hart" Target="../charts/chart7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Relationship Id="rId9" Type="http://schemas.openxmlformats.org/officeDocument/2006/relationships/image" Target="../media/image5.gi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hart" Target="../charts/chart8.xml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Relationship Id="rId9" Type="http://schemas.openxmlformats.org/officeDocument/2006/relationships/image" Target="../media/image5.gi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hart" Target="../charts/chart9.xml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Relationship Id="rId9" Type="http://schemas.openxmlformats.org/officeDocument/2006/relationships/image" Target="../media/image5.gi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gi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gi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2.xml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Relationship Id="rId9" Type="http://schemas.openxmlformats.org/officeDocument/2006/relationships/image" Target="../media/image4.gi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3.xml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Relationship Id="rId9" Type="http://schemas.openxmlformats.org/officeDocument/2006/relationships/image" Target="../media/image4.gi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gi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5.xml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Relationship Id="rId9" Type="http://schemas.openxmlformats.org/officeDocument/2006/relationships/image" Target="../media/image4.gi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6.xml"/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Relationship Id="rId9" Type="http://schemas.openxmlformats.org/officeDocument/2006/relationships/image" Target="../media/image4.gi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gi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8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gif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9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20.xml"/><Relationship Id="rId4" Type="http://schemas.openxmlformats.org/officeDocument/2006/relationships/image" Target="../media/image5.gif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1.xml"/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Relationship Id="rId9" Type="http://schemas.openxmlformats.org/officeDocument/2006/relationships/image" Target="../media/image4.gi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2.xml"/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Relationship Id="rId9" Type="http://schemas.openxmlformats.org/officeDocument/2006/relationships/image" Target="../media/image4.gif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3"/>
          <p:cNvSpPr txBox="1">
            <a:spLocks noChangeArrowheads="1"/>
          </p:cNvSpPr>
          <p:nvPr/>
        </p:nvSpPr>
        <p:spPr bwMode="auto">
          <a:xfrm>
            <a:off x="903089" y="4496273"/>
            <a:ext cx="7337822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0D0D0D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0D0D0D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0D0D0D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en-US" sz="18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Maputo, Julho de 2026</a:t>
            </a:r>
            <a:endParaRPr lang="en-US" altLang="en-US" sz="15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1997026" y="1231963"/>
            <a:ext cx="5266060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0D0D0D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0D0D0D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0D0D0D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0D0D0D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sz="105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REPÚBLICA DE MOÇAMBIQUE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sz="105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CIDADE DE MAPUTO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sz="105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CONSELHO DOS SERIVOS DE REPRESENTAÇÃO DO ESTADO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05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SERVIÇO</a:t>
            </a:r>
            <a:r>
              <a:rPr lang="pt-PT" altLang="en-US" sz="105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altLang="en-US" sz="105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SAÚDE DA CIDADE</a:t>
            </a:r>
            <a:endParaRPr lang="pt-PT" altLang="en-US" sz="105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7" descr="C:\Users\DACUNHA\Pictures\image_preview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9585" y="214312"/>
            <a:ext cx="924832" cy="7275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itle 1"/>
          <p:cNvSpPr txBox="1"/>
          <p:nvPr/>
        </p:nvSpPr>
        <p:spPr>
          <a:xfrm>
            <a:off x="471714" y="2681908"/>
            <a:ext cx="8316685" cy="785621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dk1"/>
          </a:lnRef>
          <a:fillRef idx="1003">
            <a:schemeClr val="lt2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>
            <a:noAutofit/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0D0D0D"/>
                </a:solidFill>
                <a:latin typeface="+mj-lt"/>
                <a:ea typeface="+mj-ea"/>
                <a:cs typeface="+mj-cs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pt-PT" sz="2000" b="1" dirty="0">
                <a:solidFill>
                  <a:schemeClr val="bg2">
                    <a:lumMod val="75000"/>
                  </a:schemeClr>
                </a:solidFill>
              </a:rPr>
              <a:t>Tendência dos </a:t>
            </a:r>
            <a:r>
              <a:rPr lang="pt-PT" sz="2000" b="1" dirty="0" err="1">
                <a:solidFill>
                  <a:schemeClr val="bg2">
                    <a:lumMod val="75000"/>
                  </a:schemeClr>
                </a:solidFill>
              </a:rPr>
              <a:t>Princiapais</a:t>
            </a:r>
            <a:r>
              <a:rPr lang="pt-PT" sz="2000" b="1" dirty="0">
                <a:solidFill>
                  <a:schemeClr val="bg2">
                    <a:lumMod val="75000"/>
                  </a:schemeClr>
                </a:solidFill>
              </a:rPr>
              <a:t> Indicadores de PQG nos Últimos 4 anos</a:t>
            </a:r>
          </a:p>
        </p:txBody>
      </p:sp>
    </p:spTree>
    <p:extLst>
      <p:ext uri="{BB962C8B-B14F-4D97-AF65-F5344CB8AC3E}">
        <p14:creationId xmlns:p14="http://schemas.microsoft.com/office/powerpoint/2010/main" val="1593549140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BFC989DB-7681-ED5C-A57D-06FEAB7B9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>
            <a:extLst>
              <a:ext uri="{FF2B5EF4-FFF2-40B4-BE49-F238E27FC236}">
                <a16:creationId xmlns:a16="http://schemas.microsoft.com/office/drawing/2014/main" id="{C4491B0A-3A12-1E84-62DA-0B5C559651C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fld id="{00000000-1234-1234-1234-123412341234}" type="slidenum">
              <a:rPr lang="en"/>
              <a:pPr/>
              <a:t>3</a:t>
            </a:fld>
            <a:endParaRPr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CCBB9F1-8DF8-2558-29B6-E11B0E2A38AD}"/>
              </a:ext>
            </a:extLst>
          </p:cNvPr>
          <p:cNvSpPr txBox="1"/>
          <p:nvPr/>
        </p:nvSpPr>
        <p:spPr bwMode="auto">
          <a:xfrm>
            <a:off x="889696" y="639257"/>
            <a:ext cx="7862417" cy="39400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lIns="0" tIns="45720" rIns="0" bIns="45720" anchor="ctr"/>
          <a:lstStyle>
            <a:lvl1pPr marL="342900" indent="-273050">
              <a:spcBef>
                <a:spcPts val="600"/>
              </a:spcBef>
              <a:buAutoNum type="arabicPlain"/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Arial" panose="020B0604020202020204" pitchFamily="34" charset="0"/>
              </a:defRPr>
            </a:lvl2pPr>
            <a:lvl3pPr marL="869950">
              <a:spcBef>
                <a:spcPts val="4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Arial" panose="020B0604020202020204" pitchFamily="34" charset="0"/>
              </a:defRPr>
            </a:lvl3pPr>
            <a:lvl4pPr marL="1600200" indent="-273050">
              <a:spcBef>
                <a:spcPts val="4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Arial" panose="020B0604020202020204" pitchFamily="34" charset="0"/>
              </a:defRPr>
            </a:lvl9pPr>
          </a:lstStyle>
          <a:p>
            <a:pPr marL="0" indent="-342265" algn="just">
              <a:lnSpc>
                <a:spcPct val="150000"/>
              </a:lnSpc>
              <a:spcAft>
                <a:spcPts val="450"/>
              </a:spcAft>
              <a:buClr>
                <a:schemeClr val="bg2"/>
              </a:buClr>
              <a:buFont typeface="Wingdings" panose="05000000000000000000" pitchFamily="2" charset="2"/>
              <a:buChar char="q"/>
            </a:pPr>
            <a:r>
              <a:rPr lang="pt-BR" sz="1400" dirty="0">
                <a:solidFill>
                  <a:schemeClr val="tx2">
                    <a:lumMod val="10000"/>
                  </a:schemeClr>
                </a:solidFill>
                <a:latin typeface="Century Gothic"/>
                <a:sym typeface="+mn-ea"/>
              </a:rPr>
              <a:t>A monitoria dos indicadores do Plano Quinquenal do Governo (PQG) no sector da Saúde é essencial para avaliar o desempenho dos programas prioritários, acompanhar a evolução dos resultados e apoiar a tomada de decisões baseada em evidências. A análise das tendências permite identificar progressos, desafios e áreas que necessitam de intervenções estratégicas, contribuindo para o fortalecimento da gestão e da prestação de serviços de saúde.</a:t>
            </a:r>
          </a:p>
          <a:p>
            <a:pPr marL="0" indent="-342265" algn="just">
              <a:lnSpc>
                <a:spcPct val="150000"/>
              </a:lnSpc>
              <a:spcAft>
                <a:spcPts val="450"/>
              </a:spcAft>
              <a:buClr>
                <a:schemeClr val="bg2"/>
              </a:buClr>
              <a:buFont typeface="Wingdings" panose="05000000000000000000" pitchFamily="2" charset="2"/>
              <a:buChar char="q"/>
            </a:pPr>
            <a:r>
              <a:rPr lang="pt-BR" sz="1400" dirty="0">
                <a:solidFill>
                  <a:schemeClr val="tx2">
                    <a:lumMod val="10000"/>
                  </a:schemeClr>
                </a:solidFill>
                <a:latin typeface="Century Gothic"/>
                <a:sym typeface="+mn-ea"/>
              </a:rPr>
              <a:t>Adicionalmente, esta avaliação, </a:t>
            </a:r>
            <a:r>
              <a:rPr lang="en-US" sz="1400" dirty="0" err="1">
                <a:solidFill>
                  <a:schemeClr val="tx2">
                    <a:lumMod val="10000"/>
                  </a:schemeClr>
                </a:solidFill>
                <a:latin typeface="Century Gothic"/>
                <a:sym typeface="+mn-ea"/>
              </a:rPr>
              <a:t>além</a:t>
            </a:r>
            <a:r>
              <a:rPr lang="en-US" sz="1400" dirty="0">
                <a:solidFill>
                  <a:schemeClr val="tx2">
                    <a:lumMod val="10000"/>
                  </a:schemeClr>
                </a:solidFill>
                <a:latin typeface="Century Gothic"/>
                <a:sym typeface="+mn-ea"/>
              </a:rPr>
              <a:t> de</a:t>
            </a:r>
            <a:r>
              <a:rPr lang="pt-BR" sz="1400" dirty="0">
                <a:solidFill>
                  <a:schemeClr val="tx2">
                    <a:lumMod val="10000"/>
                  </a:schemeClr>
                </a:solidFill>
                <a:latin typeface="Century Gothic"/>
                <a:sym typeface="+mn-ea"/>
              </a:rPr>
              <a:t> reforçar a importância da qualidade dos dados e da monitoria contínua dos indicadores, </a:t>
            </a:r>
            <a:r>
              <a:rPr lang="en-US" sz="1400" dirty="0" err="1">
                <a:solidFill>
                  <a:schemeClr val="tx2">
                    <a:lumMod val="10000"/>
                  </a:schemeClr>
                </a:solidFill>
                <a:latin typeface="Century Gothic"/>
                <a:sym typeface="+mn-ea"/>
              </a:rPr>
              <a:t>servirá</a:t>
            </a:r>
            <a:r>
              <a:rPr lang="pt-BR" sz="1400" dirty="0">
                <a:solidFill>
                  <a:schemeClr val="tx2">
                    <a:lumMod val="10000"/>
                  </a:schemeClr>
                </a:solidFill>
                <a:latin typeface="Century Gothic"/>
                <a:sym typeface="+mn-ea"/>
              </a:rPr>
              <a:t> de base para </a:t>
            </a:r>
            <a:r>
              <a:rPr lang="en-US" sz="1400" dirty="0" err="1">
                <a:solidFill>
                  <a:schemeClr val="tx2">
                    <a:lumMod val="10000"/>
                  </a:schemeClr>
                </a:solidFill>
                <a:latin typeface="Century Gothic"/>
                <a:sym typeface="+mn-ea"/>
              </a:rPr>
              <a:t>orientação</a:t>
            </a:r>
            <a:r>
              <a:rPr lang="pt-BR" sz="1400" dirty="0">
                <a:solidFill>
                  <a:schemeClr val="tx2">
                    <a:lumMod val="10000"/>
                  </a:schemeClr>
                </a:solidFill>
                <a:latin typeface="Century Gothic"/>
                <a:sym typeface="+mn-ea"/>
              </a:rPr>
              <a:t> do planeamento, a alocação de recursos e a implementação de acções correctivas, para melhorar o desempenho dos programas e acelerar o alcance das metas estabelecidas pelo MISAU e pelo Plano Quinquenal do Governo</a:t>
            </a:r>
            <a:endParaRPr lang="pt-PT" sz="1400" dirty="0">
              <a:solidFill>
                <a:schemeClr val="tx2">
                  <a:lumMod val="1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Title 5">
            <a:extLst>
              <a:ext uri="{FF2B5EF4-FFF2-40B4-BE49-F238E27FC236}">
                <a16:creationId xmlns:a16="http://schemas.microsoft.com/office/drawing/2014/main" id="{2D2BBBB7-8DBB-0F1A-B24A-55722B2E0523}"/>
              </a:ext>
            </a:extLst>
          </p:cNvPr>
          <p:cNvSpPr txBox="1">
            <a:spLocks/>
          </p:cNvSpPr>
          <p:nvPr/>
        </p:nvSpPr>
        <p:spPr bwMode="auto">
          <a:xfrm>
            <a:off x="821871" y="94842"/>
            <a:ext cx="7088414" cy="48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8100" tIns="38100" rIns="38100" bIns="3810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9pPr>
          </a:lstStyle>
          <a:p>
            <a:pPr marL="69848"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PT" altLang="en-US" sz="2700" dirty="0">
                <a:solidFill>
                  <a:schemeClr val="dk2"/>
                </a:solidFill>
                <a:latin typeface="Century Gothic" panose="020B0502020202020204" pitchFamily="34" charset="0"/>
                <a:sym typeface="Gill Sans" charset="0"/>
              </a:rPr>
              <a:t>CONTEXTUALIZAÇÃO</a:t>
            </a:r>
            <a:r>
              <a:rPr lang="pt-PT" altLang="en-US" sz="2700" dirty="0">
                <a:solidFill>
                  <a:schemeClr val="dk2"/>
                </a:solidFill>
                <a:latin typeface="Dosis"/>
                <a:sym typeface="Gill Sans" charset="0"/>
              </a:rPr>
              <a:t> </a:t>
            </a:r>
            <a:br>
              <a:rPr lang="en-US" sz="2700" dirty="0">
                <a:solidFill>
                  <a:srgbClr val="000000"/>
                </a:solidFill>
                <a:ea typeface="ヒラギノ角ゴ ProN W3" charset="-128"/>
                <a:cs typeface="+mn-cs"/>
                <a:sym typeface="Gill Sans" charset="0"/>
              </a:rPr>
            </a:br>
            <a:endParaRPr lang="en-US" sz="2700" dirty="0">
              <a:latin typeface="Calibri" panose="020F0502020204030204" pitchFamily="34" charset="0"/>
              <a:ea typeface="MS PGothic" panose="020B0600070205080204" pitchFamily="34" charset="-128"/>
              <a:sym typeface="Gill Sans" charset="0"/>
            </a:endParaRPr>
          </a:p>
        </p:txBody>
      </p:sp>
      <p:pic>
        <p:nvPicPr>
          <p:cNvPr id="2" name="Picture 39941">
            <a:extLst>
              <a:ext uri="{FF2B5EF4-FFF2-40B4-BE49-F238E27FC236}">
                <a16:creationId xmlns:a16="http://schemas.microsoft.com/office/drawing/2014/main" id="{47B05799-0D23-A487-5E59-38FDB33052DD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488200" y="70971"/>
            <a:ext cx="399927" cy="3249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10871284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fld id="{00000000-1234-1234-1234-123412341234}" type="slidenum">
              <a:rPr lang="en"/>
              <a:pPr/>
              <a:t>4</a:t>
            </a:fld>
            <a:endParaRPr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18862F0-65E9-45CE-8E40-30408E86935B}"/>
              </a:ext>
            </a:extLst>
          </p:cNvPr>
          <p:cNvSpPr txBox="1"/>
          <p:nvPr/>
        </p:nvSpPr>
        <p:spPr bwMode="auto">
          <a:xfrm>
            <a:off x="747754" y="1004851"/>
            <a:ext cx="8011618" cy="1690286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lIns="0" tIns="45720" rIns="0" bIns="45720" anchor="t"/>
          <a:lstStyle>
            <a:lvl1pPr marL="342900" indent="-273050">
              <a:spcBef>
                <a:spcPts val="600"/>
              </a:spcBef>
              <a:buAutoNum type="arabicPlain"/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Arial" panose="020B0604020202020204" pitchFamily="34" charset="0"/>
              </a:defRPr>
            </a:lvl2pPr>
            <a:lvl3pPr marL="869950">
              <a:spcBef>
                <a:spcPts val="4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Arial" panose="020B0604020202020204" pitchFamily="34" charset="0"/>
              </a:defRPr>
            </a:lvl3pPr>
            <a:lvl4pPr marL="1600200" indent="-273050">
              <a:spcBef>
                <a:spcPts val="4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Arial" panose="020B0604020202020204" pitchFamily="34" charset="0"/>
              </a:defRPr>
            </a:lvl9pPr>
          </a:lstStyle>
          <a:p>
            <a:pPr marL="0" indent="-342265" algn="just">
              <a:lnSpc>
                <a:spcPct val="150000"/>
              </a:lnSpc>
              <a:spcAft>
                <a:spcPts val="450"/>
              </a:spcAft>
              <a:buClr>
                <a:schemeClr val="bg2"/>
              </a:buClr>
              <a:buFont typeface="Wingdings" panose="05000000000000000000" pitchFamily="2" charset="2"/>
              <a:buChar char="q"/>
            </a:pPr>
            <a:r>
              <a:rPr lang="pt-BR" sz="1800" dirty="0">
                <a:solidFill>
                  <a:schemeClr val="tx2">
                    <a:lumMod val="10000"/>
                  </a:schemeClr>
                </a:solidFill>
                <a:latin typeface="Century Gothic"/>
                <a:sym typeface="+mn-ea"/>
              </a:rPr>
              <a:t>Esta apresentação visa analisar a evolução temporal de alguns indicadores prioritários de saúde pública nos últimos quatro anos, com o propósito de avaliar o desempenho programático, identificar tendências, desafios e oportunidades de melhoria</a:t>
            </a:r>
            <a:endParaRPr lang="en-US" dirty="0">
              <a:solidFill>
                <a:schemeClr val="tx2">
                  <a:lumMod val="10000"/>
                </a:schemeClr>
              </a:solidFill>
              <a:latin typeface="Century Gothic"/>
            </a:endParaRPr>
          </a:p>
        </p:txBody>
      </p:sp>
      <p:sp>
        <p:nvSpPr>
          <p:cNvPr id="5" name="Title 5">
            <a:extLst>
              <a:ext uri="{FF2B5EF4-FFF2-40B4-BE49-F238E27FC236}">
                <a16:creationId xmlns:a16="http://schemas.microsoft.com/office/drawing/2014/main" id="{F24984E8-9896-4F2D-BC43-F859F76B3E96}"/>
              </a:ext>
            </a:extLst>
          </p:cNvPr>
          <p:cNvSpPr txBox="1">
            <a:spLocks/>
          </p:cNvSpPr>
          <p:nvPr/>
        </p:nvSpPr>
        <p:spPr bwMode="auto">
          <a:xfrm>
            <a:off x="647700" y="395907"/>
            <a:ext cx="8496300" cy="48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8100" tIns="38100" rIns="38100" bIns="3810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9pPr>
          </a:lstStyle>
          <a:p>
            <a:pPr marL="69848"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PT" altLang="en-US" sz="2700" dirty="0" err="1">
                <a:solidFill>
                  <a:schemeClr val="dk2"/>
                </a:solidFill>
                <a:latin typeface="Century Gothic" panose="020B0502020202020204" pitchFamily="34" charset="0"/>
                <a:sym typeface="Gill Sans" charset="0"/>
              </a:rPr>
              <a:t>Objectivo</a:t>
            </a:r>
            <a:r>
              <a:rPr lang="pt-PT" altLang="en-US" sz="2700" dirty="0">
                <a:solidFill>
                  <a:schemeClr val="dk2"/>
                </a:solidFill>
                <a:latin typeface="Dosis"/>
                <a:sym typeface="Gill Sans" charset="0"/>
              </a:rPr>
              <a:t> </a:t>
            </a:r>
            <a:br>
              <a:rPr lang="en-US" sz="2700" dirty="0">
                <a:solidFill>
                  <a:srgbClr val="000000"/>
                </a:solidFill>
                <a:ea typeface="ヒラギノ角ゴ ProN W3" charset="-128"/>
                <a:cs typeface="+mn-cs"/>
                <a:sym typeface="Gill Sans" charset="0"/>
              </a:rPr>
            </a:br>
            <a:endParaRPr lang="en-US" sz="2700" dirty="0">
              <a:latin typeface="Calibri" panose="020F0502020204030204" pitchFamily="34" charset="0"/>
              <a:ea typeface="MS PGothic" panose="020B0600070205080204" pitchFamily="34" charset="-128"/>
              <a:sym typeface="Gill Sans" charset="0"/>
            </a:endParaRPr>
          </a:p>
        </p:txBody>
      </p:sp>
      <p:pic>
        <p:nvPicPr>
          <p:cNvPr id="2" name="Picture 39941">
            <a:extLst>
              <a:ext uri="{FF2B5EF4-FFF2-40B4-BE49-F238E27FC236}">
                <a16:creationId xmlns:a16="http://schemas.microsoft.com/office/drawing/2014/main" id="{9B8972EF-A526-5DFD-69DF-ED5485A0D73C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496300" y="70971"/>
            <a:ext cx="399927" cy="32493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CB1C714-E2DF-1032-5E16-DEBB98E53565}"/>
              </a:ext>
            </a:extLst>
          </p:cNvPr>
          <p:cNvSpPr txBox="1"/>
          <p:nvPr/>
        </p:nvSpPr>
        <p:spPr>
          <a:xfrm>
            <a:off x="669525" y="2944908"/>
            <a:ext cx="8307561" cy="2117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-342265" algn="just">
              <a:lnSpc>
                <a:spcPct val="150000"/>
              </a:lnSpc>
              <a:spcAft>
                <a:spcPts val="450"/>
              </a:spcAft>
              <a:buClr>
                <a:schemeClr val="bg2"/>
              </a:buClr>
              <a:buFont typeface="Wingdings" panose="05000000000000000000" pitchFamily="2" charset="2"/>
              <a:buChar char="q"/>
            </a:pPr>
            <a:r>
              <a:rPr lang="pt-BR" sz="1800" dirty="0">
                <a:solidFill>
                  <a:schemeClr val="tx2">
                    <a:lumMod val="10000"/>
                  </a:schemeClr>
                </a:solidFill>
                <a:latin typeface="Century Gothic"/>
                <a:ea typeface="ヒラギノ角ゴ ProN W3"/>
                <a:sym typeface="+mn-ea"/>
              </a:rPr>
              <a:t>Os indicadores apresentados foram seleccionados com base na sua relevância estratégica e no seu alinhamento com os objectivos e metas do Plano Quinquenal do Governo (PQG), constituindo um conjunto representativo para a análise do desempenho dos programas de saúde e para o fortalecimento da planificação orientada para resultados</a:t>
            </a:r>
            <a:endParaRPr lang="pt-PT" sz="1800" dirty="0">
              <a:solidFill>
                <a:schemeClr val="tx2">
                  <a:lumMod val="10000"/>
                </a:schemeClr>
              </a:solidFill>
              <a:latin typeface="Century Gothic"/>
              <a:ea typeface="ヒラギノ角ゴ ProN W3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6744778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>
            <a:spLocks noGrp="1"/>
          </p:cNvSpPr>
          <p:nvPr>
            <p:ph type="ctrTitle"/>
          </p:nvPr>
        </p:nvSpPr>
        <p:spPr>
          <a:xfrm>
            <a:off x="-75" y="1071348"/>
            <a:ext cx="9144075" cy="201304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/>
            <a:endParaRPr dirty="0"/>
          </a:p>
          <a:p>
            <a:pPr lvl="0" algn="ctr"/>
            <a:r>
              <a:rPr lang="pt-PT" altLang="en-US" sz="3600" b="1" u="sng" kern="1200" dirty="0">
                <a:solidFill>
                  <a:schemeClr val="bg1"/>
                </a:solidFill>
                <a:ea typeface="ヒラギノ角ゴ ProN W3"/>
                <a:sym typeface="Gill Sans" charset="0"/>
              </a:rPr>
              <a:t>Vigilância Epidemiológica</a:t>
            </a:r>
            <a:br>
              <a:rPr lang="pt-PT" altLang="en-US" sz="3600" b="1" u="sng" kern="1200" dirty="0">
                <a:ea typeface="ヒラギノ角ゴ ProN W3" charset="-128"/>
              </a:rPr>
            </a:br>
            <a:br>
              <a:rPr lang="pt-PT" altLang="en-US" sz="3600" b="1" u="sng" kern="1200" dirty="0">
                <a:ea typeface="ヒラギノ角ゴ ProN W3" charset="-128"/>
              </a:rPr>
            </a:br>
            <a:endParaRPr lang="pt-PT" altLang="en-US" sz="3600" b="1" u="sng" kern="1200" dirty="0">
              <a:solidFill>
                <a:schemeClr val="bg1"/>
              </a:solidFill>
              <a:ea typeface="ヒラギノ角ゴ ProN W3" charset="-128"/>
              <a:sym typeface="Gill Sans" charset="0"/>
            </a:endParaRPr>
          </a:p>
        </p:txBody>
      </p:sp>
      <p:sp>
        <p:nvSpPr>
          <p:cNvPr id="100" name="Google Shape;100;p15"/>
          <p:cNvSpPr txBox="1">
            <a:spLocks noGrp="1"/>
          </p:cNvSpPr>
          <p:nvPr>
            <p:ph type="sldNum" idx="12"/>
          </p:nvPr>
        </p:nvSpPr>
        <p:spPr>
          <a:xfrm>
            <a:off x="-75" y="3420000"/>
            <a:ext cx="669600" cy="172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defTabSz="914378"/>
            <a:fld id="{00000000-1234-1234-1234-123412341234}" type="slidenum">
              <a:rPr lang="en" kern="0">
                <a:solidFill>
                  <a:srgbClr val="0DB7C4"/>
                </a:solidFill>
              </a:rPr>
              <a:pPr defTabSz="914378"/>
              <a:t>5</a:t>
            </a:fld>
            <a:endParaRPr kern="0" dirty="0">
              <a:solidFill>
                <a:srgbClr val="0DB7C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5515620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fld id="{00000000-1234-1234-1234-123412341234}" type="slidenum">
              <a:rPr lang="en"/>
              <a:pPr/>
              <a:t>6</a:t>
            </a:fld>
            <a:endParaRPr/>
          </a:p>
        </p:txBody>
      </p:sp>
      <p:sp>
        <p:nvSpPr>
          <p:cNvPr id="15" name="Title 5">
            <a:extLst>
              <a:ext uri="{FF2B5EF4-FFF2-40B4-BE49-F238E27FC236}">
                <a16:creationId xmlns:a16="http://schemas.microsoft.com/office/drawing/2014/main" id="{119950F1-9474-44BC-8C8C-BAFE6F0D8703}"/>
              </a:ext>
            </a:extLst>
          </p:cNvPr>
          <p:cNvSpPr txBox="1">
            <a:spLocks/>
          </p:cNvSpPr>
          <p:nvPr/>
        </p:nvSpPr>
        <p:spPr bwMode="auto">
          <a:xfrm>
            <a:off x="822191" y="42920"/>
            <a:ext cx="7443695" cy="457806"/>
          </a:xfrm>
          <a:prstGeom prst="rect">
            <a:avLst/>
          </a:prstGeom>
          <a:noFill/>
          <a:ln>
            <a:noFill/>
          </a:ln>
        </p:spPr>
        <p:txBody>
          <a:bodyPr vert="horz" wrap="square" lIns="38100" tIns="38100" rIns="38100" bIns="38100" numCol="1" anchor="t" anchorCtr="0" compatLnSpc="1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69848" algn="ctr" eaLnBrk="1" fontAlgn="auto" hangingPunct="1">
              <a:defRPr sz="2700" b="1">
                <a:solidFill>
                  <a:schemeClr val="dk2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</a:defRPr>
            </a:lvl9pPr>
          </a:lstStyle>
          <a:p>
            <a:r>
              <a:rPr lang="pt-PT" sz="2400" dirty="0"/>
              <a:t>Casos Suspeitos de Paralisia Flácida Aguda - PFA</a:t>
            </a:r>
            <a:endParaRPr lang="en-US" sz="2400" dirty="0">
              <a:sym typeface="Gill Sans" charset="0"/>
            </a:endParaRPr>
          </a:p>
        </p:txBody>
      </p:sp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91DFFB4C-4426-00E2-A4CD-8C0812806B5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35249293"/>
              </p:ext>
            </p:extLst>
          </p:nvPr>
        </p:nvGraphicFramePr>
        <p:xfrm>
          <a:off x="822191" y="631372"/>
          <a:ext cx="7958952" cy="42454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4" name="Picture 39941">
            <a:extLst>
              <a:ext uri="{FF2B5EF4-FFF2-40B4-BE49-F238E27FC236}">
                <a16:creationId xmlns:a16="http://schemas.microsoft.com/office/drawing/2014/main" id="{2E8277F1-1F7C-8D0A-5801-664B27971001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576316" y="109355"/>
            <a:ext cx="399927" cy="3249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83283883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fld id="{00000000-1234-1234-1234-123412341234}" type="slidenum">
              <a:rPr lang="en"/>
              <a:pPr/>
              <a:t>7</a:t>
            </a:fld>
            <a:endParaRPr/>
          </a:p>
        </p:txBody>
      </p:sp>
      <p:sp>
        <p:nvSpPr>
          <p:cNvPr id="15" name="Title 5">
            <a:extLst>
              <a:ext uri="{FF2B5EF4-FFF2-40B4-BE49-F238E27FC236}">
                <a16:creationId xmlns:a16="http://schemas.microsoft.com/office/drawing/2014/main" id="{119950F1-9474-44BC-8C8C-BAFE6F0D8703}"/>
              </a:ext>
            </a:extLst>
          </p:cNvPr>
          <p:cNvSpPr txBox="1">
            <a:spLocks/>
          </p:cNvSpPr>
          <p:nvPr/>
        </p:nvSpPr>
        <p:spPr bwMode="auto">
          <a:xfrm>
            <a:off x="741936" y="131127"/>
            <a:ext cx="7450533" cy="4578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8100" tIns="38100" rIns="38100" bIns="3810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9pPr>
          </a:lstStyle>
          <a:p>
            <a:pPr marL="69848"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PT" sz="2700" dirty="0">
                <a:solidFill>
                  <a:schemeClr val="dk2"/>
                </a:solidFill>
                <a:latin typeface="Century Gothic" panose="020B0502020202020204" pitchFamily="34" charset="0"/>
              </a:rPr>
              <a:t>Casos Suspeitos de Sarampo</a:t>
            </a:r>
            <a:endParaRPr lang="en-US" sz="2550" dirty="0">
              <a:solidFill>
                <a:schemeClr val="dk2"/>
              </a:solidFill>
              <a:latin typeface="Dosis"/>
              <a:sym typeface="Gill Sans" charset="0"/>
            </a:endParaRPr>
          </a:p>
        </p:txBody>
      </p:sp>
      <p:graphicFrame>
        <p:nvGraphicFramePr>
          <p:cNvPr id="3" name="Gráfico 2">
            <a:extLst>
              <a:ext uri="{FF2B5EF4-FFF2-40B4-BE49-F238E27FC236}">
                <a16:creationId xmlns:a16="http://schemas.microsoft.com/office/drawing/2014/main" id="{E981BFC8-ABEF-7680-6F34-32F88261CDA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43940076"/>
              </p:ext>
            </p:extLst>
          </p:nvPr>
        </p:nvGraphicFramePr>
        <p:xfrm>
          <a:off x="814509" y="711200"/>
          <a:ext cx="8017433" cy="42834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2" name="Picture 39941">
            <a:extLst>
              <a:ext uri="{FF2B5EF4-FFF2-40B4-BE49-F238E27FC236}">
                <a16:creationId xmlns:a16="http://schemas.microsoft.com/office/drawing/2014/main" id="{1F8F1F38-66CF-6E97-04F7-6647C3C73E25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511002" y="131127"/>
            <a:ext cx="399927" cy="3249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28362305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0D212656-EAD8-CA6A-F04F-BDE707165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>
            <a:extLst>
              <a:ext uri="{FF2B5EF4-FFF2-40B4-BE49-F238E27FC236}">
                <a16:creationId xmlns:a16="http://schemas.microsoft.com/office/drawing/2014/main" id="{BC58FB3D-9175-C609-4451-70CF3DAA61F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fld id="{00000000-1234-1234-1234-123412341234}" type="slidenum">
              <a:rPr lang="en"/>
              <a:pPr/>
              <a:t>8</a:t>
            </a:fld>
            <a:endParaRPr/>
          </a:p>
        </p:txBody>
      </p:sp>
      <p:sp>
        <p:nvSpPr>
          <p:cNvPr id="15" name="Title 5">
            <a:extLst>
              <a:ext uri="{FF2B5EF4-FFF2-40B4-BE49-F238E27FC236}">
                <a16:creationId xmlns:a16="http://schemas.microsoft.com/office/drawing/2014/main" id="{1DD3F96A-996A-2E24-684A-B1372F20D8B5}"/>
              </a:ext>
            </a:extLst>
          </p:cNvPr>
          <p:cNvSpPr txBox="1">
            <a:spLocks/>
          </p:cNvSpPr>
          <p:nvPr/>
        </p:nvSpPr>
        <p:spPr bwMode="auto">
          <a:xfrm>
            <a:off x="741936" y="131127"/>
            <a:ext cx="7450533" cy="4578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8100" tIns="38100" rIns="38100" bIns="3810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9pPr>
          </a:lstStyle>
          <a:p>
            <a:pPr marL="69848"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PT" sz="2700" dirty="0">
                <a:solidFill>
                  <a:schemeClr val="dk2"/>
                </a:solidFill>
                <a:latin typeface="Century Gothic" panose="020B0502020202020204" pitchFamily="34" charset="0"/>
              </a:rPr>
              <a:t>Casos de </a:t>
            </a:r>
            <a:r>
              <a:rPr lang="en-US" sz="2700" dirty="0" err="1">
                <a:solidFill>
                  <a:schemeClr val="dk2"/>
                </a:solidFill>
                <a:latin typeface="Century Gothic" panose="020B0502020202020204" pitchFamily="34" charset="0"/>
              </a:rPr>
              <a:t>Malária</a:t>
            </a:r>
            <a:r>
              <a:rPr lang="en-US" sz="2700" dirty="0">
                <a:solidFill>
                  <a:schemeClr val="dk2"/>
                </a:solidFill>
                <a:latin typeface="Century Gothic" panose="020B0502020202020204" pitchFamily="34" charset="0"/>
              </a:rPr>
              <a:t> no BES</a:t>
            </a:r>
            <a:endParaRPr lang="en-US" sz="2550" dirty="0">
              <a:solidFill>
                <a:schemeClr val="dk2"/>
              </a:solidFill>
              <a:latin typeface="Dosis"/>
              <a:sym typeface="Gill Sans" charset="0"/>
            </a:endParaRPr>
          </a:p>
        </p:txBody>
      </p:sp>
      <p:graphicFrame>
        <p:nvGraphicFramePr>
          <p:cNvPr id="3" name="Gráfico 2">
            <a:extLst>
              <a:ext uri="{FF2B5EF4-FFF2-40B4-BE49-F238E27FC236}">
                <a16:creationId xmlns:a16="http://schemas.microsoft.com/office/drawing/2014/main" id="{78538BE8-F553-3072-979E-861850C4364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85850779"/>
              </p:ext>
            </p:extLst>
          </p:nvPr>
        </p:nvGraphicFramePr>
        <p:xfrm>
          <a:off x="814509" y="711200"/>
          <a:ext cx="8017433" cy="42834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2" name="Picture 39941">
            <a:extLst>
              <a:ext uri="{FF2B5EF4-FFF2-40B4-BE49-F238E27FC236}">
                <a16:creationId xmlns:a16="http://schemas.microsoft.com/office/drawing/2014/main" id="{71DA59E3-B235-AD6D-F741-D7099F781C52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511002" y="131127"/>
            <a:ext cx="399927" cy="3249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70746605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C2BC9EB9-6150-E8BE-6250-78F9A5A1A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>
            <a:extLst>
              <a:ext uri="{FF2B5EF4-FFF2-40B4-BE49-F238E27FC236}">
                <a16:creationId xmlns:a16="http://schemas.microsoft.com/office/drawing/2014/main" id="{9CF0C416-B71F-DAAB-C522-D52F7196691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fld id="{00000000-1234-1234-1234-123412341234}" type="slidenum">
              <a:rPr lang="en"/>
              <a:pPr/>
              <a:t>9</a:t>
            </a:fld>
            <a:endParaRPr/>
          </a:p>
        </p:txBody>
      </p:sp>
      <p:sp>
        <p:nvSpPr>
          <p:cNvPr id="15" name="Title 5">
            <a:extLst>
              <a:ext uri="{FF2B5EF4-FFF2-40B4-BE49-F238E27FC236}">
                <a16:creationId xmlns:a16="http://schemas.microsoft.com/office/drawing/2014/main" id="{F1590306-957D-510C-077A-CBA845FE2C48}"/>
              </a:ext>
            </a:extLst>
          </p:cNvPr>
          <p:cNvSpPr txBox="1">
            <a:spLocks/>
          </p:cNvSpPr>
          <p:nvPr/>
        </p:nvSpPr>
        <p:spPr bwMode="auto">
          <a:xfrm>
            <a:off x="741936" y="131127"/>
            <a:ext cx="7450533" cy="4578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8100" tIns="38100" rIns="38100" bIns="3810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9pPr>
          </a:lstStyle>
          <a:p>
            <a:pPr marL="69848"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PT" sz="2700" dirty="0">
                <a:solidFill>
                  <a:schemeClr val="dk2"/>
                </a:solidFill>
                <a:latin typeface="Century Gothic" panose="020B0502020202020204" pitchFamily="34" charset="0"/>
              </a:rPr>
              <a:t>Casos de </a:t>
            </a:r>
            <a:r>
              <a:rPr lang="en-US" sz="2700" dirty="0" err="1">
                <a:solidFill>
                  <a:schemeClr val="dk2"/>
                </a:solidFill>
                <a:latin typeface="Century Gothic" panose="020B0502020202020204" pitchFamily="34" charset="0"/>
              </a:rPr>
              <a:t>Diarreias</a:t>
            </a:r>
            <a:r>
              <a:rPr lang="en-US" sz="2700" dirty="0">
                <a:solidFill>
                  <a:schemeClr val="dk2"/>
                </a:solidFill>
                <a:latin typeface="Century Gothic" panose="020B0502020202020204" pitchFamily="34" charset="0"/>
              </a:rPr>
              <a:t> no BES</a:t>
            </a:r>
            <a:endParaRPr lang="en-US" sz="2550" dirty="0">
              <a:solidFill>
                <a:schemeClr val="dk2"/>
              </a:solidFill>
              <a:latin typeface="Dosis"/>
              <a:sym typeface="Gill Sans" charset="0"/>
            </a:endParaRPr>
          </a:p>
        </p:txBody>
      </p:sp>
      <p:graphicFrame>
        <p:nvGraphicFramePr>
          <p:cNvPr id="3" name="Gráfico 2">
            <a:extLst>
              <a:ext uri="{FF2B5EF4-FFF2-40B4-BE49-F238E27FC236}">
                <a16:creationId xmlns:a16="http://schemas.microsoft.com/office/drawing/2014/main" id="{DD7E8D47-8F7F-7A70-3394-B530FD067A5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52034372"/>
              </p:ext>
            </p:extLst>
          </p:nvPr>
        </p:nvGraphicFramePr>
        <p:xfrm>
          <a:off x="814509" y="711200"/>
          <a:ext cx="8017433" cy="42834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2" name="Picture 39941">
            <a:extLst>
              <a:ext uri="{FF2B5EF4-FFF2-40B4-BE49-F238E27FC236}">
                <a16:creationId xmlns:a16="http://schemas.microsoft.com/office/drawing/2014/main" id="{2E469A3E-45B2-25A5-CE18-CFEE047AD7F4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511002" y="131127"/>
            <a:ext cx="399927" cy="3249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03310258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AEF64C50-77E5-033D-83BD-A2C67032F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>
            <a:extLst>
              <a:ext uri="{FF2B5EF4-FFF2-40B4-BE49-F238E27FC236}">
                <a16:creationId xmlns:a16="http://schemas.microsoft.com/office/drawing/2014/main" id="{57A308FF-151F-3ECC-B9BD-E2E15B947E1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-75" y="1071348"/>
            <a:ext cx="9144075" cy="201304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/>
            <a:endParaRPr dirty="0"/>
          </a:p>
          <a:p>
            <a:pPr lvl="0" algn="ctr"/>
            <a:r>
              <a:rPr lang="pt-PT" altLang="en-US" sz="3600" b="1" u="sng" kern="1200" dirty="0">
                <a:solidFill>
                  <a:schemeClr val="bg1"/>
                </a:solidFill>
                <a:ea typeface="ヒラギノ角ゴ ProN W3"/>
                <a:sym typeface="Gill Sans" charset="0"/>
              </a:rPr>
              <a:t>Saúde Materno Infantil</a:t>
            </a:r>
            <a:br>
              <a:rPr lang="pt-PT" altLang="en-US" sz="3600" b="1" u="sng" kern="1200" dirty="0">
                <a:ea typeface="ヒラギノ角ゴ ProN W3" charset="-128"/>
              </a:rPr>
            </a:br>
            <a:br>
              <a:rPr lang="pt-PT" altLang="en-US" sz="3600" b="1" u="sng" kern="1200" dirty="0">
                <a:ea typeface="ヒラギノ角ゴ ProN W3" charset="-128"/>
              </a:rPr>
            </a:br>
            <a:endParaRPr lang="pt-PT" altLang="en-US" sz="3600" b="1" u="sng" kern="1200" dirty="0">
              <a:solidFill>
                <a:schemeClr val="bg1"/>
              </a:solidFill>
              <a:ea typeface="ヒラギノ角ゴ ProN W3" charset="-128"/>
              <a:sym typeface="Gill Sans" charset="0"/>
            </a:endParaRPr>
          </a:p>
        </p:txBody>
      </p:sp>
      <p:sp>
        <p:nvSpPr>
          <p:cNvPr id="100" name="Google Shape;100;p15">
            <a:extLst>
              <a:ext uri="{FF2B5EF4-FFF2-40B4-BE49-F238E27FC236}">
                <a16:creationId xmlns:a16="http://schemas.microsoft.com/office/drawing/2014/main" id="{7C423CCC-01B7-2681-35D4-20D6A412064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-75" y="3420000"/>
            <a:ext cx="669600" cy="172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defTabSz="914378"/>
            <a:fld id="{00000000-1234-1234-1234-123412341234}" type="slidenum">
              <a:rPr lang="en" kern="0">
                <a:solidFill>
                  <a:srgbClr val="0DB7C4"/>
                </a:solidFill>
              </a:rPr>
              <a:pPr defTabSz="914378"/>
              <a:t>10</a:t>
            </a:fld>
            <a:endParaRPr kern="0" dirty="0">
              <a:solidFill>
                <a:srgbClr val="0DB7C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3088852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BD409452-D26F-CF2D-B199-982EF0E88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>
            <a:extLst>
              <a:ext uri="{FF2B5EF4-FFF2-40B4-BE49-F238E27FC236}">
                <a16:creationId xmlns:a16="http://schemas.microsoft.com/office/drawing/2014/main" id="{221592D2-7B9A-838A-2735-D7CD1C319CD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fld id="{00000000-1234-1234-1234-123412341234}" type="slidenum">
              <a:rPr lang="en"/>
              <a:pPr/>
              <a:t>11</a:t>
            </a:fld>
            <a:endParaRPr/>
          </a:p>
        </p:txBody>
      </p:sp>
      <p:sp>
        <p:nvSpPr>
          <p:cNvPr id="15" name="Title 5">
            <a:extLst>
              <a:ext uri="{FF2B5EF4-FFF2-40B4-BE49-F238E27FC236}">
                <a16:creationId xmlns:a16="http://schemas.microsoft.com/office/drawing/2014/main" id="{DA50324A-7287-5383-D977-6F4D69BAC0A2}"/>
              </a:ext>
            </a:extLst>
          </p:cNvPr>
          <p:cNvSpPr txBox="1">
            <a:spLocks/>
          </p:cNvSpPr>
          <p:nvPr/>
        </p:nvSpPr>
        <p:spPr bwMode="auto">
          <a:xfrm>
            <a:off x="986971" y="129449"/>
            <a:ext cx="7170058" cy="428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8100" tIns="38100" rIns="38100" bIns="3810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9pPr>
          </a:lstStyle>
          <a:p>
            <a:pPr marL="69215"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 err="1">
                <a:solidFill>
                  <a:schemeClr val="dk2"/>
                </a:solidFill>
                <a:latin typeface="Century Gothic"/>
              </a:rPr>
              <a:t>Mulheres</a:t>
            </a:r>
            <a:r>
              <a:rPr lang="en-US" sz="2000" dirty="0">
                <a:solidFill>
                  <a:schemeClr val="dk2"/>
                </a:solidFill>
                <a:latin typeface="Century Gothic"/>
              </a:rPr>
              <a:t> Gravidas </a:t>
            </a:r>
            <a:r>
              <a:rPr lang="en-US" sz="2000" dirty="0" err="1">
                <a:solidFill>
                  <a:schemeClr val="dk2"/>
                </a:solidFill>
                <a:latin typeface="Century Gothic"/>
              </a:rPr>
              <a:t>Receberam</a:t>
            </a:r>
            <a:r>
              <a:rPr lang="en-US" sz="2000" dirty="0">
                <a:solidFill>
                  <a:schemeClr val="dk2"/>
                </a:solidFill>
                <a:latin typeface="Century Gothic"/>
              </a:rPr>
              <a:t> Rede </a:t>
            </a:r>
            <a:r>
              <a:rPr lang="en-US" sz="2000" dirty="0" err="1">
                <a:solidFill>
                  <a:schemeClr val="dk2"/>
                </a:solidFill>
                <a:latin typeface="Century Gothic"/>
              </a:rPr>
              <a:t>Mosquiteira</a:t>
            </a:r>
            <a:endParaRPr lang="en-US" sz="2000" dirty="0">
              <a:solidFill>
                <a:schemeClr val="dk2"/>
              </a:solidFill>
              <a:latin typeface="Dosis"/>
            </a:endParaRPr>
          </a:p>
        </p:txBody>
      </p:sp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3B4BA499-7263-423C-7DAD-1CAF4684EBB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24141937"/>
              </p:ext>
            </p:extLst>
          </p:nvPr>
        </p:nvGraphicFramePr>
        <p:xfrm>
          <a:off x="754743" y="609600"/>
          <a:ext cx="8157028" cy="42526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4" name="Picture 39941">
            <a:extLst>
              <a:ext uri="{FF2B5EF4-FFF2-40B4-BE49-F238E27FC236}">
                <a16:creationId xmlns:a16="http://schemas.microsoft.com/office/drawing/2014/main" id="{04EC73EB-4362-D18A-D3BB-57998BF7AE18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585200" y="47839"/>
            <a:ext cx="399927" cy="3249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75950794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fld id="{00000000-1234-1234-1234-123412341234}" type="slidenum">
              <a:rPr lang="en"/>
              <a:pPr/>
              <a:t>12</a:t>
            </a:fld>
            <a:endParaRPr/>
          </a:p>
        </p:txBody>
      </p:sp>
      <p:sp>
        <p:nvSpPr>
          <p:cNvPr id="15" name="Title 5">
            <a:extLst>
              <a:ext uri="{FF2B5EF4-FFF2-40B4-BE49-F238E27FC236}">
                <a16:creationId xmlns:a16="http://schemas.microsoft.com/office/drawing/2014/main" id="{119950F1-9474-44BC-8C8C-BAFE6F0D8703}"/>
              </a:ext>
            </a:extLst>
          </p:cNvPr>
          <p:cNvSpPr txBox="1">
            <a:spLocks/>
          </p:cNvSpPr>
          <p:nvPr/>
        </p:nvSpPr>
        <p:spPr bwMode="auto">
          <a:xfrm>
            <a:off x="986971" y="129449"/>
            <a:ext cx="7170058" cy="428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8100" tIns="38100" rIns="38100" bIns="3810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9pPr>
          </a:lstStyle>
          <a:p>
            <a:pPr marL="69215"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PT" sz="2700" dirty="0">
                <a:solidFill>
                  <a:schemeClr val="dk2"/>
                </a:solidFill>
                <a:latin typeface="Century Gothic"/>
              </a:rPr>
              <a:t>Partos na Maternidade</a:t>
            </a:r>
            <a:br>
              <a:rPr lang="en-US" sz="2550" dirty="0">
                <a:solidFill>
                  <a:schemeClr val="dk2"/>
                </a:solidFill>
                <a:latin typeface="Dosis"/>
                <a:sym typeface="Gill Sans" charset="0"/>
              </a:rPr>
            </a:br>
            <a:endParaRPr lang="en-US" sz="2550" dirty="0">
              <a:solidFill>
                <a:schemeClr val="dk2"/>
              </a:solidFill>
              <a:latin typeface="Dosis"/>
            </a:endParaRPr>
          </a:p>
        </p:txBody>
      </p:sp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E3C81B8D-BB6F-4337-F8B1-BBF780612CA8}"/>
              </a:ext>
            </a:extLst>
          </p:cNvPr>
          <p:cNvGraphicFramePr/>
          <p:nvPr/>
        </p:nvGraphicFramePr>
        <p:xfrm>
          <a:off x="892361" y="708568"/>
          <a:ext cx="7888782" cy="17139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D2AE2004-196A-5EE2-3F94-84F9E61519C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46251160"/>
              </p:ext>
            </p:extLst>
          </p:nvPr>
        </p:nvGraphicFramePr>
        <p:xfrm>
          <a:off x="892361" y="2607280"/>
          <a:ext cx="7787181" cy="22985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pic>
        <p:nvPicPr>
          <p:cNvPr id="4" name="Picture 39941">
            <a:extLst>
              <a:ext uri="{FF2B5EF4-FFF2-40B4-BE49-F238E27FC236}">
                <a16:creationId xmlns:a16="http://schemas.microsoft.com/office/drawing/2014/main" id="{25388F52-06DF-D5A5-8C07-D5431ECB9A8A}"/>
              </a:ext>
            </a:extLst>
          </p:cNvPr>
          <p:cNvPicPr>
            <a:picLocks noChangeAspect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8585200" y="47839"/>
            <a:ext cx="399927" cy="3249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84621345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45E69D87-4C32-9BE2-686D-4A4764448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>
            <a:extLst>
              <a:ext uri="{FF2B5EF4-FFF2-40B4-BE49-F238E27FC236}">
                <a16:creationId xmlns:a16="http://schemas.microsoft.com/office/drawing/2014/main" id="{9C7036D1-A83B-3935-611B-9BDFC2C649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fld id="{00000000-1234-1234-1234-123412341234}" type="slidenum">
              <a:rPr lang="en"/>
              <a:pPr/>
              <a:t>13</a:t>
            </a:fld>
            <a:endParaRPr/>
          </a:p>
        </p:txBody>
      </p:sp>
      <p:sp>
        <p:nvSpPr>
          <p:cNvPr id="15" name="Title 5">
            <a:extLst>
              <a:ext uri="{FF2B5EF4-FFF2-40B4-BE49-F238E27FC236}">
                <a16:creationId xmlns:a16="http://schemas.microsoft.com/office/drawing/2014/main" id="{1E9B0D67-F3FF-9B8E-4E3B-5176AEA5A134}"/>
              </a:ext>
            </a:extLst>
          </p:cNvPr>
          <p:cNvSpPr txBox="1">
            <a:spLocks/>
          </p:cNvSpPr>
          <p:nvPr/>
        </p:nvSpPr>
        <p:spPr bwMode="auto">
          <a:xfrm>
            <a:off x="986971" y="129449"/>
            <a:ext cx="7170058" cy="428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8100" tIns="38100" rIns="38100" bIns="3810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9pPr>
          </a:lstStyle>
          <a:p>
            <a:pPr marL="69215"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PT" sz="2700" dirty="0">
                <a:solidFill>
                  <a:schemeClr val="dk2"/>
                </a:solidFill>
                <a:latin typeface="Century Gothic"/>
              </a:rPr>
              <a:t>Partos Fora da Maternidade</a:t>
            </a:r>
            <a:br>
              <a:rPr lang="en-US" sz="2550" dirty="0">
                <a:solidFill>
                  <a:schemeClr val="dk2"/>
                </a:solidFill>
                <a:latin typeface="Dosis"/>
                <a:sym typeface="Gill Sans" charset="0"/>
              </a:rPr>
            </a:br>
            <a:endParaRPr lang="en-US" sz="2550" dirty="0">
              <a:solidFill>
                <a:schemeClr val="dk2"/>
              </a:solidFill>
              <a:latin typeface="Dosis"/>
            </a:endParaRPr>
          </a:p>
        </p:txBody>
      </p:sp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C849945D-1ABA-4408-2350-8F2E44DAE7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5038203"/>
              </p:ext>
            </p:extLst>
          </p:nvPr>
        </p:nvGraphicFramePr>
        <p:xfrm>
          <a:off x="892361" y="708568"/>
          <a:ext cx="7888782" cy="17139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CBD1FEF8-0E65-20E7-3DED-8E841A17583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82250926"/>
              </p:ext>
            </p:extLst>
          </p:nvPr>
        </p:nvGraphicFramePr>
        <p:xfrm>
          <a:off x="892361" y="2607280"/>
          <a:ext cx="7787181" cy="22985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pic>
        <p:nvPicPr>
          <p:cNvPr id="4" name="Picture 39941">
            <a:extLst>
              <a:ext uri="{FF2B5EF4-FFF2-40B4-BE49-F238E27FC236}">
                <a16:creationId xmlns:a16="http://schemas.microsoft.com/office/drawing/2014/main" id="{DD72EA44-366C-2486-B7A6-E7C7AE4D451B}"/>
              </a:ext>
            </a:extLst>
          </p:cNvPr>
          <p:cNvPicPr>
            <a:picLocks noChangeAspect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8585200" y="47839"/>
            <a:ext cx="399927" cy="3249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261799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201219B2-E264-D410-54FE-AB3D9FC74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>
            <a:extLst>
              <a:ext uri="{FF2B5EF4-FFF2-40B4-BE49-F238E27FC236}">
                <a16:creationId xmlns:a16="http://schemas.microsoft.com/office/drawing/2014/main" id="{944DAE4F-C531-8B02-0F6C-15B4A1B7C3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fld id="{00000000-1234-1234-1234-123412341234}" type="slidenum">
              <a:rPr lang="en"/>
              <a:pPr/>
              <a:t>14</a:t>
            </a:fld>
            <a:endParaRPr/>
          </a:p>
        </p:txBody>
      </p:sp>
      <p:sp>
        <p:nvSpPr>
          <p:cNvPr id="15" name="Title 5">
            <a:extLst>
              <a:ext uri="{FF2B5EF4-FFF2-40B4-BE49-F238E27FC236}">
                <a16:creationId xmlns:a16="http://schemas.microsoft.com/office/drawing/2014/main" id="{03C95D33-C650-E928-1BF2-B62ABB9F30C6}"/>
              </a:ext>
            </a:extLst>
          </p:cNvPr>
          <p:cNvSpPr txBox="1">
            <a:spLocks/>
          </p:cNvSpPr>
          <p:nvPr/>
        </p:nvSpPr>
        <p:spPr bwMode="auto">
          <a:xfrm>
            <a:off x="986971" y="129449"/>
            <a:ext cx="7170058" cy="428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8100" tIns="38100" rIns="38100" bIns="3810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9pPr>
          </a:lstStyle>
          <a:p>
            <a:pPr marL="69215"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PT" sz="2700" dirty="0">
                <a:solidFill>
                  <a:schemeClr val="dk2"/>
                </a:solidFill>
                <a:latin typeface="Century Gothic"/>
              </a:rPr>
              <a:t>Nados Mortos</a:t>
            </a:r>
            <a:endParaRPr lang="en-US" sz="2550" dirty="0">
              <a:solidFill>
                <a:schemeClr val="dk2"/>
              </a:solidFill>
              <a:latin typeface="Dosis"/>
            </a:endParaRPr>
          </a:p>
        </p:txBody>
      </p:sp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7C55808A-536D-A7FD-232C-A4987EBD0E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00406567"/>
              </p:ext>
            </p:extLst>
          </p:nvPr>
        </p:nvGraphicFramePr>
        <p:xfrm>
          <a:off x="892361" y="708568"/>
          <a:ext cx="7888782" cy="17139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7A2124EA-441F-30AD-7BB7-C0C3970E7AE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37124845"/>
              </p:ext>
            </p:extLst>
          </p:nvPr>
        </p:nvGraphicFramePr>
        <p:xfrm>
          <a:off x="892361" y="2607280"/>
          <a:ext cx="7787181" cy="22985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pic>
        <p:nvPicPr>
          <p:cNvPr id="4" name="Picture 39941">
            <a:extLst>
              <a:ext uri="{FF2B5EF4-FFF2-40B4-BE49-F238E27FC236}">
                <a16:creationId xmlns:a16="http://schemas.microsoft.com/office/drawing/2014/main" id="{DF5F7D4E-A4FE-EFCB-FF6C-7DB33E4F7E74}"/>
              </a:ext>
            </a:extLst>
          </p:cNvPr>
          <p:cNvPicPr>
            <a:picLocks noChangeAspect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8585200" y="47839"/>
            <a:ext cx="399927" cy="3249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84080377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F2E66F29-6A86-5E35-F5EB-19DFA713A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>
            <a:extLst>
              <a:ext uri="{FF2B5EF4-FFF2-40B4-BE49-F238E27FC236}">
                <a16:creationId xmlns:a16="http://schemas.microsoft.com/office/drawing/2014/main" id="{5CFB798F-1624-FAF8-CFDD-D281F907F86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fld id="{00000000-1234-1234-1234-123412341234}" type="slidenum">
              <a:rPr lang="en"/>
              <a:pPr/>
              <a:t>15</a:t>
            </a:fld>
            <a:endParaRPr/>
          </a:p>
        </p:txBody>
      </p:sp>
      <p:sp>
        <p:nvSpPr>
          <p:cNvPr id="15" name="Title 5">
            <a:extLst>
              <a:ext uri="{FF2B5EF4-FFF2-40B4-BE49-F238E27FC236}">
                <a16:creationId xmlns:a16="http://schemas.microsoft.com/office/drawing/2014/main" id="{1F2E275A-1F8D-E207-2BBA-DE50D01A5005}"/>
              </a:ext>
            </a:extLst>
          </p:cNvPr>
          <p:cNvSpPr txBox="1">
            <a:spLocks/>
          </p:cNvSpPr>
          <p:nvPr/>
        </p:nvSpPr>
        <p:spPr bwMode="auto">
          <a:xfrm>
            <a:off x="986971" y="129449"/>
            <a:ext cx="7170058" cy="428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8100" tIns="38100" rIns="38100" bIns="3810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9pPr>
          </a:lstStyle>
          <a:p>
            <a:pPr marL="69215"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PT" sz="2700" dirty="0">
                <a:solidFill>
                  <a:schemeClr val="dk2"/>
                </a:solidFill>
                <a:latin typeface="Century Gothic"/>
              </a:rPr>
              <a:t>Nados Mortos Com Foco Positivo </a:t>
            </a:r>
            <a:r>
              <a:rPr lang="pt-PT" sz="2700" dirty="0" err="1">
                <a:solidFill>
                  <a:schemeClr val="dk2"/>
                </a:solidFill>
                <a:latin typeface="Century Gothic"/>
              </a:rPr>
              <a:t>vs</a:t>
            </a:r>
            <a:r>
              <a:rPr lang="pt-PT" sz="2700" dirty="0">
                <a:solidFill>
                  <a:schemeClr val="dk2"/>
                </a:solidFill>
                <a:latin typeface="Century Gothic"/>
              </a:rPr>
              <a:t> Peso</a:t>
            </a:r>
            <a:br>
              <a:rPr lang="en-US" sz="2550" dirty="0">
                <a:solidFill>
                  <a:schemeClr val="dk2"/>
                </a:solidFill>
                <a:latin typeface="Dosis"/>
                <a:sym typeface="Gill Sans" charset="0"/>
              </a:rPr>
            </a:br>
            <a:endParaRPr lang="en-US" sz="2550" dirty="0">
              <a:solidFill>
                <a:schemeClr val="dk2"/>
              </a:solidFill>
              <a:latin typeface="Dosis"/>
            </a:endParaRPr>
          </a:p>
        </p:txBody>
      </p:sp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580E0A39-3923-9A7C-C2D0-C7988EA6FC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11796187"/>
              </p:ext>
            </p:extLst>
          </p:nvPr>
        </p:nvGraphicFramePr>
        <p:xfrm>
          <a:off x="892361" y="708568"/>
          <a:ext cx="7888782" cy="17139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3285A183-D907-57DB-1692-23EF953B8E7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37051352"/>
              </p:ext>
            </p:extLst>
          </p:nvPr>
        </p:nvGraphicFramePr>
        <p:xfrm>
          <a:off x="892361" y="2607280"/>
          <a:ext cx="7787181" cy="22985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pic>
        <p:nvPicPr>
          <p:cNvPr id="4" name="Picture 39941">
            <a:extLst>
              <a:ext uri="{FF2B5EF4-FFF2-40B4-BE49-F238E27FC236}">
                <a16:creationId xmlns:a16="http://schemas.microsoft.com/office/drawing/2014/main" id="{B9E084C7-60DD-0E68-5721-CEB7BECCB07A}"/>
              </a:ext>
            </a:extLst>
          </p:cNvPr>
          <p:cNvPicPr>
            <a:picLocks noChangeAspect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8585200" y="47839"/>
            <a:ext cx="399927" cy="3249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97146553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>
            <a:spLocks noGrp="1"/>
          </p:cNvSpPr>
          <p:nvPr>
            <p:ph type="ctrTitle"/>
          </p:nvPr>
        </p:nvSpPr>
        <p:spPr>
          <a:xfrm>
            <a:off x="-75" y="1071348"/>
            <a:ext cx="9144075" cy="201304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/>
            <a:endParaRPr dirty="0"/>
          </a:p>
          <a:p>
            <a:pPr lvl="0" algn="ctr"/>
            <a:r>
              <a:rPr lang="pt-PT" altLang="en-US" sz="3600" b="1" u="sng" kern="1200" dirty="0">
                <a:solidFill>
                  <a:schemeClr val="bg1"/>
                </a:solidFill>
                <a:ea typeface="ヒラギノ角ゴ ProN W3" charset="-128"/>
                <a:sym typeface="Gill Sans" charset="0"/>
              </a:rPr>
              <a:t>Programa Alargado de Vacinação</a:t>
            </a:r>
            <a:br>
              <a:rPr lang="pt-PT" altLang="en-US" sz="3600" b="1" u="sng" kern="1200" dirty="0">
                <a:solidFill>
                  <a:schemeClr val="bg1"/>
                </a:solidFill>
                <a:ea typeface="ヒラギノ角ゴ ProN W3" charset="-128"/>
                <a:sym typeface="Gill Sans" charset="0"/>
              </a:rPr>
            </a:br>
            <a:br>
              <a:rPr lang="pt-PT" altLang="en-US" sz="3600" b="1" u="sng" kern="1200" dirty="0">
                <a:solidFill>
                  <a:schemeClr val="bg1"/>
                </a:solidFill>
                <a:ea typeface="ヒラギノ角ゴ ProN W3" charset="-128"/>
                <a:sym typeface="Gill Sans" charset="0"/>
              </a:rPr>
            </a:br>
            <a:endParaRPr lang="pt-PT" altLang="en-US" sz="3600" b="1" u="sng" kern="1200" dirty="0">
              <a:solidFill>
                <a:schemeClr val="bg1"/>
              </a:solidFill>
              <a:ea typeface="ヒラギノ角ゴ ProN W3" charset="-128"/>
              <a:sym typeface="Gill Sans" charset="0"/>
            </a:endParaRPr>
          </a:p>
        </p:txBody>
      </p:sp>
      <p:sp>
        <p:nvSpPr>
          <p:cNvPr id="100" name="Google Shape;100;p15"/>
          <p:cNvSpPr txBox="1">
            <a:spLocks noGrp="1"/>
          </p:cNvSpPr>
          <p:nvPr>
            <p:ph type="sldNum" idx="12"/>
          </p:nvPr>
        </p:nvSpPr>
        <p:spPr>
          <a:xfrm>
            <a:off x="-75" y="3420000"/>
            <a:ext cx="669600" cy="172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defTabSz="914378"/>
            <a:fld id="{00000000-1234-1234-1234-123412341234}" type="slidenum">
              <a:rPr lang="en" kern="0">
                <a:solidFill>
                  <a:srgbClr val="0DB7C4"/>
                </a:solidFill>
              </a:rPr>
              <a:pPr defTabSz="914378"/>
              <a:t>16</a:t>
            </a:fld>
            <a:endParaRPr kern="0" dirty="0">
              <a:solidFill>
                <a:srgbClr val="0DB7C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7694238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A4D656B3-04F3-40F3-A88A-8DE5B876A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>
            <a:extLst>
              <a:ext uri="{FF2B5EF4-FFF2-40B4-BE49-F238E27FC236}">
                <a16:creationId xmlns:a16="http://schemas.microsoft.com/office/drawing/2014/main" id="{CD07FB1A-7A3B-ED30-6A71-ADC3D2BDF5B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fld id="{00000000-1234-1234-1234-123412341234}" type="slidenum">
              <a:rPr lang="en"/>
              <a:pPr/>
              <a:t>17</a:t>
            </a:fld>
            <a:endParaRPr/>
          </a:p>
        </p:txBody>
      </p:sp>
      <p:sp>
        <p:nvSpPr>
          <p:cNvPr id="15" name="Title 5">
            <a:extLst>
              <a:ext uri="{FF2B5EF4-FFF2-40B4-BE49-F238E27FC236}">
                <a16:creationId xmlns:a16="http://schemas.microsoft.com/office/drawing/2014/main" id="{CFA3884F-6450-DFA9-30FA-BDEBD9CE69DF}"/>
              </a:ext>
            </a:extLst>
          </p:cNvPr>
          <p:cNvSpPr txBox="1">
            <a:spLocks/>
          </p:cNvSpPr>
          <p:nvPr/>
        </p:nvSpPr>
        <p:spPr bwMode="auto">
          <a:xfrm>
            <a:off x="986970" y="129449"/>
            <a:ext cx="7431315" cy="428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8100" tIns="38100" rIns="38100" bIns="3810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9pPr>
          </a:lstStyle>
          <a:p>
            <a:pPr marL="69215"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PT" sz="2800" dirty="0">
                <a:solidFill>
                  <a:schemeClr val="dk2"/>
                </a:solidFill>
                <a:latin typeface="Century Gothic"/>
              </a:rPr>
              <a:t>Vacinação</a:t>
            </a:r>
            <a:r>
              <a:rPr lang="pt-PT" sz="2700" dirty="0">
                <a:solidFill>
                  <a:schemeClr val="dk2"/>
                </a:solidFill>
                <a:latin typeface="Century Gothic"/>
              </a:rPr>
              <a:t> com BCG e Penta 1ª</a:t>
            </a:r>
            <a:r>
              <a:rPr lang="pt-PT" dirty="0">
                <a:solidFill>
                  <a:schemeClr val="dk2"/>
                </a:solidFill>
                <a:latin typeface="Century Gothic"/>
              </a:rPr>
              <a:t> e 3ª Doses</a:t>
            </a:r>
            <a:br>
              <a:rPr lang="en-US" sz="2550" dirty="0">
                <a:solidFill>
                  <a:schemeClr val="dk2"/>
                </a:solidFill>
                <a:latin typeface="Dosis"/>
                <a:sym typeface="Gill Sans" charset="0"/>
              </a:rPr>
            </a:br>
            <a:endParaRPr lang="en-US" sz="2550" dirty="0">
              <a:solidFill>
                <a:schemeClr val="dk2"/>
              </a:solidFill>
              <a:latin typeface="Dosis"/>
            </a:endParaRPr>
          </a:p>
        </p:txBody>
      </p:sp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5F83FCA4-3E95-5BDC-5196-E757B05B58C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04479327"/>
              </p:ext>
            </p:extLst>
          </p:nvPr>
        </p:nvGraphicFramePr>
        <p:xfrm>
          <a:off x="669525" y="812800"/>
          <a:ext cx="8031789" cy="40567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4" name="Picture 39941">
            <a:extLst>
              <a:ext uri="{FF2B5EF4-FFF2-40B4-BE49-F238E27FC236}">
                <a16:creationId xmlns:a16="http://schemas.microsoft.com/office/drawing/2014/main" id="{344A4EB7-26AC-A202-59CD-106DA6E4C46B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585200" y="47839"/>
            <a:ext cx="399927" cy="3249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94105344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8D4068F6-CF12-C33B-A403-F2409EED8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>
            <a:extLst>
              <a:ext uri="{FF2B5EF4-FFF2-40B4-BE49-F238E27FC236}">
                <a16:creationId xmlns:a16="http://schemas.microsoft.com/office/drawing/2014/main" id="{BD452071-8AFE-5924-92C5-C9894C398CF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fld id="{00000000-1234-1234-1234-123412341234}" type="slidenum">
              <a:rPr lang="en"/>
              <a:pPr/>
              <a:t>18</a:t>
            </a:fld>
            <a:endParaRPr/>
          </a:p>
        </p:txBody>
      </p:sp>
      <p:sp>
        <p:nvSpPr>
          <p:cNvPr id="15" name="Title 5">
            <a:extLst>
              <a:ext uri="{FF2B5EF4-FFF2-40B4-BE49-F238E27FC236}">
                <a16:creationId xmlns:a16="http://schemas.microsoft.com/office/drawing/2014/main" id="{C041FE08-C022-38C5-3196-93C3DE6EA346}"/>
              </a:ext>
            </a:extLst>
          </p:cNvPr>
          <p:cNvSpPr txBox="1">
            <a:spLocks/>
          </p:cNvSpPr>
          <p:nvPr/>
        </p:nvSpPr>
        <p:spPr bwMode="auto">
          <a:xfrm>
            <a:off x="986970" y="129449"/>
            <a:ext cx="7511144" cy="428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8100" tIns="38100" rIns="38100" bIns="3810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9pPr>
          </a:lstStyle>
          <a:p>
            <a:pPr marL="69215"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PT" sz="1800" dirty="0">
                <a:solidFill>
                  <a:schemeClr val="dk2"/>
                </a:solidFill>
                <a:latin typeface="Century Gothic"/>
              </a:rPr>
              <a:t>Vacinação contra Sarampo 9 Meses, CCV e Sarampo 18 </a:t>
            </a:r>
            <a:r>
              <a:rPr lang="pt-PT" sz="1800" dirty="0" err="1">
                <a:solidFill>
                  <a:schemeClr val="dk2"/>
                </a:solidFill>
                <a:latin typeface="Century Gothic"/>
              </a:rPr>
              <a:t>Mese</a:t>
            </a:r>
            <a:endParaRPr lang="en-US" sz="1800" dirty="0">
              <a:solidFill>
                <a:schemeClr val="dk2"/>
              </a:solidFill>
              <a:latin typeface="Dosis"/>
            </a:endParaRPr>
          </a:p>
        </p:txBody>
      </p:sp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052B6F1D-43C1-1A23-2284-32CB476D767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54301599"/>
              </p:ext>
            </p:extLst>
          </p:nvPr>
        </p:nvGraphicFramePr>
        <p:xfrm>
          <a:off x="669525" y="812800"/>
          <a:ext cx="8031789" cy="40567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4" name="Picture 39941">
            <a:extLst>
              <a:ext uri="{FF2B5EF4-FFF2-40B4-BE49-F238E27FC236}">
                <a16:creationId xmlns:a16="http://schemas.microsoft.com/office/drawing/2014/main" id="{4BF50C2B-231E-8F3E-8426-FA0CB8496970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585200" y="47839"/>
            <a:ext cx="399927" cy="3249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44792820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>
            <a:spLocks noGrp="1"/>
          </p:cNvSpPr>
          <p:nvPr>
            <p:ph type="ctrTitle"/>
          </p:nvPr>
        </p:nvSpPr>
        <p:spPr>
          <a:xfrm>
            <a:off x="-75" y="1071348"/>
            <a:ext cx="9144075" cy="201304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/>
            <a:endParaRPr dirty="0"/>
          </a:p>
          <a:p>
            <a:pPr lvl="0" algn="ctr"/>
            <a:r>
              <a:rPr lang="pt-PT" altLang="en-US" sz="3600" b="1" u="sng" kern="1200" dirty="0">
                <a:solidFill>
                  <a:schemeClr val="bg1"/>
                </a:solidFill>
                <a:ea typeface="ヒラギノ角ゴ ProN W3" charset="-128"/>
                <a:sym typeface="Gill Sans" charset="0"/>
              </a:rPr>
              <a:t>Nutrição</a:t>
            </a:r>
            <a:br>
              <a:rPr lang="pt-PT" altLang="en-US" sz="3600" b="1" u="sng" kern="1200" dirty="0">
                <a:solidFill>
                  <a:schemeClr val="bg1"/>
                </a:solidFill>
                <a:ea typeface="ヒラギノ角ゴ ProN W3" charset="-128"/>
                <a:sym typeface="Gill Sans" charset="0"/>
              </a:rPr>
            </a:br>
            <a:br>
              <a:rPr lang="pt-PT" altLang="en-US" sz="3600" b="1" u="sng" kern="1200" dirty="0">
                <a:solidFill>
                  <a:schemeClr val="bg1"/>
                </a:solidFill>
                <a:ea typeface="ヒラギノ角ゴ ProN W3" charset="-128"/>
                <a:sym typeface="Gill Sans" charset="0"/>
              </a:rPr>
            </a:br>
            <a:endParaRPr lang="pt-PT" altLang="en-US" sz="3600" b="1" u="sng" kern="1200" dirty="0">
              <a:solidFill>
                <a:schemeClr val="bg1"/>
              </a:solidFill>
              <a:ea typeface="ヒラギノ角ゴ ProN W3" charset="-128"/>
              <a:sym typeface="Gill Sans" charset="0"/>
            </a:endParaRPr>
          </a:p>
        </p:txBody>
      </p:sp>
      <p:sp>
        <p:nvSpPr>
          <p:cNvPr id="100" name="Google Shape;100;p15"/>
          <p:cNvSpPr txBox="1">
            <a:spLocks noGrp="1"/>
          </p:cNvSpPr>
          <p:nvPr>
            <p:ph type="sldNum" idx="12"/>
          </p:nvPr>
        </p:nvSpPr>
        <p:spPr>
          <a:xfrm>
            <a:off x="-75" y="3420000"/>
            <a:ext cx="669600" cy="172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defTabSz="914378"/>
            <a:fld id="{00000000-1234-1234-1234-123412341234}" type="slidenum">
              <a:rPr lang="en" kern="0">
                <a:solidFill>
                  <a:srgbClr val="0DB7C4"/>
                </a:solidFill>
              </a:rPr>
              <a:pPr defTabSz="914378"/>
              <a:t>19</a:t>
            </a:fld>
            <a:endParaRPr kern="0" dirty="0">
              <a:solidFill>
                <a:srgbClr val="0DB7C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9021826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6444E2AC-FDE8-F5F2-C2AC-7D4CB7229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>
            <a:extLst>
              <a:ext uri="{FF2B5EF4-FFF2-40B4-BE49-F238E27FC236}">
                <a16:creationId xmlns:a16="http://schemas.microsoft.com/office/drawing/2014/main" id="{A66392ED-544C-82C2-4232-089DD65EC04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fld id="{00000000-1234-1234-1234-123412341234}" type="slidenum">
              <a:rPr lang="en"/>
              <a:pPr/>
              <a:t>20</a:t>
            </a:fld>
            <a:endParaRPr/>
          </a:p>
        </p:txBody>
      </p:sp>
      <p:sp>
        <p:nvSpPr>
          <p:cNvPr id="15" name="Title 5">
            <a:extLst>
              <a:ext uri="{FF2B5EF4-FFF2-40B4-BE49-F238E27FC236}">
                <a16:creationId xmlns:a16="http://schemas.microsoft.com/office/drawing/2014/main" id="{A7B1A215-B1BA-95E9-1356-8DF8899EB29C}"/>
              </a:ext>
            </a:extLst>
          </p:cNvPr>
          <p:cNvSpPr txBox="1">
            <a:spLocks/>
          </p:cNvSpPr>
          <p:nvPr/>
        </p:nvSpPr>
        <p:spPr bwMode="auto">
          <a:xfrm>
            <a:off x="986971" y="129449"/>
            <a:ext cx="7453086" cy="428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8100" tIns="38100" rIns="38100" bIns="3810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9pPr>
          </a:lstStyle>
          <a:p>
            <a:pPr marL="69215"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PT" sz="2500" dirty="0">
                <a:solidFill>
                  <a:schemeClr val="dk2"/>
                </a:solidFill>
                <a:latin typeface="Century Gothic"/>
              </a:rPr>
              <a:t>Suplementação com Vitamina A em </a:t>
            </a:r>
            <a:r>
              <a:rPr lang="en-US" sz="2500" dirty="0" err="1">
                <a:solidFill>
                  <a:schemeClr val="dk2"/>
                </a:solidFill>
                <a:latin typeface="Century Gothic"/>
              </a:rPr>
              <a:t>Crianças</a:t>
            </a:r>
            <a:r>
              <a:rPr lang="en-US" sz="2500" dirty="0">
                <a:solidFill>
                  <a:schemeClr val="dk2"/>
                </a:solidFill>
                <a:latin typeface="Century Gothic"/>
              </a:rPr>
              <a:t> </a:t>
            </a:r>
            <a:br>
              <a:rPr lang="en-US" sz="2500" dirty="0">
                <a:solidFill>
                  <a:schemeClr val="dk2"/>
                </a:solidFill>
                <a:latin typeface="Dosis"/>
                <a:sym typeface="Gill Sans" charset="0"/>
              </a:rPr>
            </a:br>
            <a:endParaRPr lang="en-US" sz="2500" dirty="0">
              <a:solidFill>
                <a:schemeClr val="dk2"/>
              </a:solidFill>
              <a:latin typeface="Dosis"/>
            </a:endParaRPr>
          </a:p>
        </p:txBody>
      </p:sp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21DA88A2-0F55-285D-9F89-361CE7DF35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80828215"/>
              </p:ext>
            </p:extLst>
          </p:nvPr>
        </p:nvGraphicFramePr>
        <p:xfrm>
          <a:off x="892361" y="708568"/>
          <a:ext cx="7888782" cy="17139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61BE677C-04F7-7AEA-FC3C-5B56694A509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61532083"/>
              </p:ext>
            </p:extLst>
          </p:nvPr>
        </p:nvGraphicFramePr>
        <p:xfrm>
          <a:off x="892361" y="2607280"/>
          <a:ext cx="7787181" cy="22985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pic>
        <p:nvPicPr>
          <p:cNvPr id="4" name="Picture 39941">
            <a:extLst>
              <a:ext uri="{FF2B5EF4-FFF2-40B4-BE49-F238E27FC236}">
                <a16:creationId xmlns:a16="http://schemas.microsoft.com/office/drawing/2014/main" id="{2B8F3D45-04A8-6514-F8BD-C52151349BE8}"/>
              </a:ext>
            </a:extLst>
          </p:cNvPr>
          <p:cNvPicPr>
            <a:picLocks noChangeAspect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8585200" y="47839"/>
            <a:ext cx="399927" cy="3249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05827377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C3318A1C-65D2-D4C1-6010-17D76FAC8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>
            <a:extLst>
              <a:ext uri="{FF2B5EF4-FFF2-40B4-BE49-F238E27FC236}">
                <a16:creationId xmlns:a16="http://schemas.microsoft.com/office/drawing/2014/main" id="{9AFA424D-7E66-4CE4-9853-C1EEFFF7036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fld id="{00000000-1234-1234-1234-123412341234}" type="slidenum">
              <a:rPr lang="en"/>
              <a:pPr/>
              <a:t>21</a:t>
            </a:fld>
            <a:endParaRPr/>
          </a:p>
        </p:txBody>
      </p:sp>
      <p:sp>
        <p:nvSpPr>
          <p:cNvPr id="15" name="Title 5">
            <a:extLst>
              <a:ext uri="{FF2B5EF4-FFF2-40B4-BE49-F238E27FC236}">
                <a16:creationId xmlns:a16="http://schemas.microsoft.com/office/drawing/2014/main" id="{EA60B9C4-A572-5461-AAD9-B34BD09B07A9}"/>
              </a:ext>
            </a:extLst>
          </p:cNvPr>
          <p:cNvSpPr txBox="1">
            <a:spLocks/>
          </p:cNvSpPr>
          <p:nvPr/>
        </p:nvSpPr>
        <p:spPr bwMode="auto">
          <a:xfrm>
            <a:off x="986971" y="129449"/>
            <a:ext cx="7453086" cy="428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8100" tIns="38100" rIns="38100" bIns="3810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9pPr>
          </a:lstStyle>
          <a:p>
            <a:pPr marL="69215"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PT" dirty="0">
                <a:solidFill>
                  <a:schemeClr val="dk2"/>
                </a:solidFill>
                <a:latin typeface="Century Gothic"/>
              </a:rPr>
              <a:t>Desparasitação (90%)</a:t>
            </a:r>
            <a:endParaRPr lang="en-US" dirty="0">
              <a:solidFill>
                <a:schemeClr val="dk2"/>
              </a:solidFill>
              <a:latin typeface="Dosis"/>
            </a:endParaRPr>
          </a:p>
          <a:p>
            <a:pPr marL="69215"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br>
              <a:rPr lang="en-US" sz="2500" dirty="0">
                <a:solidFill>
                  <a:schemeClr val="dk2"/>
                </a:solidFill>
                <a:latin typeface="Dosis"/>
                <a:sym typeface="Gill Sans" charset="0"/>
              </a:rPr>
            </a:br>
            <a:endParaRPr lang="en-US" sz="2500" dirty="0">
              <a:solidFill>
                <a:schemeClr val="dk2"/>
              </a:solidFill>
              <a:latin typeface="Dosis"/>
            </a:endParaRPr>
          </a:p>
        </p:txBody>
      </p:sp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0857B9D2-2F3A-3672-948E-90E5259391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72637048"/>
              </p:ext>
            </p:extLst>
          </p:nvPr>
        </p:nvGraphicFramePr>
        <p:xfrm>
          <a:off x="892361" y="708568"/>
          <a:ext cx="7888782" cy="17139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9E56236B-FC8D-C70D-1DCD-85D4FFD0177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1907799"/>
              </p:ext>
            </p:extLst>
          </p:nvPr>
        </p:nvGraphicFramePr>
        <p:xfrm>
          <a:off x="892361" y="2607280"/>
          <a:ext cx="7787181" cy="22985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pic>
        <p:nvPicPr>
          <p:cNvPr id="4" name="Picture 39941">
            <a:extLst>
              <a:ext uri="{FF2B5EF4-FFF2-40B4-BE49-F238E27FC236}">
                <a16:creationId xmlns:a16="http://schemas.microsoft.com/office/drawing/2014/main" id="{02650D77-C93D-8AA0-CAC9-0EBDA3C45778}"/>
              </a:ext>
            </a:extLst>
          </p:cNvPr>
          <p:cNvPicPr>
            <a:picLocks noChangeAspect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8585200" y="47839"/>
            <a:ext cx="399927" cy="3249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2127870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fld id="{00000000-1234-1234-1234-123412341234}" type="slidenum">
              <a:rPr lang="en"/>
              <a:pPr/>
              <a:t>22</a:t>
            </a:fld>
            <a:endParaRPr/>
          </a:p>
        </p:txBody>
      </p:sp>
      <p:sp>
        <p:nvSpPr>
          <p:cNvPr id="15" name="Title 5">
            <a:extLst>
              <a:ext uri="{FF2B5EF4-FFF2-40B4-BE49-F238E27FC236}">
                <a16:creationId xmlns:a16="http://schemas.microsoft.com/office/drawing/2014/main" id="{119950F1-9474-44BC-8C8C-BAFE6F0D8703}"/>
              </a:ext>
            </a:extLst>
          </p:cNvPr>
          <p:cNvSpPr txBox="1">
            <a:spLocks/>
          </p:cNvSpPr>
          <p:nvPr/>
        </p:nvSpPr>
        <p:spPr bwMode="auto">
          <a:xfrm>
            <a:off x="782451" y="149550"/>
            <a:ext cx="7556006" cy="407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8100" tIns="38100" rIns="38100" bIns="3810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9pPr>
          </a:lstStyle>
          <a:p>
            <a:pPr marL="69215"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PT" sz="2700" dirty="0">
                <a:solidFill>
                  <a:schemeClr val="dk2"/>
                </a:solidFill>
                <a:latin typeface="Century Gothic"/>
              </a:rPr>
              <a:t>Casos de Desnutrição</a:t>
            </a:r>
            <a:endParaRPr lang="en-US" sz="2550" dirty="0">
              <a:solidFill>
                <a:schemeClr val="dk2"/>
              </a:solidFill>
              <a:latin typeface="Dosis"/>
            </a:endParaRPr>
          </a:p>
        </p:txBody>
      </p:sp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1FE54097-580A-5C0B-6711-D6F803BF574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41610701"/>
              </p:ext>
            </p:extLst>
          </p:nvPr>
        </p:nvGraphicFramePr>
        <p:xfrm>
          <a:off x="782451" y="841829"/>
          <a:ext cx="4928920" cy="40422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3" name="Picture 39941">
            <a:extLst>
              <a:ext uri="{FF2B5EF4-FFF2-40B4-BE49-F238E27FC236}">
                <a16:creationId xmlns:a16="http://schemas.microsoft.com/office/drawing/2014/main" id="{ED01C653-4B33-3043-E0A7-20B5EEC4C4B9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481973" y="70971"/>
            <a:ext cx="399927" cy="32493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D02E56D-40EE-D815-CD3B-DAC9139ABB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7576421"/>
              </p:ext>
            </p:extLst>
          </p:nvPr>
        </p:nvGraphicFramePr>
        <p:xfrm>
          <a:off x="5842000" y="1462627"/>
          <a:ext cx="3135084" cy="3098800"/>
        </p:xfrm>
        <a:graphic>
          <a:graphicData uri="http://schemas.openxmlformats.org/drawingml/2006/table">
            <a:tbl>
              <a:tblPr/>
              <a:tblGrid>
                <a:gridCol w="994052">
                  <a:extLst>
                    <a:ext uri="{9D8B030D-6E8A-4147-A177-3AD203B41FA5}">
                      <a16:colId xmlns:a16="http://schemas.microsoft.com/office/drawing/2014/main" val="4110235729"/>
                    </a:ext>
                  </a:extLst>
                </a:gridCol>
                <a:gridCol w="535258">
                  <a:extLst>
                    <a:ext uri="{9D8B030D-6E8A-4147-A177-3AD203B41FA5}">
                      <a16:colId xmlns:a16="http://schemas.microsoft.com/office/drawing/2014/main" val="1216545965"/>
                    </a:ext>
                  </a:extLst>
                </a:gridCol>
                <a:gridCol w="535258">
                  <a:extLst>
                    <a:ext uri="{9D8B030D-6E8A-4147-A177-3AD203B41FA5}">
                      <a16:colId xmlns:a16="http://schemas.microsoft.com/office/drawing/2014/main" val="3380133699"/>
                    </a:ext>
                  </a:extLst>
                </a:gridCol>
                <a:gridCol w="535258">
                  <a:extLst>
                    <a:ext uri="{9D8B030D-6E8A-4147-A177-3AD203B41FA5}">
                      <a16:colId xmlns:a16="http://schemas.microsoft.com/office/drawing/2014/main" val="127994368"/>
                    </a:ext>
                  </a:extLst>
                </a:gridCol>
                <a:gridCol w="535258">
                  <a:extLst>
                    <a:ext uri="{9D8B030D-6E8A-4147-A177-3AD203B41FA5}">
                      <a16:colId xmlns:a16="http://schemas.microsoft.com/office/drawing/2014/main" val="1073347780"/>
                    </a:ext>
                  </a:extLst>
                </a:gridCol>
              </a:tblGrid>
              <a:tr h="3873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Distritos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Ano 2022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Ano 2023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Ano 2024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Ano 2025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320077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algn="ctr" fontAlgn="ctr">
                        <a:buClr>
                          <a:srgbClr val="000000"/>
                        </a:buClr>
                        <a:buSzPts val="1300"/>
                        <a:buFont typeface="Arial" panose="020B0604020202020204" pitchFamily="34" charset="0"/>
                        <a:buNone/>
                      </a:pPr>
                      <a:r>
                        <a:rPr lang="pt-PT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KaMpfumu</a:t>
                      </a:r>
                      <a:endParaRPr lang="pt-PT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3840440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algn="ctr" fontAlgn="ctr">
                        <a:buClr>
                          <a:srgbClr val="000000"/>
                        </a:buClr>
                        <a:buSzPts val="1300"/>
                        <a:buFont typeface="Arial" panose="020B0604020202020204" pitchFamily="34" charset="0"/>
                        <a:buChar char="N"/>
                      </a:pPr>
                      <a:r>
                        <a:rPr lang="pt-PT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Nhlamankulu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8076978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KaMaxakene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9377393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KaMavota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433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482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318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344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6767360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KaMubukwana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2945144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KaTembe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1395420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KaNyaka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8132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4844164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608600C3-E551-9849-89D8-E46711F84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>
            <a:extLst>
              <a:ext uri="{FF2B5EF4-FFF2-40B4-BE49-F238E27FC236}">
                <a16:creationId xmlns:a16="http://schemas.microsoft.com/office/drawing/2014/main" id="{EF6406F1-1C04-2210-9D85-97A64982DBF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fld id="{00000000-1234-1234-1234-123412341234}" type="slidenum">
              <a:rPr lang="en"/>
              <a:pPr/>
              <a:t>23</a:t>
            </a:fld>
            <a:endParaRPr/>
          </a:p>
        </p:txBody>
      </p:sp>
      <p:sp>
        <p:nvSpPr>
          <p:cNvPr id="15" name="Title 5">
            <a:extLst>
              <a:ext uri="{FF2B5EF4-FFF2-40B4-BE49-F238E27FC236}">
                <a16:creationId xmlns:a16="http://schemas.microsoft.com/office/drawing/2014/main" id="{3534C1CB-D6A1-8B57-2FB6-B8563AB7E11C}"/>
              </a:ext>
            </a:extLst>
          </p:cNvPr>
          <p:cNvSpPr txBox="1">
            <a:spLocks/>
          </p:cNvSpPr>
          <p:nvPr/>
        </p:nvSpPr>
        <p:spPr bwMode="auto">
          <a:xfrm>
            <a:off x="986971" y="129449"/>
            <a:ext cx="7453086" cy="428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8100" tIns="38100" rIns="38100" bIns="3810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9pPr>
          </a:lstStyle>
          <a:p>
            <a:pPr marL="69215"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PT" dirty="0">
                <a:solidFill>
                  <a:schemeClr val="dk2"/>
                </a:solidFill>
                <a:latin typeface="Century Gothic"/>
              </a:rPr>
              <a:t>PRN -Taxa de Abandono (&lt;15%)</a:t>
            </a:r>
            <a:endParaRPr lang="en-US" dirty="0">
              <a:solidFill>
                <a:schemeClr val="dk2"/>
              </a:solidFill>
              <a:latin typeface="Dosis"/>
            </a:endParaRPr>
          </a:p>
          <a:p>
            <a:pPr marL="69215"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br>
              <a:rPr lang="en-US" sz="2500" dirty="0">
                <a:solidFill>
                  <a:schemeClr val="dk2"/>
                </a:solidFill>
                <a:latin typeface="Dosis"/>
                <a:sym typeface="Gill Sans" charset="0"/>
              </a:rPr>
            </a:br>
            <a:endParaRPr lang="en-US" sz="2500" dirty="0">
              <a:solidFill>
                <a:schemeClr val="dk2"/>
              </a:solidFill>
              <a:latin typeface="Dosis"/>
            </a:endParaRPr>
          </a:p>
        </p:txBody>
      </p:sp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82BBB614-3DD3-156A-B31C-4738F64895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34769241"/>
              </p:ext>
            </p:extLst>
          </p:nvPr>
        </p:nvGraphicFramePr>
        <p:xfrm>
          <a:off x="892361" y="708568"/>
          <a:ext cx="7888782" cy="17139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93333D6D-663C-3CCF-68CB-98094AE1D27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74708797"/>
              </p:ext>
            </p:extLst>
          </p:nvPr>
        </p:nvGraphicFramePr>
        <p:xfrm>
          <a:off x="892361" y="2607280"/>
          <a:ext cx="7787181" cy="22985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pic>
        <p:nvPicPr>
          <p:cNvPr id="4" name="Picture 39941">
            <a:extLst>
              <a:ext uri="{FF2B5EF4-FFF2-40B4-BE49-F238E27FC236}">
                <a16:creationId xmlns:a16="http://schemas.microsoft.com/office/drawing/2014/main" id="{C05A85BC-6EB6-4C08-53E4-03931E68E00B}"/>
              </a:ext>
            </a:extLst>
          </p:cNvPr>
          <p:cNvPicPr>
            <a:picLocks noChangeAspect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8585200" y="47839"/>
            <a:ext cx="399927" cy="3249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09649409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9EF31E9E-B683-EDF8-63D0-EFFECF68E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>
            <a:extLst>
              <a:ext uri="{FF2B5EF4-FFF2-40B4-BE49-F238E27FC236}">
                <a16:creationId xmlns:a16="http://schemas.microsoft.com/office/drawing/2014/main" id="{34350344-CD2D-5051-D78F-33AE88C685E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fld id="{00000000-1234-1234-1234-123412341234}" type="slidenum">
              <a:rPr lang="en"/>
              <a:pPr/>
              <a:t>24</a:t>
            </a:fld>
            <a:endParaRPr/>
          </a:p>
        </p:txBody>
      </p:sp>
      <p:sp>
        <p:nvSpPr>
          <p:cNvPr id="15" name="Title 5">
            <a:extLst>
              <a:ext uri="{FF2B5EF4-FFF2-40B4-BE49-F238E27FC236}">
                <a16:creationId xmlns:a16="http://schemas.microsoft.com/office/drawing/2014/main" id="{127E3F39-5550-B2DB-F491-8E0A4F541585}"/>
              </a:ext>
            </a:extLst>
          </p:cNvPr>
          <p:cNvSpPr txBox="1">
            <a:spLocks/>
          </p:cNvSpPr>
          <p:nvPr/>
        </p:nvSpPr>
        <p:spPr bwMode="auto">
          <a:xfrm>
            <a:off x="986971" y="129449"/>
            <a:ext cx="7453086" cy="428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8100" tIns="38100" rIns="38100" bIns="3810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9pPr>
          </a:lstStyle>
          <a:p>
            <a:pPr marL="69215"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PT" dirty="0">
                <a:solidFill>
                  <a:schemeClr val="dk2"/>
                </a:solidFill>
                <a:latin typeface="Century Gothic"/>
              </a:rPr>
              <a:t>PRN - Taxa de Cura (80%)</a:t>
            </a:r>
            <a:endParaRPr lang="en-US" dirty="0">
              <a:solidFill>
                <a:schemeClr val="dk2"/>
              </a:solidFill>
              <a:latin typeface="Dosis"/>
            </a:endParaRPr>
          </a:p>
          <a:p>
            <a:pPr marL="69215"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br>
              <a:rPr lang="en-US" sz="2500" dirty="0">
                <a:solidFill>
                  <a:schemeClr val="dk2"/>
                </a:solidFill>
                <a:latin typeface="Dosis"/>
                <a:sym typeface="Gill Sans" charset="0"/>
              </a:rPr>
            </a:br>
            <a:endParaRPr lang="en-US" sz="2500" dirty="0">
              <a:solidFill>
                <a:schemeClr val="dk2"/>
              </a:solidFill>
              <a:latin typeface="Dosis"/>
            </a:endParaRPr>
          </a:p>
        </p:txBody>
      </p:sp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7B176A84-9712-893B-16D4-4840108FF0D1}"/>
              </a:ext>
            </a:extLst>
          </p:cNvPr>
          <p:cNvGraphicFramePr/>
          <p:nvPr/>
        </p:nvGraphicFramePr>
        <p:xfrm>
          <a:off x="892361" y="708568"/>
          <a:ext cx="7888782" cy="17139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C60C7509-5D03-CA4A-3514-2D89E90E719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22380233"/>
              </p:ext>
            </p:extLst>
          </p:nvPr>
        </p:nvGraphicFramePr>
        <p:xfrm>
          <a:off x="892361" y="2607280"/>
          <a:ext cx="7787181" cy="22985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pic>
        <p:nvPicPr>
          <p:cNvPr id="4" name="Picture 39941">
            <a:extLst>
              <a:ext uri="{FF2B5EF4-FFF2-40B4-BE49-F238E27FC236}">
                <a16:creationId xmlns:a16="http://schemas.microsoft.com/office/drawing/2014/main" id="{914E0953-29FE-5B90-EE2B-43692E1BB8A9}"/>
              </a:ext>
            </a:extLst>
          </p:cNvPr>
          <p:cNvPicPr>
            <a:picLocks noChangeAspect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8585200" y="47839"/>
            <a:ext cx="399927" cy="3249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76376138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1DDC7FBA-516F-86DA-FB4A-D726A8662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>
            <a:extLst>
              <a:ext uri="{FF2B5EF4-FFF2-40B4-BE49-F238E27FC236}">
                <a16:creationId xmlns:a16="http://schemas.microsoft.com/office/drawing/2014/main" id="{6C6500D3-534F-5AA5-A972-51E4FE51A8D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fld id="{00000000-1234-1234-1234-123412341234}" type="slidenum">
              <a:rPr lang="en"/>
              <a:pPr/>
              <a:t>25</a:t>
            </a:fld>
            <a:endParaRPr/>
          </a:p>
        </p:txBody>
      </p:sp>
      <p:sp>
        <p:nvSpPr>
          <p:cNvPr id="15" name="Title 5">
            <a:extLst>
              <a:ext uri="{FF2B5EF4-FFF2-40B4-BE49-F238E27FC236}">
                <a16:creationId xmlns:a16="http://schemas.microsoft.com/office/drawing/2014/main" id="{B67720F2-9318-6F94-E695-AB234D6821F8}"/>
              </a:ext>
            </a:extLst>
          </p:cNvPr>
          <p:cNvSpPr txBox="1">
            <a:spLocks/>
          </p:cNvSpPr>
          <p:nvPr/>
        </p:nvSpPr>
        <p:spPr bwMode="auto">
          <a:xfrm>
            <a:off x="968828" y="107677"/>
            <a:ext cx="7206343" cy="324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8100" tIns="38100" rIns="38100" bIns="3810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9pPr>
          </a:lstStyle>
          <a:p>
            <a:pPr marL="69215"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>
                <a:solidFill>
                  <a:schemeClr val="dk2"/>
                </a:solidFill>
                <a:latin typeface="Century Gothic"/>
              </a:rPr>
              <a:t>Taxa de </a:t>
            </a:r>
            <a:r>
              <a:rPr lang="en-US" sz="2000" dirty="0" err="1">
                <a:solidFill>
                  <a:schemeClr val="dk2"/>
                </a:solidFill>
                <a:latin typeface="Century Gothic"/>
              </a:rPr>
              <a:t>Baixo</a:t>
            </a:r>
            <a:r>
              <a:rPr lang="en-US" sz="2000" dirty="0">
                <a:solidFill>
                  <a:schemeClr val="dk2"/>
                </a:solidFill>
                <a:latin typeface="Century Gothic"/>
              </a:rPr>
              <a:t> Peso à </a:t>
            </a:r>
            <a:r>
              <a:rPr lang="en-US" sz="2000" dirty="0" err="1">
                <a:solidFill>
                  <a:schemeClr val="dk2"/>
                </a:solidFill>
                <a:latin typeface="Century Gothic"/>
              </a:rPr>
              <a:t>Nascença</a:t>
            </a:r>
            <a:r>
              <a:rPr lang="en-US" sz="2000" dirty="0">
                <a:solidFill>
                  <a:schemeClr val="dk2"/>
                </a:solidFill>
                <a:latin typeface="Century Gothic"/>
              </a:rPr>
              <a:t> (&lt;4,2)</a:t>
            </a:r>
            <a:endParaRPr lang="en-US" sz="2000" dirty="0">
              <a:solidFill>
                <a:schemeClr val="dk2"/>
              </a:solidFill>
              <a:latin typeface="Dosis"/>
            </a:endParaRPr>
          </a:p>
          <a:p>
            <a:pPr marL="69215"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br>
              <a:rPr lang="en-US" dirty="0">
                <a:solidFill>
                  <a:schemeClr val="dk2"/>
                </a:solidFill>
                <a:latin typeface="Dosis"/>
                <a:sym typeface="Gill Sans" charset="0"/>
              </a:rPr>
            </a:br>
            <a:endParaRPr lang="en-US" dirty="0">
              <a:solidFill>
                <a:schemeClr val="dk2"/>
              </a:solidFill>
              <a:latin typeface="Dosis"/>
            </a:endParaRPr>
          </a:p>
        </p:txBody>
      </p:sp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966D28ED-50FC-CC5B-A037-E50DFF6F13C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73113765"/>
              </p:ext>
            </p:extLst>
          </p:nvPr>
        </p:nvGraphicFramePr>
        <p:xfrm>
          <a:off x="819923" y="551544"/>
          <a:ext cx="7787181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4" name="Picture 39941">
            <a:extLst>
              <a:ext uri="{FF2B5EF4-FFF2-40B4-BE49-F238E27FC236}">
                <a16:creationId xmlns:a16="http://schemas.microsoft.com/office/drawing/2014/main" id="{973283DE-FE55-B8AD-AF25-11AABED0F0E5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585200" y="47839"/>
            <a:ext cx="399927" cy="32493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F59E420-D21F-70D7-031E-3BB08AF6F6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3304097"/>
              </p:ext>
            </p:extLst>
          </p:nvPr>
        </p:nvGraphicFramePr>
        <p:xfrm>
          <a:off x="669524" y="2811236"/>
          <a:ext cx="4258077" cy="2196949"/>
        </p:xfrm>
        <a:graphic>
          <a:graphicData uri="http://schemas.openxmlformats.org/drawingml/2006/table">
            <a:tbl>
              <a:tblPr/>
              <a:tblGrid>
                <a:gridCol w="820294">
                  <a:extLst>
                    <a:ext uri="{9D8B030D-6E8A-4147-A177-3AD203B41FA5}">
                      <a16:colId xmlns:a16="http://schemas.microsoft.com/office/drawing/2014/main" val="1332343431"/>
                    </a:ext>
                  </a:extLst>
                </a:gridCol>
                <a:gridCol w="613187">
                  <a:extLst>
                    <a:ext uri="{9D8B030D-6E8A-4147-A177-3AD203B41FA5}">
                      <a16:colId xmlns:a16="http://schemas.microsoft.com/office/drawing/2014/main" val="3093203638"/>
                    </a:ext>
                  </a:extLst>
                </a:gridCol>
                <a:gridCol w="706149">
                  <a:extLst>
                    <a:ext uri="{9D8B030D-6E8A-4147-A177-3AD203B41FA5}">
                      <a16:colId xmlns:a16="http://schemas.microsoft.com/office/drawing/2014/main" val="3256428046"/>
                    </a:ext>
                  </a:extLst>
                </a:gridCol>
                <a:gridCol w="706149">
                  <a:extLst>
                    <a:ext uri="{9D8B030D-6E8A-4147-A177-3AD203B41FA5}">
                      <a16:colId xmlns:a16="http://schemas.microsoft.com/office/drawing/2014/main" val="1548127749"/>
                    </a:ext>
                  </a:extLst>
                </a:gridCol>
                <a:gridCol w="706149">
                  <a:extLst>
                    <a:ext uri="{9D8B030D-6E8A-4147-A177-3AD203B41FA5}">
                      <a16:colId xmlns:a16="http://schemas.microsoft.com/office/drawing/2014/main" val="755261688"/>
                    </a:ext>
                  </a:extLst>
                </a:gridCol>
                <a:gridCol w="706149">
                  <a:extLst>
                    <a:ext uri="{9D8B030D-6E8A-4147-A177-3AD203B41FA5}">
                      <a16:colId xmlns:a16="http://schemas.microsoft.com/office/drawing/2014/main" val="1583888147"/>
                    </a:ext>
                  </a:extLst>
                </a:gridCol>
              </a:tblGrid>
              <a:tr h="28471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Distritos</a:t>
                      </a:r>
                      <a:endParaRPr lang="en-US" sz="7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86" marR="4286" marT="4286" marB="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Nados</a:t>
                      </a:r>
                      <a:r>
                        <a:rPr lang="en-US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7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Vivos</a:t>
                      </a:r>
                      <a:r>
                        <a:rPr lang="en-US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2022</a:t>
                      </a:r>
                    </a:p>
                  </a:txBody>
                  <a:tcPr marL="4286" marR="4286" marT="428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Nados</a:t>
                      </a:r>
                      <a:r>
                        <a:rPr lang="en-US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7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Vivos</a:t>
                      </a:r>
                      <a:r>
                        <a:rPr lang="en-US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2023</a:t>
                      </a:r>
                    </a:p>
                  </a:txBody>
                  <a:tcPr marL="4286" marR="4286" marT="428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Nados</a:t>
                      </a:r>
                      <a:r>
                        <a:rPr lang="en-US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7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Vivos</a:t>
                      </a:r>
                      <a:r>
                        <a:rPr lang="en-US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2024</a:t>
                      </a:r>
                    </a:p>
                  </a:txBody>
                  <a:tcPr marL="4286" marR="4286" marT="428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Nados</a:t>
                      </a:r>
                      <a:r>
                        <a:rPr lang="en-US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7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Vivos</a:t>
                      </a:r>
                      <a:r>
                        <a:rPr lang="en-US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2025</a:t>
                      </a:r>
                    </a:p>
                  </a:txBody>
                  <a:tcPr marL="4286" marR="4286" marT="428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Nados Vivos 2026</a:t>
                      </a:r>
                    </a:p>
                  </a:txBody>
                  <a:tcPr marL="4286" marR="4286" marT="4286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3821874"/>
                  </a:ext>
                </a:extLst>
              </a:tr>
              <a:tr h="229172">
                <a:tc>
                  <a:txBody>
                    <a:bodyPr/>
                    <a:lstStyle/>
                    <a:p>
                      <a:pPr algn="ctr" fontAlgn="ctr">
                        <a:buClr>
                          <a:srgbClr val="000000"/>
                        </a:buClr>
                        <a:buSzPts val="1300"/>
                        <a:buFont typeface="Arial" panose="020B0604020202020204" pitchFamily="34" charset="0"/>
                        <a:buNone/>
                      </a:pPr>
                      <a:r>
                        <a:rPr lang="pt-PT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KaMpfumu</a:t>
                      </a:r>
                      <a:endParaRPr lang="pt-PT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86" marR="4286" marT="4286" marB="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8905</a:t>
                      </a:r>
                    </a:p>
                  </a:txBody>
                  <a:tcPr marL="4286" marR="4286" marT="428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11458</a:t>
                      </a:r>
                    </a:p>
                  </a:txBody>
                  <a:tcPr marL="4286" marR="4286" marT="428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9544</a:t>
                      </a:r>
                    </a:p>
                  </a:txBody>
                  <a:tcPr marL="4286" marR="4286" marT="428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12835</a:t>
                      </a:r>
                    </a:p>
                  </a:txBody>
                  <a:tcPr marL="4286" marR="4286" marT="428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6889</a:t>
                      </a:r>
                    </a:p>
                  </a:txBody>
                  <a:tcPr marL="4286" marR="4286" marT="4286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6739443"/>
                  </a:ext>
                </a:extLst>
              </a:tr>
              <a:tr h="229172">
                <a:tc>
                  <a:txBody>
                    <a:bodyPr/>
                    <a:lstStyle/>
                    <a:p>
                      <a:pPr algn="ctr" fontAlgn="ctr">
                        <a:buClr>
                          <a:srgbClr val="000000"/>
                        </a:buClr>
                        <a:buSzPts val="1300"/>
                        <a:buFont typeface="Arial" panose="020B0604020202020204" pitchFamily="34" charset="0"/>
                        <a:buNone/>
                      </a:pPr>
                      <a:r>
                        <a:rPr lang="pt-PT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Nhlamankulu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86" marR="4286" marT="4286" marB="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11361</a:t>
                      </a:r>
                    </a:p>
                  </a:txBody>
                  <a:tcPr marL="4286" marR="4286" marT="428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11678</a:t>
                      </a:r>
                    </a:p>
                  </a:txBody>
                  <a:tcPr marL="4286" marR="4286" marT="428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11464</a:t>
                      </a:r>
                    </a:p>
                  </a:txBody>
                  <a:tcPr marL="4286" marR="4286" marT="428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11648</a:t>
                      </a:r>
                    </a:p>
                  </a:txBody>
                  <a:tcPr marL="4286" marR="4286" marT="428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7685</a:t>
                      </a:r>
                    </a:p>
                  </a:txBody>
                  <a:tcPr marL="4286" marR="4286" marT="4286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7595234"/>
                  </a:ext>
                </a:extLst>
              </a:tr>
              <a:tr h="2291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KaMaxakene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86" marR="4286" marT="4286" marB="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1765</a:t>
                      </a:r>
                    </a:p>
                  </a:txBody>
                  <a:tcPr marL="4286" marR="4286" marT="428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1969</a:t>
                      </a:r>
                    </a:p>
                  </a:txBody>
                  <a:tcPr marL="4286" marR="4286" marT="428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1425</a:t>
                      </a:r>
                    </a:p>
                  </a:txBody>
                  <a:tcPr marL="4286" marR="4286" marT="428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1557</a:t>
                      </a:r>
                    </a:p>
                  </a:txBody>
                  <a:tcPr marL="4286" marR="4286" marT="428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916</a:t>
                      </a:r>
                    </a:p>
                  </a:txBody>
                  <a:tcPr marL="4286" marR="4286" marT="4286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243784"/>
                  </a:ext>
                </a:extLst>
              </a:tr>
              <a:tr h="2291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KaMavota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86" marR="4286" marT="4286" marB="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9451</a:t>
                      </a:r>
                    </a:p>
                  </a:txBody>
                  <a:tcPr marL="4286" marR="4286" marT="428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9293</a:t>
                      </a:r>
                    </a:p>
                  </a:txBody>
                  <a:tcPr marL="4286" marR="4286" marT="428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9267</a:t>
                      </a:r>
                    </a:p>
                  </a:txBody>
                  <a:tcPr marL="4286" marR="4286" marT="428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11744</a:t>
                      </a:r>
                    </a:p>
                  </a:txBody>
                  <a:tcPr marL="4286" marR="4286" marT="428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6402</a:t>
                      </a:r>
                    </a:p>
                  </a:txBody>
                  <a:tcPr marL="4286" marR="4286" marT="4286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9696945"/>
                  </a:ext>
                </a:extLst>
              </a:tr>
              <a:tr h="2686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KaMubukwana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86" marR="4286" marT="4286" marB="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2738</a:t>
                      </a:r>
                    </a:p>
                  </a:txBody>
                  <a:tcPr marL="4286" marR="4286" marT="428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2672</a:t>
                      </a:r>
                    </a:p>
                  </a:txBody>
                  <a:tcPr marL="4286" marR="4286" marT="428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2664</a:t>
                      </a:r>
                    </a:p>
                  </a:txBody>
                  <a:tcPr marL="4286" marR="4286" marT="428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2709</a:t>
                      </a:r>
                    </a:p>
                  </a:txBody>
                  <a:tcPr marL="4286" marR="4286" marT="428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1396</a:t>
                      </a:r>
                    </a:p>
                  </a:txBody>
                  <a:tcPr marL="4286" marR="4286" marT="4286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5991871"/>
                  </a:ext>
                </a:extLst>
              </a:tr>
              <a:tr h="2291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KaTembe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86" marR="4286" marT="4286" marB="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412</a:t>
                      </a:r>
                    </a:p>
                  </a:txBody>
                  <a:tcPr marL="4286" marR="4286" marT="428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427</a:t>
                      </a:r>
                    </a:p>
                  </a:txBody>
                  <a:tcPr marL="4286" marR="4286" marT="428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456</a:t>
                      </a:r>
                    </a:p>
                  </a:txBody>
                  <a:tcPr marL="4286" marR="4286" marT="428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479</a:t>
                      </a:r>
                    </a:p>
                  </a:txBody>
                  <a:tcPr marL="4286" marR="4286" marT="428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260</a:t>
                      </a:r>
                    </a:p>
                  </a:txBody>
                  <a:tcPr marL="4286" marR="4286" marT="4286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880284"/>
                  </a:ext>
                </a:extLst>
              </a:tr>
              <a:tr h="2291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KaNyaka</a:t>
                      </a:r>
                    </a:p>
                  </a:txBody>
                  <a:tcPr marL="4286" marR="4286" marT="4286" marB="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89</a:t>
                      </a:r>
                    </a:p>
                  </a:txBody>
                  <a:tcPr marL="4286" marR="4286" marT="428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74</a:t>
                      </a:r>
                    </a:p>
                  </a:txBody>
                  <a:tcPr marL="4286" marR="4286" marT="428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80</a:t>
                      </a:r>
                    </a:p>
                  </a:txBody>
                  <a:tcPr marL="4286" marR="4286" marT="428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77</a:t>
                      </a:r>
                    </a:p>
                  </a:txBody>
                  <a:tcPr marL="4286" marR="4286" marT="428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38</a:t>
                      </a:r>
                    </a:p>
                  </a:txBody>
                  <a:tcPr marL="4286" marR="4286" marT="4286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447047"/>
                  </a:ext>
                </a:extLst>
              </a:tr>
              <a:tr h="2686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C. Maputo</a:t>
                      </a:r>
                    </a:p>
                  </a:txBody>
                  <a:tcPr marL="4286" marR="4286" marT="4286" marB="0" anchor="ctr">
                    <a:lnL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34721</a:t>
                      </a:r>
                    </a:p>
                  </a:txBody>
                  <a:tcPr marL="4286" marR="4286" marT="428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37571</a:t>
                      </a:r>
                    </a:p>
                  </a:txBody>
                  <a:tcPr marL="4286" marR="4286" marT="428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34900</a:t>
                      </a:r>
                    </a:p>
                  </a:txBody>
                  <a:tcPr marL="4286" marR="4286" marT="428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41049</a:t>
                      </a:r>
                    </a:p>
                  </a:txBody>
                  <a:tcPr marL="4286" marR="4286" marT="428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23586</a:t>
                      </a:r>
                    </a:p>
                  </a:txBody>
                  <a:tcPr marL="4286" marR="4286" marT="4286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267789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91CCE4C-C480-16DA-F7AB-6A0DFCB709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795203"/>
              </p:ext>
            </p:extLst>
          </p:nvPr>
        </p:nvGraphicFramePr>
        <p:xfrm>
          <a:off x="5058229" y="2815051"/>
          <a:ext cx="3926898" cy="2196946"/>
        </p:xfrm>
        <a:graphic>
          <a:graphicData uri="http://schemas.openxmlformats.org/drawingml/2006/table">
            <a:tbl>
              <a:tblPr/>
              <a:tblGrid>
                <a:gridCol w="805542">
                  <a:extLst>
                    <a:ext uri="{9D8B030D-6E8A-4147-A177-3AD203B41FA5}">
                      <a16:colId xmlns:a16="http://schemas.microsoft.com/office/drawing/2014/main" val="350221371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786297100"/>
                    </a:ext>
                  </a:extLst>
                </a:gridCol>
                <a:gridCol w="805543">
                  <a:extLst>
                    <a:ext uri="{9D8B030D-6E8A-4147-A177-3AD203B41FA5}">
                      <a16:colId xmlns:a16="http://schemas.microsoft.com/office/drawing/2014/main" val="2970151080"/>
                    </a:ext>
                  </a:extLst>
                </a:gridCol>
                <a:gridCol w="805543">
                  <a:extLst>
                    <a:ext uri="{9D8B030D-6E8A-4147-A177-3AD203B41FA5}">
                      <a16:colId xmlns:a16="http://schemas.microsoft.com/office/drawing/2014/main" val="3294167437"/>
                    </a:ext>
                  </a:extLst>
                </a:gridCol>
                <a:gridCol w="748270">
                  <a:extLst>
                    <a:ext uri="{9D8B030D-6E8A-4147-A177-3AD203B41FA5}">
                      <a16:colId xmlns:a16="http://schemas.microsoft.com/office/drawing/2014/main" val="3339301003"/>
                    </a:ext>
                  </a:extLst>
                </a:gridCol>
              </a:tblGrid>
              <a:tr h="2682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NV Peso &lt;2500gr 2022</a:t>
                      </a:r>
                    </a:p>
                  </a:txBody>
                  <a:tcPr marL="3630" marR="3630" marT="363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NV Peso &lt;2500gr 2023</a:t>
                      </a:r>
                    </a:p>
                  </a:txBody>
                  <a:tcPr marL="3630" marR="3630" marT="363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NV Peso &lt;2500gr 2024</a:t>
                      </a:r>
                    </a:p>
                  </a:txBody>
                  <a:tcPr marL="3630" marR="3630" marT="363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NV Peso &lt;2500gr 2025</a:t>
                      </a:r>
                    </a:p>
                  </a:txBody>
                  <a:tcPr marL="3630" marR="3630" marT="363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NV Peso &lt;2500gr 2026</a:t>
                      </a:r>
                    </a:p>
                  </a:txBody>
                  <a:tcPr marL="3630" marR="3630" marT="363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030880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679</a:t>
                      </a:r>
                    </a:p>
                  </a:txBody>
                  <a:tcPr marL="3630" marR="3630" marT="363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945</a:t>
                      </a:r>
                    </a:p>
                  </a:txBody>
                  <a:tcPr marL="3630" marR="3630" marT="363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649</a:t>
                      </a:r>
                    </a:p>
                  </a:txBody>
                  <a:tcPr marL="3630" marR="3630" marT="363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575</a:t>
                      </a:r>
                    </a:p>
                  </a:txBody>
                  <a:tcPr marL="3630" marR="3630" marT="363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319</a:t>
                      </a:r>
                    </a:p>
                  </a:txBody>
                  <a:tcPr marL="3630" marR="3630" marT="363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8024224"/>
                  </a:ext>
                </a:extLst>
              </a:tr>
              <a:tr h="26535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391</a:t>
                      </a:r>
                    </a:p>
                  </a:txBody>
                  <a:tcPr marL="3630" marR="3630" marT="363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641</a:t>
                      </a:r>
                    </a:p>
                  </a:txBody>
                  <a:tcPr marL="3630" marR="3630" marT="363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495</a:t>
                      </a:r>
                    </a:p>
                  </a:txBody>
                  <a:tcPr marL="3630" marR="3630" marT="363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249</a:t>
                      </a:r>
                    </a:p>
                  </a:txBody>
                  <a:tcPr marL="3630" marR="3630" marT="363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188</a:t>
                      </a:r>
                    </a:p>
                  </a:txBody>
                  <a:tcPr marL="3630" marR="3630" marT="363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3392060"/>
                  </a:ext>
                </a:extLst>
              </a:tr>
              <a:tr h="26535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54</a:t>
                      </a:r>
                    </a:p>
                  </a:txBody>
                  <a:tcPr marL="3630" marR="3630" marT="363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119</a:t>
                      </a:r>
                    </a:p>
                  </a:txBody>
                  <a:tcPr marL="3630" marR="3630" marT="363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143</a:t>
                      </a:r>
                    </a:p>
                  </a:txBody>
                  <a:tcPr marL="3630" marR="3630" marT="363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141</a:t>
                      </a:r>
                    </a:p>
                  </a:txBody>
                  <a:tcPr marL="3630" marR="3630" marT="363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82</a:t>
                      </a:r>
                    </a:p>
                  </a:txBody>
                  <a:tcPr marL="3630" marR="3630" marT="363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811257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571</a:t>
                      </a:r>
                    </a:p>
                  </a:txBody>
                  <a:tcPr marL="3630" marR="3630" marT="363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535</a:t>
                      </a:r>
                    </a:p>
                  </a:txBody>
                  <a:tcPr marL="3630" marR="3630" marT="363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490</a:t>
                      </a:r>
                    </a:p>
                  </a:txBody>
                  <a:tcPr marL="3630" marR="3630" marT="363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611</a:t>
                      </a:r>
                    </a:p>
                  </a:txBody>
                  <a:tcPr marL="3630" marR="3630" marT="363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403</a:t>
                      </a:r>
                    </a:p>
                  </a:txBody>
                  <a:tcPr marL="3630" marR="3630" marT="363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9704498"/>
                  </a:ext>
                </a:extLst>
              </a:tr>
              <a:tr h="2690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74</a:t>
                      </a:r>
                    </a:p>
                  </a:txBody>
                  <a:tcPr marL="3630" marR="3630" marT="363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108</a:t>
                      </a:r>
                    </a:p>
                  </a:txBody>
                  <a:tcPr marL="3630" marR="3630" marT="363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71</a:t>
                      </a:r>
                    </a:p>
                  </a:txBody>
                  <a:tcPr marL="3630" marR="3630" marT="363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95</a:t>
                      </a:r>
                    </a:p>
                  </a:txBody>
                  <a:tcPr marL="3630" marR="3630" marT="363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46</a:t>
                      </a:r>
                    </a:p>
                  </a:txBody>
                  <a:tcPr marL="3630" marR="3630" marT="363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5022868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3630" marR="3630" marT="363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3630" marR="3630" marT="363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38</a:t>
                      </a:r>
                    </a:p>
                  </a:txBody>
                  <a:tcPr marL="3630" marR="3630" marT="363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3630" marR="3630" marT="363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3630" marR="3630" marT="363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1155409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3630" marR="3630" marT="363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3630" marR="3630" marT="363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3630" marR="3630" marT="363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3630" marR="3630" marT="363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3630" marR="3630" marT="363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9200756"/>
                  </a:ext>
                </a:extLst>
              </a:tr>
              <a:tr h="26535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1784</a:t>
                      </a:r>
                    </a:p>
                  </a:txBody>
                  <a:tcPr marL="3630" marR="3630" marT="363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2364</a:t>
                      </a:r>
                    </a:p>
                  </a:txBody>
                  <a:tcPr marL="3630" marR="3630" marT="363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1889</a:t>
                      </a:r>
                    </a:p>
                  </a:txBody>
                  <a:tcPr marL="3630" marR="3630" marT="363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1686</a:t>
                      </a:r>
                    </a:p>
                  </a:txBody>
                  <a:tcPr marL="3630" marR="3630" marT="363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1047</a:t>
                      </a:r>
                    </a:p>
                  </a:txBody>
                  <a:tcPr marL="3630" marR="3630" marT="3630" marB="0" anchor="ctr">
                    <a:lnL>
                      <a:noFill/>
                    </a:lnL>
                    <a:lnR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B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52230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3509348"/>
      </p:ext>
    </p:extLst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>
            <a:spLocks noGrp="1"/>
          </p:cNvSpPr>
          <p:nvPr>
            <p:ph type="ctrTitle"/>
          </p:nvPr>
        </p:nvSpPr>
        <p:spPr>
          <a:xfrm>
            <a:off x="-75" y="1071348"/>
            <a:ext cx="9144075" cy="201304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/>
            <a:endParaRPr sz="3600" dirty="0"/>
          </a:p>
          <a:p>
            <a:pPr algn="ctr"/>
            <a:r>
              <a:rPr lang="en-US" sz="3200" b="1" u="sng" err="1">
                <a:ea typeface="ＭＳ Ｐゴシック"/>
                <a:sym typeface="Gill Sans" charset="0"/>
              </a:rPr>
              <a:t>Cuidados</a:t>
            </a:r>
            <a:r>
              <a:rPr lang="en-US" sz="3200" b="1" u="sng" dirty="0">
                <a:ea typeface="ＭＳ Ｐゴシック"/>
                <a:sym typeface="Gill Sans" charset="0"/>
              </a:rPr>
              <a:t> e </a:t>
            </a:r>
            <a:r>
              <a:rPr lang="en-US" sz="3200" b="1" u="sng" err="1">
                <a:ea typeface="ＭＳ Ｐゴシック"/>
                <a:sym typeface="Gill Sans" charset="0"/>
              </a:rPr>
              <a:t>Tratamento</a:t>
            </a:r>
            <a:br>
              <a:rPr lang="pt-PT" altLang="en-US" sz="3200" b="1" u="sng" kern="1200" dirty="0">
                <a:ea typeface="ヒラギノ角ゴ ProN W3" charset="-128"/>
              </a:rPr>
            </a:br>
            <a:br>
              <a:rPr lang="pt-PT" altLang="en-US" sz="3600" b="1" u="sng" kern="1200" dirty="0">
                <a:ea typeface="ヒラギノ角ゴ ProN W3" charset="-128"/>
              </a:rPr>
            </a:br>
            <a:endParaRPr lang="pt-PT" altLang="en-US" sz="3600" b="1" u="sng" kern="1200" dirty="0">
              <a:solidFill>
                <a:schemeClr val="bg1"/>
              </a:solidFill>
              <a:ea typeface="ヒラギノ角ゴ ProN W3" charset="-128"/>
              <a:sym typeface="Gill Sans" charset="0"/>
            </a:endParaRPr>
          </a:p>
        </p:txBody>
      </p:sp>
      <p:sp>
        <p:nvSpPr>
          <p:cNvPr id="100" name="Google Shape;100;p15"/>
          <p:cNvSpPr txBox="1">
            <a:spLocks noGrp="1"/>
          </p:cNvSpPr>
          <p:nvPr>
            <p:ph type="sldNum" idx="12"/>
          </p:nvPr>
        </p:nvSpPr>
        <p:spPr>
          <a:xfrm>
            <a:off x="-75" y="3420000"/>
            <a:ext cx="669600" cy="172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defTabSz="914378"/>
            <a:fld id="{00000000-1234-1234-1234-123412341234}" type="slidenum">
              <a:rPr lang="en" kern="0">
                <a:solidFill>
                  <a:srgbClr val="0DB7C4"/>
                </a:solidFill>
              </a:rPr>
              <a:pPr defTabSz="914378"/>
              <a:t>26</a:t>
            </a:fld>
            <a:endParaRPr kern="0" dirty="0">
              <a:solidFill>
                <a:srgbClr val="0DB7C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3540592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fld id="{00000000-1234-1234-1234-123412341234}" type="slidenum">
              <a:rPr lang="en"/>
              <a:pPr/>
              <a:t>27</a:t>
            </a:fld>
            <a:endParaRPr/>
          </a:p>
        </p:txBody>
      </p:sp>
      <p:sp>
        <p:nvSpPr>
          <p:cNvPr id="15" name="Title 5">
            <a:extLst>
              <a:ext uri="{FF2B5EF4-FFF2-40B4-BE49-F238E27FC236}">
                <a16:creationId xmlns:a16="http://schemas.microsoft.com/office/drawing/2014/main" id="{119950F1-9474-44BC-8C8C-BAFE6F0D8703}"/>
              </a:ext>
            </a:extLst>
          </p:cNvPr>
          <p:cNvSpPr txBox="1">
            <a:spLocks/>
          </p:cNvSpPr>
          <p:nvPr/>
        </p:nvSpPr>
        <p:spPr bwMode="auto">
          <a:xfrm>
            <a:off x="669525" y="126183"/>
            <a:ext cx="7552818" cy="4902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8100" tIns="38100" rIns="38100" bIns="3810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9pPr>
          </a:lstStyle>
          <a:p>
            <a:pPr marL="69848"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PT" sz="2700" dirty="0">
                <a:solidFill>
                  <a:schemeClr val="dk2"/>
                </a:solidFill>
                <a:latin typeface="Century Gothic" panose="020B0502020202020204" pitchFamily="34" charset="0"/>
              </a:rPr>
              <a:t>Tendência em Função da Meta</a:t>
            </a:r>
            <a:endParaRPr lang="en-US" sz="2550" dirty="0">
              <a:solidFill>
                <a:schemeClr val="dk2"/>
              </a:solidFill>
              <a:latin typeface="Dosis"/>
              <a:sym typeface="Gill Sans" charset="0"/>
            </a:endParaRPr>
          </a:p>
        </p:txBody>
      </p:sp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F717CFE2-7588-2258-4C43-3ECF26D5005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93908956"/>
              </p:ext>
            </p:extLst>
          </p:nvPr>
        </p:nvGraphicFramePr>
        <p:xfrm>
          <a:off x="740229" y="841830"/>
          <a:ext cx="8021819" cy="41754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3" name="Picture 39941">
            <a:extLst>
              <a:ext uri="{FF2B5EF4-FFF2-40B4-BE49-F238E27FC236}">
                <a16:creationId xmlns:a16="http://schemas.microsoft.com/office/drawing/2014/main" id="{62D92B65-B81B-7E8B-BBC8-C71DCC67B125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362121" y="126183"/>
            <a:ext cx="399927" cy="3249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15551865"/>
      </p:ext>
    </p:extLst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>
            <a:spLocks noGrp="1"/>
          </p:cNvSpPr>
          <p:nvPr>
            <p:ph type="ctrTitle"/>
          </p:nvPr>
        </p:nvSpPr>
        <p:spPr>
          <a:xfrm>
            <a:off x="-75" y="1071348"/>
            <a:ext cx="9144075" cy="201304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/>
            <a:r>
              <a:rPr lang="pt-PT" altLang="en-US" sz="3200" b="1" u="sng" dirty="0">
                <a:solidFill>
                  <a:schemeClr val="bg1"/>
                </a:solidFill>
                <a:ea typeface="ヒラギノ角ゴ ProN W3"/>
              </a:rPr>
              <a:t>Saúde Mental e APSS</a:t>
            </a:r>
            <a:br>
              <a:rPr lang="pt-PT" altLang="en-US" sz="3200" b="1" u="sng" kern="1200" dirty="0">
                <a:ea typeface="ヒラギノ角ゴ ProN W3" charset="-128"/>
              </a:rPr>
            </a:br>
            <a:br>
              <a:rPr lang="pt-PT" altLang="en-US" sz="3600" b="1" u="sng" kern="1200" dirty="0">
                <a:ea typeface="ヒラギノ角ゴ ProN W3" charset="-128"/>
              </a:rPr>
            </a:br>
            <a:endParaRPr lang="pt-PT" altLang="en-US" sz="3600" b="1" u="sng" kern="1200" dirty="0">
              <a:solidFill>
                <a:schemeClr val="bg1"/>
              </a:solidFill>
              <a:ea typeface="ヒラギノ角ゴ ProN W3" charset="-128"/>
              <a:sym typeface="Gill Sans" charset="0"/>
            </a:endParaRPr>
          </a:p>
        </p:txBody>
      </p:sp>
      <p:sp>
        <p:nvSpPr>
          <p:cNvPr id="100" name="Google Shape;100;p15"/>
          <p:cNvSpPr txBox="1">
            <a:spLocks noGrp="1"/>
          </p:cNvSpPr>
          <p:nvPr>
            <p:ph type="sldNum" idx="12"/>
          </p:nvPr>
        </p:nvSpPr>
        <p:spPr>
          <a:xfrm>
            <a:off x="-75" y="3420000"/>
            <a:ext cx="669600" cy="172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defTabSz="914378"/>
            <a:fld id="{00000000-1234-1234-1234-123412341234}" type="slidenum">
              <a:rPr lang="en" kern="0">
                <a:solidFill>
                  <a:srgbClr val="0DB7C4"/>
                </a:solidFill>
              </a:rPr>
              <a:pPr defTabSz="914378"/>
              <a:t>28</a:t>
            </a:fld>
            <a:endParaRPr kern="0" dirty="0">
              <a:solidFill>
                <a:srgbClr val="0DB7C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4225793"/>
      </p:ext>
    </p:extLst>
  </p:cSld>
  <p:clrMapOvr>
    <a:masterClrMapping/>
  </p:clrMapOvr>
  <p:transition spd="slow">
    <p:push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fld id="{00000000-1234-1234-1234-123412341234}" type="slidenum">
              <a:rPr lang="en"/>
              <a:pPr/>
              <a:t>29</a:t>
            </a:fld>
            <a:endParaRPr/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F537E456-001C-08B2-9A54-0CF61D582941}"/>
              </a:ext>
            </a:extLst>
          </p:cNvPr>
          <p:cNvSpPr txBox="1">
            <a:spLocks/>
          </p:cNvSpPr>
          <p:nvPr/>
        </p:nvSpPr>
        <p:spPr bwMode="auto">
          <a:xfrm>
            <a:off x="794777" y="82954"/>
            <a:ext cx="7634515" cy="4315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8100" tIns="38100" rIns="38100" bIns="3810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9pPr>
          </a:lstStyle>
          <a:p>
            <a:pPr marL="69215"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PT" sz="2000" dirty="0">
                <a:solidFill>
                  <a:schemeClr val="dk2"/>
                </a:solidFill>
                <a:latin typeface="Century Gothic"/>
              </a:rPr>
              <a:t>Seguimento de Adesão 2022 (ano Base) e 2025 (ano </a:t>
            </a:r>
            <a:r>
              <a:rPr lang="pt-PT" sz="2000" dirty="0" err="1">
                <a:solidFill>
                  <a:schemeClr val="dk2"/>
                </a:solidFill>
                <a:latin typeface="Century Gothic"/>
              </a:rPr>
              <a:t>Actual</a:t>
            </a:r>
            <a:r>
              <a:rPr lang="pt-PT" sz="2000" dirty="0">
                <a:solidFill>
                  <a:schemeClr val="dk2"/>
                </a:solidFill>
                <a:latin typeface="Century Gothic"/>
              </a:rPr>
              <a:t>) </a:t>
            </a:r>
            <a:endParaRPr lang="en-US" sz="2000" dirty="0">
              <a:solidFill>
                <a:schemeClr val="dk2"/>
              </a:solidFill>
              <a:latin typeface="Dosis"/>
            </a:endParaRPr>
          </a:p>
        </p:txBody>
      </p:sp>
      <p:graphicFrame>
        <p:nvGraphicFramePr>
          <p:cNvPr id="3" name="Gráfico 2">
            <a:extLst>
              <a:ext uri="{FF2B5EF4-FFF2-40B4-BE49-F238E27FC236}">
                <a16:creationId xmlns:a16="http://schemas.microsoft.com/office/drawing/2014/main" id="{57B30E13-422D-92F2-1CBF-60E76F8099C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31420335"/>
              </p:ext>
            </p:extLst>
          </p:nvPr>
        </p:nvGraphicFramePr>
        <p:xfrm>
          <a:off x="669525" y="708915"/>
          <a:ext cx="4178245" cy="42694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5" name="Picture 39941">
            <a:extLst>
              <a:ext uri="{FF2B5EF4-FFF2-40B4-BE49-F238E27FC236}">
                <a16:creationId xmlns:a16="http://schemas.microsoft.com/office/drawing/2014/main" id="{9AD5A52A-EB5B-7662-F192-871BA7B62F27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554545" y="82954"/>
            <a:ext cx="399927" cy="32493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" name="Gráfico 2">
            <a:extLst>
              <a:ext uri="{FF2B5EF4-FFF2-40B4-BE49-F238E27FC236}">
                <a16:creationId xmlns:a16="http://schemas.microsoft.com/office/drawing/2014/main" id="{2EF6B3DF-418F-69EB-876F-7DDEF817B65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28644439"/>
              </p:ext>
            </p:extLst>
          </p:nvPr>
        </p:nvGraphicFramePr>
        <p:xfrm>
          <a:off x="5036457" y="711200"/>
          <a:ext cx="3918015" cy="421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596980824"/>
      </p:ext>
    </p:extLst>
  </p:cSld>
  <p:clrMapOvr>
    <a:masterClrMapping/>
  </p:clrMapOvr>
  <p:transition spd="slow">
    <p:push dir="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>
            <a:spLocks noGrp="1"/>
          </p:cNvSpPr>
          <p:nvPr>
            <p:ph type="ctrTitle"/>
          </p:nvPr>
        </p:nvSpPr>
        <p:spPr>
          <a:xfrm>
            <a:off x="-75" y="1071348"/>
            <a:ext cx="9144075" cy="201304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/>
            <a:endParaRPr dirty="0"/>
          </a:p>
          <a:p>
            <a:pPr lvl="0" algn="ctr"/>
            <a:r>
              <a:rPr lang="pt-PT" altLang="en-US" sz="3600" b="1" u="sng" kern="1200" dirty="0">
                <a:solidFill>
                  <a:schemeClr val="bg1"/>
                </a:solidFill>
                <a:ea typeface="ヒラギノ角ゴ ProN W3"/>
                <a:sym typeface="Gill Sans" charset="0"/>
              </a:rPr>
              <a:t>Tuberculose</a:t>
            </a:r>
            <a:br>
              <a:rPr lang="pt-PT" altLang="en-US" sz="3600" b="1" u="sng" kern="1200" dirty="0">
                <a:ea typeface="ヒラギノ角ゴ ProN W3" charset="-128"/>
              </a:rPr>
            </a:br>
            <a:br>
              <a:rPr lang="pt-PT" altLang="en-US" sz="3600" b="1" u="sng" kern="1200" dirty="0">
                <a:ea typeface="ヒラギノ角ゴ ProN W3" charset="-128"/>
              </a:rPr>
            </a:br>
            <a:endParaRPr lang="pt-PT" altLang="en-US" sz="3600" b="1" u="sng" kern="1200" dirty="0">
              <a:solidFill>
                <a:schemeClr val="bg1"/>
              </a:solidFill>
              <a:ea typeface="ヒラギノ角ゴ ProN W3" charset="-128"/>
              <a:sym typeface="Gill Sans" charset="0"/>
            </a:endParaRPr>
          </a:p>
        </p:txBody>
      </p:sp>
      <p:sp>
        <p:nvSpPr>
          <p:cNvPr id="100" name="Google Shape;100;p15"/>
          <p:cNvSpPr txBox="1">
            <a:spLocks noGrp="1"/>
          </p:cNvSpPr>
          <p:nvPr>
            <p:ph type="sldNum" idx="12"/>
          </p:nvPr>
        </p:nvSpPr>
        <p:spPr>
          <a:xfrm>
            <a:off x="-75" y="3420000"/>
            <a:ext cx="669600" cy="172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defTabSz="914378"/>
            <a:fld id="{00000000-1234-1234-1234-123412341234}" type="slidenum">
              <a:rPr lang="en" kern="0">
                <a:solidFill>
                  <a:srgbClr val="0DB7C4"/>
                </a:solidFill>
              </a:rPr>
              <a:pPr defTabSz="914378"/>
              <a:t>30</a:t>
            </a:fld>
            <a:endParaRPr kern="0" dirty="0">
              <a:solidFill>
                <a:srgbClr val="0DB7C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569119"/>
      </p:ext>
    </p:extLst>
  </p:cSld>
  <p:clrMapOvr>
    <a:masterClrMapping/>
  </p:clrMapOvr>
  <p:transition spd="slow">
    <p:push dir="u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C585DDFD-2E3D-C9CC-D628-F3C998A16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>
            <a:extLst>
              <a:ext uri="{FF2B5EF4-FFF2-40B4-BE49-F238E27FC236}">
                <a16:creationId xmlns:a16="http://schemas.microsoft.com/office/drawing/2014/main" id="{6F4E6FC2-22B6-FAE2-5925-FB9AFE0A6F9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fld id="{00000000-1234-1234-1234-123412341234}" type="slidenum">
              <a:rPr lang="en"/>
              <a:pPr/>
              <a:t>31</a:t>
            </a:fld>
            <a:endParaRPr/>
          </a:p>
        </p:txBody>
      </p:sp>
      <p:sp>
        <p:nvSpPr>
          <p:cNvPr id="15" name="Title 5">
            <a:extLst>
              <a:ext uri="{FF2B5EF4-FFF2-40B4-BE49-F238E27FC236}">
                <a16:creationId xmlns:a16="http://schemas.microsoft.com/office/drawing/2014/main" id="{BB478F3C-CEFE-9C83-5660-0D21EBB86374}"/>
              </a:ext>
            </a:extLst>
          </p:cNvPr>
          <p:cNvSpPr txBox="1">
            <a:spLocks/>
          </p:cNvSpPr>
          <p:nvPr/>
        </p:nvSpPr>
        <p:spPr bwMode="auto">
          <a:xfrm>
            <a:off x="986971" y="129449"/>
            <a:ext cx="7170058" cy="428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8100" tIns="38100" rIns="38100" bIns="3810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9pPr>
          </a:lstStyle>
          <a:p>
            <a:pPr marL="69215"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PT" sz="2700" dirty="0">
                <a:solidFill>
                  <a:schemeClr val="dk2"/>
                </a:solidFill>
                <a:latin typeface="Century Gothic"/>
              </a:rPr>
              <a:t>Casos TB Todas as Formas</a:t>
            </a:r>
            <a:br>
              <a:rPr lang="en-US" sz="2550" dirty="0">
                <a:solidFill>
                  <a:schemeClr val="dk2"/>
                </a:solidFill>
                <a:latin typeface="Dosis"/>
                <a:sym typeface="Gill Sans" charset="0"/>
              </a:rPr>
            </a:br>
            <a:endParaRPr lang="en-US" sz="2550" dirty="0">
              <a:solidFill>
                <a:schemeClr val="dk2"/>
              </a:solidFill>
              <a:latin typeface="Dosis"/>
            </a:endParaRPr>
          </a:p>
        </p:txBody>
      </p:sp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5F35E4F5-DBB7-BC0F-F0B2-D279A0E32E3A}"/>
              </a:ext>
            </a:extLst>
          </p:cNvPr>
          <p:cNvGraphicFramePr/>
          <p:nvPr/>
        </p:nvGraphicFramePr>
        <p:xfrm>
          <a:off x="892361" y="708568"/>
          <a:ext cx="7888782" cy="17139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BC3B15D8-E625-57BF-A2D9-527EACCC397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84929485"/>
              </p:ext>
            </p:extLst>
          </p:nvPr>
        </p:nvGraphicFramePr>
        <p:xfrm>
          <a:off x="892361" y="2607280"/>
          <a:ext cx="7787181" cy="22985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pic>
        <p:nvPicPr>
          <p:cNvPr id="4" name="Picture 39941">
            <a:extLst>
              <a:ext uri="{FF2B5EF4-FFF2-40B4-BE49-F238E27FC236}">
                <a16:creationId xmlns:a16="http://schemas.microsoft.com/office/drawing/2014/main" id="{71BBE8F7-C34C-9A4F-35CF-6EEB73820DDD}"/>
              </a:ext>
            </a:extLst>
          </p:cNvPr>
          <p:cNvPicPr>
            <a:picLocks noChangeAspect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8585200" y="47839"/>
            <a:ext cx="399927" cy="3249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85708113"/>
      </p:ext>
    </p:extLst>
  </p:cSld>
  <p:clrMapOvr>
    <a:masterClrMapping/>
  </p:clrMapOvr>
  <p:transition spd="slow">
    <p:push dir="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333FEF47-BA00-091A-CD6F-62FD55CC3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>
            <a:extLst>
              <a:ext uri="{FF2B5EF4-FFF2-40B4-BE49-F238E27FC236}">
                <a16:creationId xmlns:a16="http://schemas.microsoft.com/office/drawing/2014/main" id="{38473573-E9B3-A13E-E55B-577B6B519A8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fld id="{00000000-1234-1234-1234-123412341234}" type="slidenum">
              <a:rPr lang="en"/>
              <a:pPr/>
              <a:t>32</a:t>
            </a:fld>
            <a:endParaRPr/>
          </a:p>
        </p:txBody>
      </p:sp>
      <p:sp>
        <p:nvSpPr>
          <p:cNvPr id="15" name="Title 5">
            <a:extLst>
              <a:ext uri="{FF2B5EF4-FFF2-40B4-BE49-F238E27FC236}">
                <a16:creationId xmlns:a16="http://schemas.microsoft.com/office/drawing/2014/main" id="{4EA2E396-D441-4E7D-0A51-0A9D16EF1A75}"/>
              </a:ext>
            </a:extLst>
          </p:cNvPr>
          <p:cNvSpPr txBox="1">
            <a:spLocks/>
          </p:cNvSpPr>
          <p:nvPr/>
        </p:nvSpPr>
        <p:spPr bwMode="auto">
          <a:xfrm>
            <a:off x="986971" y="129449"/>
            <a:ext cx="7170058" cy="428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8100" tIns="38100" rIns="38100" bIns="3810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N W6" charset="0"/>
                <a:cs typeface="ヒラギノ角ゴ ProN W6" charset="0"/>
                <a:sym typeface="Arial" panose="020B0604020202020204" pitchFamily="34" charset="0"/>
              </a:defRPr>
            </a:lvl9pPr>
          </a:lstStyle>
          <a:p>
            <a:pPr marL="69215"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PT" sz="2700" dirty="0">
                <a:solidFill>
                  <a:schemeClr val="dk2"/>
                </a:solidFill>
                <a:latin typeface="Century Gothic"/>
              </a:rPr>
              <a:t>Taxa de Sucesso (90%)</a:t>
            </a:r>
            <a:br>
              <a:rPr lang="en-US" sz="2550" dirty="0">
                <a:solidFill>
                  <a:schemeClr val="dk2"/>
                </a:solidFill>
                <a:latin typeface="Dosis"/>
                <a:sym typeface="Gill Sans" charset="0"/>
              </a:rPr>
            </a:br>
            <a:endParaRPr lang="en-US" sz="2550" dirty="0">
              <a:solidFill>
                <a:schemeClr val="dk2"/>
              </a:solidFill>
              <a:latin typeface="Dosis"/>
            </a:endParaRPr>
          </a:p>
        </p:txBody>
      </p:sp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74CC1FC9-580D-A509-FEB6-C4687B7BEFE5}"/>
              </a:ext>
            </a:extLst>
          </p:cNvPr>
          <p:cNvGraphicFramePr/>
          <p:nvPr/>
        </p:nvGraphicFramePr>
        <p:xfrm>
          <a:off x="892361" y="708568"/>
          <a:ext cx="7888782" cy="17139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5EF1BEEA-8F50-D470-F0B5-558FDE4E426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39815872"/>
              </p:ext>
            </p:extLst>
          </p:nvPr>
        </p:nvGraphicFramePr>
        <p:xfrm>
          <a:off x="892361" y="2607280"/>
          <a:ext cx="7787181" cy="22985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pic>
        <p:nvPicPr>
          <p:cNvPr id="4" name="Picture 39941">
            <a:extLst>
              <a:ext uri="{FF2B5EF4-FFF2-40B4-BE49-F238E27FC236}">
                <a16:creationId xmlns:a16="http://schemas.microsoft.com/office/drawing/2014/main" id="{17643EC4-6B8C-FA23-BE8B-41D860900B1A}"/>
              </a:ext>
            </a:extLst>
          </p:cNvPr>
          <p:cNvPicPr>
            <a:picLocks noChangeAspect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8585200" y="47839"/>
            <a:ext cx="399927" cy="3249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35377300"/>
      </p:ext>
    </p:extLst>
  </p:cSld>
  <p:clrMapOvr>
    <a:masterClrMapping/>
  </p:clrMapOvr>
  <p:transition spd="slow">
    <p:push dir="u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Content Placeholder 4"/>
          <p:cNvSpPr txBox="1"/>
          <p:nvPr/>
        </p:nvSpPr>
        <p:spPr bwMode="auto">
          <a:xfrm flipV="1">
            <a:off x="2000250" y="4071939"/>
            <a:ext cx="5143500" cy="25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1431" tIns="21431" rIns="21431" bIns="21431"/>
          <a:lstStyle>
            <a:lvl1pPr marL="68580">
              <a:spcBef>
                <a:spcPts val="600"/>
              </a:spcBef>
              <a:buAutoNum type="arabicPlain"/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Arial" panose="020B0604020202020204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Arial" panose="020B0604020202020204" pitchFamily="34" charset="0"/>
              </a:defRPr>
            </a:lvl9pPr>
          </a:lstStyle>
          <a:p>
            <a:pPr marL="68579" defTabSz="914378">
              <a:buNone/>
            </a:pPr>
            <a:endParaRPr lang="pt-PT" altLang="en-US" sz="1013">
              <a:solidFill>
                <a:srgbClr val="000000"/>
              </a:solidFill>
            </a:endParaRPr>
          </a:p>
        </p:txBody>
      </p:sp>
      <p:sp>
        <p:nvSpPr>
          <p:cNvPr id="13" name="Rectangle 13">
            <a:extLst>
              <a:ext uri="{FF2B5EF4-FFF2-40B4-BE49-F238E27FC236}">
                <a16:creationId xmlns:a16="http://schemas.microsoft.com/office/drawing/2014/main" id="{5FADAF58-A9DB-4689-9028-F404505219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526" y="2124850"/>
            <a:ext cx="8474475" cy="99187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9525">
            <a:noFill/>
            <a:miter lim="800000"/>
          </a:ln>
        </p:spPr>
        <p:txBody>
          <a:bodyPr wrap="square">
            <a:spAutoFit/>
          </a:bodyPr>
          <a:lstStyle>
            <a:lvl1pPr>
              <a:spcBef>
                <a:spcPts val="600"/>
              </a:spcBef>
              <a:buAutoNum type="arabicPlain"/>
              <a:defRPr sz="2400">
                <a:solidFill>
                  <a:schemeClr val="tx1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Arial" panose="020B0604020202020204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Arial" panose="020B0604020202020204" pitchFamily="34" charset="0"/>
              </a:defRPr>
            </a:lvl9pPr>
          </a:lstStyle>
          <a:p>
            <a:pPr algn="ctr" defTabSz="914378">
              <a:lnSpc>
                <a:spcPct val="115000"/>
              </a:lnSpc>
              <a:spcBef>
                <a:spcPct val="0"/>
              </a:spcBef>
              <a:buNone/>
            </a:pPr>
            <a:r>
              <a:rPr lang="pt-PT" altLang="en-US" sz="5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Gill Sans"/>
              </a:rPr>
              <a:t>OBRIGADO!!!!!</a:t>
            </a:r>
            <a:endParaRPr lang="en-US" altLang="en-US" sz="54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  <a:sym typeface="Gill Sans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79EBE044-04DA-B043-2EB0-4095F87C832C}"/>
              </a:ext>
            </a:extLst>
          </p:cNvPr>
          <p:cNvSpPr txBox="1">
            <a:spLocks/>
          </p:cNvSpPr>
          <p:nvPr/>
        </p:nvSpPr>
        <p:spPr>
          <a:xfrm>
            <a:off x="538896" y="3178445"/>
            <a:ext cx="8474475" cy="528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ource Sans Pro"/>
              <a:buChar char="▹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ource Sans Pro"/>
              <a:buChar char="▸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ource Sans Pro"/>
              <a:buChar char="⬩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⬞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101600" indent="0" algn="ctr">
              <a:buNone/>
            </a:pPr>
            <a:r>
              <a:rPr lang="pt-PT" sz="1600" b="1" dirty="0">
                <a:solidFill>
                  <a:srgbClr val="B00000"/>
                </a:solidFill>
              </a:rPr>
              <a:t>QUALIDADE DE DADOS, UM REQUISITO INDISPENSÁVEL PARA DECISÕES ASSERTIVAS! </a:t>
            </a:r>
          </a:p>
        </p:txBody>
      </p:sp>
    </p:spTree>
    <p:extLst>
      <p:ext uri="{BB962C8B-B14F-4D97-AF65-F5344CB8AC3E}">
        <p14:creationId xmlns:p14="http://schemas.microsoft.com/office/powerpoint/2010/main" val="2984303984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Cerimon template">
  <a:themeElements>
    <a:clrScheme name="Custom 347">
      <a:dk1>
        <a:srgbClr val="415665"/>
      </a:dk1>
      <a:lt1>
        <a:srgbClr val="FFFFFF"/>
      </a:lt1>
      <a:dk2>
        <a:srgbClr val="0DB7C4"/>
      </a:dk2>
      <a:lt2>
        <a:srgbClr val="F6F6F6"/>
      </a:lt2>
      <a:accent1>
        <a:srgbClr val="0A95B0"/>
      </a:accent1>
      <a:accent2>
        <a:srgbClr val="A7E5E9"/>
      </a:accent2>
      <a:accent3>
        <a:srgbClr val="A9D039"/>
      </a:accent3>
      <a:accent4>
        <a:srgbClr val="FFBC00"/>
      </a:accent4>
      <a:accent5>
        <a:srgbClr val="F24745"/>
      </a:accent5>
      <a:accent6>
        <a:srgbClr val="B3B3B3"/>
      </a:accent6>
      <a:hlink>
        <a:srgbClr val="0DB7C4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Cerimon template">
  <a:themeElements>
    <a:clrScheme name="Custom 347">
      <a:dk1>
        <a:srgbClr val="415665"/>
      </a:dk1>
      <a:lt1>
        <a:srgbClr val="FFFFFF"/>
      </a:lt1>
      <a:dk2>
        <a:srgbClr val="0DB7C4"/>
      </a:dk2>
      <a:lt2>
        <a:srgbClr val="F6F6F6"/>
      </a:lt2>
      <a:accent1>
        <a:srgbClr val="0A95B0"/>
      </a:accent1>
      <a:accent2>
        <a:srgbClr val="A7E5E9"/>
      </a:accent2>
      <a:accent3>
        <a:srgbClr val="A9D039"/>
      </a:accent3>
      <a:accent4>
        <a:srgbClr val="FFBC00"/>
      </a:accent4>
      <a:accent5>
        <a:srgbClr val="F24745"/>
      </a:accent5>
      <a:accent6>
        <a:srgbClr val="B3B3B3"/>
      </a:accent6>
      <a:hlink>
        <a:srgbClr val="0DB7C4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9FE56B5ACCB7643897F7090B31BEA04" ma:contentTypeVersion="11" ma:contentTypeDescription="Create a new document." ma:contentTypeScope="" ma:versionID="d4b607e462c750c39d4ad163ee946f35">
  <xsd:schema xmlns:xsd="http://www.w3.org/2001/XMLSchema" xmlns:xs="http://www.w3.org/2001/XMLSchema" xmlns:p="http://schemas.microsoft.com/office/2006/metadata/properties" xmlns:ns3="7f4bb24b-11e3-4f8d-9c97-01b71281e4a9" xmlns:ns4="ec354725-0b85-4251-a69c-664929411fdd" targetNamespace="http://schemas.microsoft.com/office/2006/metadata/properties" ma:root="true" ma:fieldsID="61a8e3d2b01f6ee8a9f7bbf580e6ccd9" ns3:_="" ns4:_="">
    <xsd:import namespace="7f4bb24b-11e3-4f8d-9c97-01b71281e4a9"/>
    <xsd:import namespace="ec354725-0b85-4251-a69c-664929411fd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4bb24b-11e3-4f8d-9c97-01b71281e4a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354725-0b85-4251-a69c-664929411fd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9B78A13-E00F-41B4-B28A-226C06C872CC}">
  <ds:schemaRefs>
    <ds:schemaRef ds:uri="7f4bb24b-11e3-4f8d-9c97-01b71281e4a9"/>
    <ds:schemaRef ds:uri="ec354725-0b85-4251-a69c-664929411fd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6ECF89E3-7119-4950-937D-3775C6D3E20A}">
  <ds:schemaRefs>
    <ds:schemaRef ds:uri="7f4bb24b-11e3-4f8d-9c97-01b71281e4a9"/>
    <ds:schemaRef ds:uri="ec354725-0b85-4251-a69c-664929411fd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CA703580-FF22-4EC6-96BA-DB20B244F54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21436</TotalTime>
  <Words>2209</Words>
  <Application>Microsoft Office PowerPoint</Application>
  <PresentationFormat>On-screen Show (16:9)</PresentationFormat>
  <Paragraphs>567</Paragraphs>
  <Slides>33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48" baseType="lpstr">
      <vt:lpstr>Century Gothic</vt:lpstr>
      <vt:lpstr>Calibri</vt:lpstr>
      <vt:lpstr>Gill Sans</vt:lpstr>
      <vt:lpstr>Garet Bold Italics</vt:lpstr>
      <vt:lpstr>Dosis</vt:lpstr>
      <vt:lpstr>MS PGothic</vt:lpstr>
      <vt:lpstr>Arial</vt:lpstr>
      <vt:lpstr>Source Sans Pro</vt:lpstr>
      <vt:lpstr>Wingdings</vt:lpstr>
      <vt:lpstr>ヒラギノ角ゴ ProN W3</vt:lpstr>
      <vt:lpstr>Garet Bold</vt:lpstr>
      <vt:lpstr>Times New Roman</vt:lpstr>
      <vt:lpstr>Symbol</vt:lpstr>
      <vt:lpstr>Cerimon template</vt:lpstr>
      <vt:lpstr>1_Cerimon template</vt:lpstr>
      <vt:lpstr>PowerPoint Presentation</vt:lpstr>
      <vt:lpstr>PowerPoint Presentation</vt:lpstr>
      <vt:lpstr>PowerPoint Presentation</vt:lpstr>
      <vt:lpstr>PowerPoint Presentation</vt:lpstr>
      <vt:lpstr> Vigilância Epidemiológica  </vt:lpstr>
      <vt:lpstr>PowerPoint Presentation</vt:lpstr>
      <vt:lpstr>PowerPoint Presentation</vt:lpstr>
      <vt:lpstr>PowerPoint Presentation</vt:lpstr>
      <vt:lpstr>PowerPoint Presentation</vt:lpstr>
      <vt:lpstr> Saúde Materno Infantil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Programa Alargado de Vacinação  </vt:lpstr>
      <vt:lpstr>PowerPoint Presentation</vt:lpstr>
      <vt:lpstr>PowerPoint Presentation</vt:lpstr>
      <vt:lpstr> Nutrição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Cuidados e Tratamento  </vt:lpstr>
      <vt:lpstr>PowerPoint Presentation</vt:lpstr>
      <vt:lpstr>Saúde Mental e APSS  </vt:lpstr>
      <vt:lpstr>PowerPoint Presentation</vt:lpstr>
      <vt:lpstr> Tuberculose  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PROCEDIMENTOS OPERECIONAIS PADRÃO PARA AVALIAÇÃO DA QUALIDADE DE DADOS</dc:title>
  <dc:creator>user</dc:creator>
  <cp:lastModifiedBy>Cristovao Timbana</cp:lastModifiedBy>
  <cp:revision>217</cp:revision>
  <dcterms:modified xsi:type="dcterms:W3CDTF">2026-07-02T08:17:44Z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0x010100E9FE56B5ACCB7643897F7090B31BEA04</vt:lpwstr>
  </property>
</Properties>
</file>